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4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6" r:id="rId19"/>
    <p:sldId id="297" r:id="rId20"/>
    <p:sldId id="298" r:id="rId21"/>
    <p:sldId id="294" r:id="rId22"/>
    <p:sldId id="295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8818A-160C-445A-A962-95D19A87FB6C}" v="23" dt="2023-04-20T19:23:46.211"/>
    <p1510:client id="{1FE41F23-CFA1-4028-80DD-3EE9404D6AF5}" v="32" dt="2023-04-20T13:13:59.964"/>
    <p1510:client id="{C04C1423-D3FD-4F6D-9B50-B4D68F2B16FA}" v="22" dt="2023-04-20T14:52:49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8" autoAdjust="0"/>
    <p:restoredTop sz="93957" autoAdjust="0"/>
  </p:normalViewPr>
  <p:slideViewPr>
    <p:cSldViewPr>
      <p:cViewPr varScale="1">
        <p:scale>
          <a:sx n="53" d="100"/>
          <a:sy n="53" d="100"/>
        </p:scale>
        <p:origin x="1464" y="276"/>
      </p:cViewPr>
      <p:guideLst>
        <p:guide orient="horz" pos="111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Lucas" userId="2c32288683b74354" providerId="LiveId" clId="{B835D068-D7E8-47EC-9C17-6189D1D676B4}"/>
    <pc:docChg chg="custSel addSld modSld">
      <pc:chgData name="Eduardo Lucas" userId="2c32288683b74354" providerId="LiveId" clId="{B835D068-D7E8-47EC-9C17-6189D1D676B4}" dt="2023-02-15T19:55:06.904" v="676" actId="20577"/>
      <pc:docMkLst>
        <pc:docMk/>
      </pc:docMkLst>
      <pc:sldChg chg="addSp delSp modSp mod">
        <pc:chgData name="Eduardo Lucas" userId="2c32288683b74354" providerId="LiveId" clId="{B835D068-D7E8-47EC-9C17-6189D1D676B4}" dt="2023-02-15T19:17:37.507" v="2"/>
        <pc:sldMkLst>
          <pc:docMk/>
          <pc:sldMk cId="2026832597" sldId="269"/>
        </pc:sldMkLst>
        <pc:spChg chg="del">
          <ac:chgData name="Eduardo Lucas" userId="2c32288683b74354" providerId="LiveId" clId="{B835D068-D7E8-47EC-9C17-6189D1D676B4}" dt="2023-02-15T19:17:28.820" v="0" actId="21"/>
          <ac:spMkLst>
            <pc:docMk/>
            <pc:sldMk cId="2026832597" sldId="269"/>
            <ac:spMk id="2" creationId="{3D06D28C-2981-E7B7-872F-5BA562F131B2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3" creationId="{ABC50711-90BC-BCA4-6787-47B33C2CE440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4" creationId="{FC140873-4178-B439-537A-C7375290CC48}"/>
          </ac:spMkLst>
        </pc:spChg>
        <pc:spChg chg="add mod">
          <ac:chgData name="Eduardo Lucas" userId="2c32288683b74354" providerId="LiveId" clId="{B835D068-D7E8-47EC-9C17-6189D1D676B4}" dt="2023-02-15T19:17:37.507" v="2"/>
          <ac:spMkLst>
            <pc:docMk/>
            <pc:sldMk cId="2026832597" sldId="269"/>
            <ac:spMk id="5" creationId="{2B39DB33-9C1D-DAC1-6F4E-B9A33DEF722B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6" creationId="{CDDB6E8F-ACF6-FEE6-0E41-05652C634028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7" creationId="{BE16D933-2961-C328-F60F-AB781CE48189}"/>
          </ac:spMkLst>
        </pc:spChg>
      </pc:sldChg>
      <pc:sldChg chg="addSp delSp modSp add mod">
        <pc:chgData name="Eduardo Lucas" userId="2c32288683b74354" providerId="LiveId" clId="{B835D068-D7E8-47EC-9C17-6189D1D676B4}" dt="2023-02-15T19:47:09.398" v="194" actId="20577"/>
        <pc:sldMkLst>
          <pc:docMk/>
          <pc:sldMk cId="3199378571" sldId="272"/>
        </pc:sldMkLst>
        <pc:spChg chg="mod">
          <ac:chgData name="Eduardo Lucas" userId="2c32288683b74354" providerId="LiveId" clId="{B835D068-D7E8-47EC-9C17-6189D1D676B4}" dt="2023-02-15T19:47:09.398" v="194" actId="20577"/>
          <ac:spMkLst>
            <pc:docMk/>
            <pc:sldMk cId="3199378571" sldId="272"/>
            <ac:spMk id="4" creationId="{0FEE5E21-AD6C-2D36-0AA2-323F12E8F3C3}"/>
          </ac:spMkLst>
        </pc:spChg>
        <pc:picChg chg="del">
          <ac:chgData name="Eduardo Lucas" userId="2c32288683b74354" providerId="LiveId" clId="{B835D068-D7E8-47EC-9C17-6189D1D676B4}" dt="2023-02-15T19:33:30.856" v="4" actId="478"/>
          <ac:picMkLst>
            <pc:docMk/>
            <pc:sldMk cId="3199378571" sldId="272"/>
            <ac:picMk id="3" creationId="{E1BFB370-781A-6194-DD09-C52C216B0AE1}"/>
          </ac:picMkLst>
        </pc:picChg>
        <pc:picChg chg="add mod">
          <ac:chgData name="Eduardo Lucas" userId="2c32288683b74354" providerId="LiveId" clId="{B835D068-D7E8-47EC-9C17-6189D1D676B4}" dt="2023-02-15T19:36:24.367" v="9" actId="1076"/>
          <ac:picMkLst>
            <pc:docMk/>
            <pc:sldMk cId="3199378571" sldId="272"/>
            <ac:picMk id="5" creationId="{07FFD113-07D3-57A6-CA56-46276528253A}"/>
          </ac:picMkLst>
        </pc:picChg>
      </pc:sldChg>
      <pc:sldChg chg="addSp delSp modSp add mod setBg">
        <pc:chgData name="Eduardo Lucas" userId="2c32288683b74354" providerId="LiveId" clId="{B835D068-D7E8-47EC-9C17-6189D1D676B4}" dt="2023-02-15T19:55:06.904" v="676" actId="20577"/>
        <pc:sldMkLst>
          <pc:docMk/>
          <pc:sldMk cId="3782100652" sldId="273"/>
        </pc:sldMkLst>
        <pc:spChg chg="add mod">
          <ac:chgData name="Eduardo Lucas" userId="2c32288683b74354" providerId="LiveId" clId="{B835D068-D7E8-47EC-9C17-6189D1D676B4}" dt="2023-02-15T19:54:42.992" v="648" actId="1076"/>
          <ac:spMkLst>
            <pc:docMk/>
            <pc:sldMk cId="3782100652" sldId="273"/>
            <ac:spMk id="2" creationId="{97020630-7E06-F616-43BE-C6AFD02CB3A6}"/>
          </ac:spMkLst>
        </pc:spChg>
        <pc:spChg chg="mod">
          <ac:chgData name="Eduardo Lucas" userId="2c32288683b74354" providerId="LiveId" clId="{B835D068-D7E8-47EC-9C17-6189D1D676B4}" dt="2023-02-15T19:55:06.904" v="676" actId="20577"/>
          <ac:spMkLst>
            <pc:docMk/>
            <pc:sldMk cId="3782100652" sldId="273"/>
            <ac:spMk id="4" creationId="{0FEE5E21-AD6C-2D36-0AA2-323F12E8F3C3}"/>
          </ac:spMkLst>
        </pc:spChg>
        <pc:spChg chg="mod">
          <ac:chgData name="Eduardo Lucas" userId="2c32288683b74354" providerId="LiveId" clId="{B835D068-D7E8-47EC-9C17-6189D1D676B4}" dt="2023-02-15T19:47:55.377" v="209" actId="20577"/>
          <ac:spMkLst>
            <pc:docMk/>
            <pc:sldMk cId="3782100652" sldId="273"/>
            <ac:spMk id="8" creationId="{72F65A63-5FD0-B217-3EF5-5A15F9917043}"/>
          </ac:spMkLst>
        </pc:spChg>
        <pc:picChg chg="del">
          <ac:chgData name="Eduardo Lucas" userId="2c32288683b74354" providerId="LiveId" clId="{B835D068-D7E8-47EC-9C17-6189D1D676B4}" dt="2023-02-15T19:48:18.170" v="229" actId="478"/>
          <ac:picMkLst>
            <pc:docMk/>
            <pc:sldMk cId="3782100652" sldId="273"/>
            <ac:picMk id="5" creationId="{07FFD113-07D3-57A6-CA56-46276528253A}"/>
          </ac:picMkLst>
        </pc:picChg>
        <pc:picChg chg="add mod">
          <ac:chgData name="Eduardo Lucas" userId="2c32288683b74354" providerId="LiveId" clId="{B835D068-D7E8-47EC-9C17-6189D1D676B4}" dt="2023-02-15T19:54:49.333" v="649" actId="1076"/>
          <ac:picMkLst>
            <pc:docMk/>
            <pc:sldMk cId="3782100652" sldId="273"/>
            <ac:picMk id="6" creationId="{51E48D5F-892D-162F-5AE0-BA127CF6C9CB}"/>
          </ac:picMkLst>
        </pc:picChg>
      </pc:sldChg>
    </pc:docChg>
  </pc:docChgLst>
  <pc:docChgLst>
    <pc:chgData name="Eduardo Lucas" userId="2c32288683b74354" providerId="LiveId" clId="{9C8ECB29-97C0-403F-8266-0F9E62B6E178}"/>
    <pc:docChg chg="undo redo custSel addSld delSld modSld sldOrd modMainMaster">
      <pc:chgData name="Eduardo Lucas" userId="2c32288683b74354" providerId="LiveId" clId="{9C8ECB29-97C0-403F-8266-0F9E62B6E178}" dt="2023-03-28T19:58:13.882" v="2368" actId="1076"/>
      <pc:docMkLst>
        <pc:docMk/>
      </pc:docMkLst>
      <pc:sldChg chg="modSp mod">
        <pc:chgData name="Eduardo Lucas" userId="2c32288683b74354" providerId="LiveId" clId="{9C8ECB29-97C0-403F-8266-0F9E62B6E178}" dt="2023-03-28T18:14:56.834" v="990" actId="255"/>
        <pc:sldMkLst>
          <pc:docMk/>
          <pc:sldMk cId="3611735909" sldId="264"/>
        </pc:sldMkLst>
        <pc:spChg chg="mod">
          <ac:chgData name="Eduardo Lucas" userId="2c32288683b74354" providerId="LiveId" clId="{9C8ECB29-97C0-403F-8266-0F9E62B6E178}" dt="2023-03-28T18:14:56.834" v="990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addSp delSp modSp mod">
        <pc:chgData name="Eduardo Lucas" userId="2c32288683b74354" providerId="LiveId" clId="{9C8ECB29-97C0-403F-8266-0F9E62B6E178}" dt="2023-03-28T18:47:57.940" v="1284" actId="478"/>
        <pc:sldMkLst>
          <pc:docMk/>
          <pc:sldMk cId="67721199" sldId="277"/>
        </pc:sldMkLst>
        <pc:spChg chg="mod">
          <ac:chgData name="Eduardo Lucas" userId="2c32288683b74354" providerId="LiveId" clId="{9C8ECB29-97C0-403F-8266-0F9E62B6E178}" dt="2023-03-28T18:18:16.420" v="1077" actId="20577"/>
          <ac:spMkLst>
            <pc:docMk/>
            <pc:sldMk cId="67721199" sldId="277"/>
            <ac:spMk id="2" creationId="{71CA36E5-C16C-B323-9708-48E4D6D10865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8:43:12.611" v="1109" actId="21"/>
          <ac:spMkLst>
            <pc:docMk/>
            <pc:sldMk cId="67721199" sldId="277"/>
            <ac:spMk id="4" creationId="{9CF5F437-D3CB-0B01-D41D-30EAAF90D04D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6" creationId="{3B42E5A0-2F34-C698-7F7D-A1C055A8A18E}"/>
          </ac:spMkLst>
        </pc:spChg>
        <pc:spChg chg="add del mod">
          <ac:chgData name="Eduardo Lucas" userId="2c32288683b74354" providerId="LiveId" clId="{9C8ECB29-97C0-403F-8266-0F9E62B6E178}" dt="2023-03-28T18:45:12.467" v="1230" actId="478"/>
          <ac:spMkLst>
            <pc:docMk/>
            <pc:sldMk cId="67721199" sldId="277"/>
            <ac:spMk id="7" creationId="{7EA768FF-5971-47A0-BA08-90786243A457}"/>
          </ac:spMkLst>
        </pc:spChg>
      </pc:sldChg>
      <pc:sldChg chg="addSp modSp add mod">
        <pc:chgData name="Eduardo Lucas" userId="2c32288683b74354" providerId="LiveId" clId="{9C8ECB29-97C0-403F-8266-0F9E62B6E178}" dt="2023-03-28T18:47:47.918" v="1283" actId="20577"/>
        <pc:sldMkLst>
          <pc:docMk/>
          <pc:sldMk cId="1316774732" sldId="278"/>
        </pc:sldMkLst>
        <pc:spChg chg="add mod">
          <ac:chgData name="Eduardo Lucas" userId="2c32288683b74354" providerId="LiveId" clId="{9C8ECB29-97C0-403F-8266-0F9E62B6E178}" dt="2023-03-28T18:47:26.555" v="1270" actId="20577"/>
          <ac:spMkLst>
            <pc:docMk/>
            <pc:sldMk cId="1316774732" sldId="278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47:47.918" v="1283" actId="20577"/>
          <ac:spMkLst>
            <pc:docMk/>
            <pc:sldMk cId="1316774732" sldId="278"/>
            <ac:spMk id="6" creationId="{3B42E5A0-2F34-C698-7F7D-A1C055A8A18E}"/>
          </ac:spMkLst>
        </pc:spChg>
      </pc:sldChg>
      <pc:sldChg chg="add del">
        <pc:chgData name="Eduardo Lucas" userId="2c32288683b74354" providerId="LiveId" clId="{9C8ECB29-97C0-403F-8266-0F9E62B6E178}" dt="2023-03-28T18:42:45.763" v="1108" actId="47"/>
        <pc:sldMkLst>
          <pc:docMk/>
          <pc:sldMk cId="2130564816" sldId="278"/>
        </pc:sldMkLst>
      </pc:sldChg>
      <pc:sldChg chg="modSp add mod">
        <pc:chgData name="Eduardo Lucas" userId="2c32288683b74354" providerId="LiveId" clId="{9C8ECB29-97C0-403F-8266-0F9E62B6E178}" dt="2023-03-28T18:50:32.068" v="1307" actId="108"/>
        <pc:sldMkLst>
          <pc:docMk/>
          <pc:sldMk cId="1451590909" sldId="279"/>
        </pc:sldMkLst>
        <pc:spChg chg="mod">
          <ac:chgData name="Eduardo Lucas" userId="2c32288683b74354" providerId="LiveId" clId="{9C8ECB29-97C0-403F-8266-0F9E62B6E178}" dt="2023-03-28T18:49:27.259" v="1297" actId="20577"/>
          <ac:spMkLst>
            <pc:docMk/>
            <pc:sldMk cId="1451590909" sldId="279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32.068" v="1307" actId="108"/>
          <ac:spMkLst>
            <pc:docMk/>
            <pc:sldMk cId="1451590909" sldId="279"/>
            <ac:spMk id="6" creationId="{3B42E5A0-2F34-C698-7F7D-A1C055A8A18E}"/>
          </ac:spMkLst>
        </pc:spChg>
      </pc:sldChg>
      <pc:sldChg chg="modSp add mod ord">
        <pc:chgData name="Eduardo Lucas" userId="2c32288683b74354" providerId="LiveId" clId="{9C8ECB29-97C0-403F-8266-0F9E62B6E178}" dt="2023-03-28T18:51:32.890" v="1331" actId="20577"/>
        <pc:sldMkLst>
          <pc:docMk/>
          <pc:sldMk cId="25520498" sldId="280"/>
        </pc:sldMkLst>
        <pc:spChg chg="mod">
          <ac:chgData name="Eduardo Lucas" userId="2c32288683b74354" providerId="LiveId" clId="{9C8ECB29-97C0-403F-8266-0F9E62B6E178}" dt="2023-03-28T18:51:32.890" v="1331" actId="20577"/>
          <ac:spMkLst>
            <pc:docMk/>
            <pc:sldMk cId="25520498" sldId="280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07.868" v="1302" actId="20577"/>
          <ac:spMkLst>
            <pc:docMk/>
            <pc:sldMk cId="25520498" sldId="280"/>
            <ac:spMk id="6" creationId="{3B42E5A0-2F34-C698-7F7D-A1C055A8A18E}"/>
          </ac:spMkLst>
        </pc:spChg>
      </pc:sldChg>
      <pc:sldChg chg="addSp delSp modSp add del mod">
        <pc:chgData name="Eduardo Lucas" userId="2c32288683b74354" providerId="LiveId" clId="{9C8ECB29-97C0-403F-8266-0F9E62B6E178}" dt="2023-03-28T19:36:46.704" v="1863" actId="47"/>
        <pc:sldMkLst>
          <pc:docMk/>
          <pc:sldMk cId="4116918669" sldId="281"/>
        </pc:sldMkLst>
        <pc:spChg chg="mod">
          <ac:chgData name="Eduardo Lucas" userId="2c32288683b74354" providerId="LiveId" clId="{9C8ECB29-97C0-403F-8266-0F9E62B6E178}" dt="2023-03-28T19:32:24.502" v="1794" actId="20577"/>
          <ac:spMkLst>
            <pc:docMk/>
            <pc:sldMk cId="4116918669" sldId="281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8:52:41.021" v="1350" actId="478"/>
          <ac:spMkLst>
            <pc:docMk/>
            <pc:sldMk cId="4116918669" sldId="281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9:36:00.853" v="1857" actId="255"/>
          <ac:spMkLst>
            <pc:docMk/>
            <pc:sldMk cId="4116918669" sldId="281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28T18:52:43.006" v="1351" actId="478"/>
          <ac:spMkLst>
            <pc:docMk/>
            <pc:sldMk cId="4116918669" sldId="281"/>
            <ac:spMk id="5" creationId="{4FE630DB-945D-3F52-5ABE-D0DA615220B8}"/>
          </ac:spMkLst>
        </pc:spChg>
        <pc:spChg chg="del">
          <ac:chgData name="Eduardo Lucas" userId="2c32288683b74354" providerId="LiveId" clId="{9C8ECB29-97C0-403F-8266-0F9E62B6E178}" dt="2023-03-28T18:52:40.207" v="1349" actId="478"/>
          <ac:spMkLst>
            <pc:docMk/>
            <pc:sldMk cId="4116918669" sldId="281"/>
            <ac:spMk id="6" creationId="{3B42E5A0-2F34-C698-7F7D-A1C055A8A18E}"/>
          </ac:spMkLst>
        </pc:spChg>
        <pc:spChg chg="del">
          <ac:chgData name="Eduardo Lucas" userId="2c32288683b74354" providerId="LiveId" clId="{9C8ECB29-97C0-403F-8266-0F9E62B6E178}" dt="2023-03-28T18:52:39.345" v="1348" actId="478"/>
          <ac:spMkLst>
            <pc:docMk/>
            <pc:sldMk cId="4116918669" sldId="281"/>
            <ac:spMk id="7" creationId="{7EA768FF-5971-47A0-BA08-90786243A457}"/>
          </ac:spMkLst>
        </pc:spChg>
        <pc:spChg chg="add del mod">
          <ac:chgData name="Eduardo Lucas" userId="2c32288683b74354" providerId="LiveId" clId="{9C8ECB29-97C0-403F-8266-0F9E62B6E178}" dt="2023-03-28T19:36:28.875" v="1860" actId="478"/>
          <ac:spMkLst>
            <pc:docMk/>
            <pc:sldMk cId="4116918669" sldId="281"/>
            <ac:spMk id="8" creationId="{1883C352-33D6-BFA4-D46B-4B0AE270AE5C}"/>
          </ac:spMkLst>
        </pc:spChg>
        <pc:spChg chg="add del mod">
          <ac:chgData name="Eduardo Lucas" userId="2c32288683b74354" providerId="LiveId" clId="{9C8ECB29-97C0-403F-8266-0F9E62B6E178}" dt="2023-03-28T19:36:28.120" v="1859" actId="478"/>
          <ac:spMkLst>
            <pc:docMk/>
            <pc:sldMk cId="4116918669" sldId="281"/>
            <ac:spMk id="9" creationId="{41941F91-D867-A305-A623-30161F86F48C}"/>
          </ac:spMkLst>
        </pc:spChg>
        <pc:spChg chg="add del mod">
          <ac:chgData name="Eduardo Lucas" userId="2c32288683b74354" providerId="LiveId" clId="{9C8ECB29-97C0-403F-8266-0F9E62B6E178}" dt="2023-03-28T19:36:31.596" v="1862" actId="478"/>
          <ac:spMkLst>
            <pc:docMk/>
            <pc:sldMk cId="4116918669" sldId="281"/>
            <ac:spMk id="10" creationId="{7A3CFAAA-5493-21B9-257F-EBE446E54559}"/>
          </ac:spMkLst>
        </pc:spChg>
        <pc:spChg chg="add del mod">
          <ac:chgData name="Eduardo Lucas" userId="2c32288683b74354" providerId="LiveId" clId="{9C8ECB29-97C0-403F-8266-0F9E62B6E178}" dt="2023-03-28T19:36:30.902" v="1861" actId="478"/>
          <ac:spMkLst>
            <pc:docMk/>
            <pc:sldMk cId="4116918669" sldId="281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6:47.699" v="1499" actId="6549"/>
        <pc:sldMkLst>
          <pc:docMk/>
          <pc:sldMk cId="460464943" sldId="282"/>
        </pc:sldMkLst>
        <pc:spChg chg="mod">
          <ac:chgData name="Eduardo Lucas" userId="2c32288683b74354" providerId="LiveId" clId="{9C8ECB29-97C0-403F-8266-0F9E62B6E178}" dt="2023-03-28T19:16:47.699" v="1499" actId="6549"/>
          <ac:spMkLst>
            <pc:docMk/>
            <pc:sldMk cId="460464943" sldId="28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6:32.450" v="1496" actId="20577"/>
          <ac:spMkLst>
            <pc:docMk/>
            <pc:sldMk cId="460464943" sldId="282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8:18.315" v="1528" actId="6549"/>
        <pc:sldMkLst>
          <pc:docMk/>
          <pc:sldMk cId="1218619394" sldId="283"/>
        </pc:sldMkLst>
        <pc:spChg chg="mod">
          <ac:chgData name="Eduardo Lucas" userId="2c32288683b74354" providerId="LiveId" clId="{9C8ECB29-97C0-403F-8266-0F9E62B6E178}" dt="2023-03-28T19:18:18.315" v="1528" actId="6549"/>
          <ac:spMkLst>
            <pc:docMk/>
            <pc:sldMk cId="1218619394" sldId="28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7:49.480" v="1523" actId="2711"/>
          <ac:spMkLst>
            <pc:docMk/>
            <pc:sldMk cId="1218619394" sldId="283"/>
            <ac:spMk id="10" creationId="{7A3CFAAA-5493-21B9-257F-EBE446E54559}"/>
          </ac:spMkLst>
        </pc:spChg>
        <pc:spChg chg="mod">
          <ac:chgData name="Eduardo Lucas" userId="2c32288683b74354" providerId="LiveId" clId="{9C8ECB29-97C0-403F-8266-0F9E62B6E178}" dt="2023-03-28T19:17:58.628" v="1525" actId="255"/>
          <ac:spMkLst>
            <pc:docMk/>
            <pc:sldMk cId="1218619394" sldId="28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1:10.338" v="1567" actId="6549"/>
        <pc:sldMkLst>
          <pc:docMk/>
          <pc:sldMk cId="4286895945" sldId="284"/>
        </pc:sldMkLst>
        <pc:spChg chg="mod">
          <ac:chgData name="Eduardo Lucas" userId="2c32288683b74354" providerId="LiveId" clId="{9C8ECB29-97C0-403F-8266-0F9E62B6E178}" dt="2023-03-28T19:19:08.913" v="1531" actId="20577"/>
          <ac:spMkLst>
            <pc:docMk/>
            <pc:sldMk cId="4286895945" sldId="284"/>
            <ac:spMk id="8" creationId="{1883C352-33D6-BFA4-D46B-4B0AE270AE5C}"/>
          </ac:spMkLst>
        </pc:spChg>
        <pc:spChg chg="mod">
          <ac:chgData name="Eduardo Lucas" userId="2c32288683b74354" providerId="LiveId" clId="{9C8ECB29-97C0-403F-8266-0F9E62B6E178}" dt="2023-03-28T19:21:10.338" v="1567" actId="6549"/>
          <ac:spMkLst>
            <pc:docMk/>
            <pc:sldMk cId="4286895945" sldId="28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0:19.291" v="1564" actId="113"/>
          <ac:spMkLst>
            <pc:docMk/>
            <pc:sldMk cId="4286895945" sldId="284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3:11.123" v="1623" actId="6549"/>
        <pc:sldMkLst>
          <pc:docMk/>
          <pc:sldMk cId="1515290486" sldId="285"/>
        </pc:sldMkLst>
        <pc:spChg chg="mod">
          <ac:chgData name="Eduardo Lucas" userId="2c32288683b74354" providerId="LiveId" clId="{9C8ECB29-97C0-403F-8266-0F9E62B6E178}" dt="2023-03-28T19:23:11.123" v="1623" actId="6549"/>
          <ac:spMkLst>
            <pc:docMk/>
            <pc:sldMk cId="1515290486" sldId="28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2:43.948" v="1620" actId="113"/>
          <ac:spMkLst>
            <pc:docMk/>
            <pc:sldMk cId="1515290486" sldId="285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5:32.260" v="1668" actId="20577"/>
        <pc:sldMkLst>
          <pc:docMk/>
          <pc:sldMk cId="92999037" sldId="286"/>
        </pc:sldMkLst>
        <pc:spChg chg="mod">
          <ac:chgData name="Eduardo Lucas" userId="2c32288683b74354" providerId="LiveId" clId="{9C8ECB29-97C0-403F-8266-0F9E62B6E178}" dt="2023-03-28T19:24:38.754" v="1662" actId="6549"/>
          <ac:spMkLst>
            <pc:docMk/>
            <pc:sldMk cId="92999037" sldId="286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5:32.260" v="1668" actId="20577"/>
          <ac:spMkLst>
            <pc:docMk/>
            <pc:sldMk cId="92999037" sldId="286"/>
            <ac:spMk id="11" creationId="{3D9DA35C-8872-A705-51C6-21E0C0FD8BB4}"/>
          </ac:spMkLst>
        </pc:spChg>
      </pc:sldChg>
      <pc:sldChg chg="addSp delSp modSp add mod">
        <pc:chgData name="Eduardo Lucas" userId="2c32288683b74354" providerId="LiveId" clId="{9C8ECB29-97C0-403F-8266-0F9E62B6E178}" dt="2023-03-28T19:26:56.318" v="1700" actId="6549"/>
        <pc:sldMkLst>
          <pc:docMk/>
          <pc:sldMk cId="2563533058" sldId="287"/>
        </pc:sldMkLst>
        <pc:spChg chg="add del mod">
          <ac:chgData name="Eduardo Lucas" userId="2c32288683b74354" providerId="LiveId" clId="{9C8ECB29-97C0-403F-8266-0F9E62B6E178}" dt="2023-03-28T19:26:56.318" v="1700" actId="6549"/>
          <ac:spMkLst>
            <pc:docMk/>
            <pc:sldMk cId="2563533058" sldId="287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6:18.911" v="1693" actId="113"/>
          <ac:spMkLst>
            <pc:docMk/>
            <pc:sldMk cId="2563533058" sldId="287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8:22.292" v="1739" actId="20577"/>
        <pc:sldMkLst>
          <pc:docMk/>
          <pc:sldMk cId="802307199" sldId="288"/>
        </pc:sldMkLst>
        <pc:spChg chg="mod">
          <ac:chgData name="Eduardo Lucas" userId="2c32288683b74354" providerId="LiveId" clId="{9C8ECB29-97C0-403F-8266-0F9E62B6E178}" dt="2023-03-28T19:28:22.292" v="1739" actId="20577"/>
          <ac:spMkLst>
            <pc:docMk/>
            <pc:sldMk cId="802307199" sldId="288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8:08.951" v="1735" actId="113"/>
          <ac:spMkLst>
            <pc:docMk/>
            <pc:sldMk cId="802307199" sldId="288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9:38.820" v="1784" actId="207"/>
        <pc:sldMkLst>
          <pc:docMk/>
          <pc:sldMk cId="1390208546" sldId="289"/>
        </pc:sldMkLst>
        <pc:spChg chg="mod">
          <ac:chgData name="Eduardo Lucas" userId="2c32288683b74354" providerId="LiveId" clId="{9C8ECB29-97C0-403F-8266-0F9E62B6E178}" dt="2023-03-28T19:29:38.820" v="1784" actId="207"/>
          <ac:spMkLst>
            <pc:docMk/>
            <pc:sldMk cId="1390208546" sldId="289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9:34.381" v="1783" actId="255"/>
          <ac:spMkLst>
            <pc:docMk/>
            <pc:sldMk cId="1390208546" sldId="289"/>
            <ac:spMk id="11" creationId="{3D9DA35C-8872-A705-51C6-21E0C0FD8BB4}"/>
          </ac:spMkLst>
        </pc:spChg>
      </pc:sldChg>
      <pc:sldChg chg="add">
        <pc:chgData name="Eduardo Lucas" userId="2c32288683b74354" providerId="LiveId" clId="{9C8ECB29-97C0-403F-8266-0F9E62B6E178}" dt="2023-03-28T19:32:18.516" v="1785" actId="2890"/>
        <pc:sldMkLst>
          <pc:docMk/>
          <pc:sldMk cId="2517394480" sldId="290"/>
        </pc:sldMkLst>
      </pc:sldChg>
      <pc:sldChg chg="modSp add mod">
        <pc:chgData name="Eduardo Lucas" userId="2c32288683b74354" providerId="LiveId" clId="{9C8ECB29-97C0-403F-8266-0F9E62B6E178}" dt="2023-03-28T19:39:24.266" v="1931" actId="6549"/>
        <pc:sldMkLst>
          <pc:docMk/>
          <pc:sldMk cId="2202899175" sldId="291"/>
        </pc:sldMkLst>
        <pc:spChg chg="mod">
          <ac:chgData name="Eduardo Lucas" userId="2c32288683b74354" providerId="LiveId" clId="{9C8ECB29-97C0-403F-8266-0F9E62B6E178}" dt="2023-03-28T19:37:23.645" v="1898" actId="1076"/>
          <ac:spMkLst>
            <pc:docMk/>
            <pc:sldMk cId="2202899175" sldId="291"/>
            <ac:spMk id="4" creationId="{9CF5F437-D3CB-0B01-D41D-30EAAF90D04D}"/>
          </ac:spMkLst>
        </pc:spChg>
        <pc:spChg chg="mod">
          <ac:chgData name="Eduardo Lucas" userId="2c32288683b74354" providerId="LiveId" clId="{9C8ECB29-97C0-403F-8266-0F9E62B6E178}" dt="2023-03-28T19:39:24.266" v="1931" actId="6549"/>
          <ac:spMkLst>
            <pc:docMk/>
            <pc:sldMk cId="2202899175" sldId="291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39:12.369" v="1928" actId="6549"/>
          <ac:spMkLst>
            <pc:docMk/>
            <pc:sldMk cId="2202899175" sldId="291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3.599" v="991" actId="47"/>
        <pc:sldMkLst>
          <pc:docMk/>
          <pc:sldMk cId="2837403444" sldId="291"/>
        </pc:sldMkLst>
        <pc:spChg chg="mod">
          <ac:chgData name="Eduardo Lucas" userId="2c32288683b74354" providerId="LiveId" clId="{9C8ECB29-97C0-403F-8266-0F9E62B6E178}" dt="2023-03-16T19:32:49.793" v="153" actId="207"/>
          <ac:spMkLst>
            <pc:docMk/>
            <pc:sldMk cId="2837403444" sldId="291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22.979" v="0" actId="6549"/>
          <ac:spMkLst>
            <pc:docMk/>
            <pc:sldMk cId="2837403444" sldId="291"/>
            <ac:spMk id="6" creationId="{F6DD6CB4-AA61-F2BB-A745-69A4DC455558}"/>
          </ac:spMkLst>
        </pc:spChg>
      </pc:sldChg>
      <pc:sldChg chg="modSp del mod">
        <pc:chgData name="Eduardo Lucas" userId="2c32288683b74354" providerId="LiveId" clId="{9C8ECB29-97C0-403F-8266-0F9E62B6E178}" dt="2023-03-28T18:15:05.092" v="992" actId="47"/>
        <pc:sldMkLst>
          <pc:docMk/>
          <pc:sldMk cId="625945542" sldId="292"/>
        </pc:sldMkLst>
        <pc:spChg chg="mod">
          <ac:chgData name="Eduardo Lucas" userId="2c32288683b74354" providerId="LiveId" clId="{9C8ECB29-97C0-403F-8266-0F9E62B6E178}" dt="2023-03-16T19:32:57.625" v="154" actId="207"/>
          <ac:spMkLst>
            <pc:docMk/>
            <pc:sldMk cId="625945542" sldId="292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0.155" v="1" actId="6549"/>
          <ac:spMkLst>
            <pc:docMk/>
            <pc:sldMk cId="625945542" sldId="292"/>
            <ac:spMk id="6" creationId="{08188670-3AE5-3EC5-791D-DDDF0639380A}"/>
          </ac:spMkLst>
        </pc:spChg>
      </pc:sldChg>
      <pc:sldChg chg="modSp add mod">
        <pc:chgData name="Eduardo Lucas" userId="2c32288683b74354" providerId="LiveId" clId="{9C8ECB29-97C0-403F-8266-0F9E62B6E178}" dt="2023-03-28T19:41:28.919" v="1984" actId="20577"/>
        <pc:sldMkLst>
          <pc:docMk/>
          <pc:sldMk cId="2815285750" sldId="292"/>
        </pc:sldMkLst>
        <pc:spChg chg="mod">
          <ac:chgData name="Eduardo Lucas" userId="2c32288683b74354" providerId="LiveId" clId="{9C8ECB29-97C0-403F-8266-0F9E62B6E178}" dt="2023-03-28T19:41:28.919" v="1984" actId="20577"/>
          <ac:spMkLst>
            <pc:docMk/>
            <pc:sldMk cId="2815285750" sldId="29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1:08.042" v="1946" actId="113"/>
          <ac:spMkLst>
            <pc:docMk/>
            <pc:sldMk cId="2815285750" sldId="292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374" v="993" actId="47"/>
        <pc:sldMkLst>
          <pc:docMk/>
          <pc:sldMk cId="2229417533" sldId="293"/>
        </pc:sldMkLst>
        <pc:spChg chg="mod">
          <ac:chgData name="Eduardo Lucas" userId="2c32288683b74354" providerId="LiveId" clId="{9C8ECB29-97C0-403F-8266-0F9E62B6E178}" dt="2023-03-16T19:33:03.373" v="155" actId="207"/>
          <ac:spMkLst>
            <pc:docMk/>
            <pc:sldMk cId="2229417533" sldId="293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5.507" v="2" actId="6549"/>
          <ac:spMkLst>
            <pc:docMk/>
            <pc:sldMk cId="2229417533" sldId="293"/>
            <ac:spMk id="6" creationId="{D077AA95-DAD1-1B58-91F3-EA33857071A8}"/>
          </ac:spMkLst>
        </pc:spChg>
      </pc:sldChg>
      <pc:sldChg chg="modSp add mod">
        <pc:chgData name="Eduardo Lucas" userId="2c32288683b74354" providerId="LiveId" clId="{9C8ECB29-97C0-403F-8266-0F9E62B6E178}" dt="2023-03-28T19:43:05.232" v="2006" actId="6549"/>
        <pc:sldMkLst>
          <pc:docMk/>
          <pc:sldMk cId="2766655319" sldId="293"/>
        </pc:sldMkLst>
        <pc:spChg chg="mod">
          <ac:chgData name="Eduardo Lucas" userId="2c32288683b74354" providerId="LiveId" clId="{9C8ECB29-97C0-403F-8266-0F9E62B6E178}" dt="2023-03-28T19:43:05.232" v="2006" actId="6549"/>
          <ac:spMkLst>
            <pc:docMk/>
            <pc:sldMk cId="2766655319" sldId="29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2:45.901" v="2003" actId="255"/>
          <ac:spMkLst>
            <pc:docMk/>
            <pc:sldMk cId="2766655319" sldId="29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44:52.997" v="2033" actId="207"/>
        <pc:sldMkLst>
          <pc:docMk/>
          <pc:sldMk cId="1084925176" sldId="294"/>
        </pc:sldMkLst>
        <pc:spChg chg="mod">
          <ac:chgData name="Eduardo Lucas" userId="2c32288683b74354" providerId="LiveId" clId="{9C8ECB29-97C0-403F-8266-0F9E62B6E178}" dt="2023-03-28T19:44:52.997" v="2033" actId="207"/>
          <ac:spMkLst>
            <pc:docMk/>
            <pc:sldMk cId="1084925176" sldId="29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4:35.086" v="2031" actId="20577"/>
          <ac:spMkLst>
            <pc:docMk/>
            <pc:sldMk cId="1084925176" sldId="294"/>
            <ac:spMk id="11" creationId="{3D9DA35C-8872-A705-51C6-21E0C0FD8BB4}"/>
          </ac:spMkLst>
        </pc:spChg>
      </pc:sldChg>
      <pc:sldChg chg="addSp delSp modSp del mod">
        <pc:chgData name="Eduardo Lucas" userId="2c32288683b74354" providerId="LiveId" clId="{9C8ECB29-97C0-403F-8266-0F9E62B6E178}" dt="2023-03-28T18:15:05.590" v="994" actId="47"/>
        <pc:sldMkLst>
          <pc:docMk/>
          <pc:sldMk cId="3810949471" sldId="294"/>
        </pc:sldMkLst>
        <pc:spChg chg="mod">
          <ac:chgData name="Eduardo Lucas" userId="2c32288683b74354" providerId="LiveId" clId="{9C8ECB29-97C0-403F-8266-0F9E62B6E178}" dt="2023-03-16T19:33:08.041" v="156" actId="207"/>
          <ac:spMkLst>
            <pc:docMk/>
            <pc:sldMk cId="3810949471" sldId="294"/>
            <ac:spMk id="3" creationId="{416F2013-1BAE-CD9A-65A9-74F2606DDCE6}"/>
          </ac:spMkLst>
        </pc:spChg>
        <pc:spChg chg="add del mod">
          <ac:chgData name="Eduardo Lucas" userId="2c32288683b74354" providerId="LiveId" clId="{9C8ECB29-97C0-403F-8266-0F9E62B6E178}" dt="2023-03-16T19:20:44.625" v="5" actId="6549"/>
          <ac:spMkLst>
            <pc:docMk/>
            <pc:sldMk cId="3810949471" sldId="294"/>
            <ac:spMk id="6" creationId="{06D65B0E-72B1-C58C-8975-AFADF780A777}"/>
          </ac:spMkLst>
        </pc:spChg>
      </pc:sldChg>
      <pc:sldChg chg="modSp del mod">
        <pc:chgData name="Eduardo Lucas" userId="2c32288683b74354" providerId="LiveId" clId="{9C8ECB29-97C0-403F-8266-0F9E62B6E178}" dt="2023-03-28T18:15:05.768" v="995" actId="47"/>
        <pc:sldMkLst>
          <pc:docMk/>
          <pc:sldMk cId="789733603" sldId="295"/>
        </pc:sldMkLst>
        <pc:spChg chg="mod">
          <ac:chgData name="Eduardo Lucas" userId="2c32288683b74354" providerId="LiveId" clId="{9C8ECB29-97C0-403F-8266-0F9E62B6E178}" dt="2023-03-16T19:33:13.333" v="157" actId="207"/>
          <ac:spMkLst>
            <pc:docMk/>
            <pc:sldMk cId="789733603" sldId="295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50.773" v="13" actId="20577"/>
          <ac:spMkLst>
            <pc:docMk/>
            <pc:sldMk cId="789733603" sldId="295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9C8ECB29-97C0-403F-8266-0F9E62B6E178}" dt="2023-03-28T19:49:25.967" v="2217" actId="20577"/>
        <pc:sldMkLst>
          <pc:docMk/>
          <pc:sldMk cId="3127333677" sldId="295"/>
        </pc:sldMkLst>
        <pc:spChg chg="mod">
          <ac:chgData name="Eduardo Lucas" userId="2c32288683b74354" providerId="LiveId" clId="{9C8ECB29-97C0-403F-8266-0F9E62B6E178}" dt="2023-03-28T19:45:52.240" v="2034" actId="207"/>
          <ac:spMkLst>
            <pc:docMk/>
            <pc:sldMk cId="3127333677" sldId="29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9:25.967" v="2217" actId="20577"/>
          <ac:spMkLst>
            <pc:docMk/>
            <pc:sldMk cId="3127333677" sldId="295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869" v="996" actId="47"/>
        <pc:sldMkLst>
          <pc:docMk/>
          <pc:sldMk cId="195980359" sldId="296"/>
        </pc:sldMkLst>
        <pc:spChg chg="mod">
          <ac:chgData name="Eduardo Lucas" userId="2c32288683b74354" providerId="LiveId" clId="{9C8ECB29-97C0-403F-8266-0F9E62B6E178}" dt="2023-03-16T19:33:17.785" v="158" actId="207"/>
          <ac:spMkLst>
            <pc:docMk/>
            <pc:sldMk cId="195980359" sldId="296"/>
            <ac:spMk id="3" creationId="{416F2013-1BAE-CD9A-65A9-74F2606DDCE6}"/>
          </ac:spMkLst>
        </pc:spChg>
      </pc:sldChg>
      <pc:sldChg chg="addSp delSp modSp add mod">
        <pc:chgData name="Eduardo Lucas" userId="2c32288683b74354" providerId="LiveId" clId="{9C8ECB29-97C0-403F-8266-0F9E62B6E178}" dt="2023-03-28T19:57:26.111" v="2348" actId="1076"/>
        <pc:sldMkLst>
          <pc:docMk/>
          <pc:sldMk cId="2550689628" sldId="296"/>
        </pc:sldMkLst>
        <pc:spChg chg="mod">
          <ac:chgData name="Eduardo Lucas" userId="2c32288683b74354" providerId="LiveId" clId="{9C8ECB29-97C0-403F-8266-0F9E62B6E178}" dt="2023-03-28T19:53:32.085" v="2318" actId="12"/>
          <ac:spMkLst>
            <pc:docMk/>
            <pc:sldMk cId="2550689628" sldId="296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4" creationId="{9CF5F437-D3CB-0B01-D41D-30EAAF90D04D}"/>
          </ac:spMkLst>
        </pc:spChg>
        <pc:spChg chg="add mod">
          <ac:chgData name="Eduardo Lucas" userId="2c32288683b74354" providerId="LiveId" clId="{9C8ECB29-97C0-403F-8266-0F9E62B6E178}" dt="2023-03-28T19:55:11.717" v="2327" actId="164"/>
          <ac:spMkLst>
            <pc:docMk/>
            <pc:sldMk cId="2550689628" sldId="296"/>
            <ac:spMk id="6" creationId="{5884BDDA-B856-DA42-6AF7-08D693DEA826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8" creationId="{1883C352-33D6-BFA4-D46B-4B0AE270AE5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9" creationId="{41941F91-D867-A305-A623-30161F86F48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0" creationId="{7A3CFAAA-5493-21B9-257F-EBE446E54559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1" creationId="{3D9DA35C-8872-A705-51C6-21E0C0FD8BB4}"/>
          </ac:spMkLst>
        </pc:spChg>
        <pc:grpChg chg="add del mod">
          <ac:chgData name="Eduardo Lucas" userId="2c32288683b74354" providerId="LiveId" clId="{9C8ECB29-97C0-403F-8266-0F9E62B6E178}" dt="2023-03-28T19:55:21.216" v="2331" actId="478"/>
          <ac:grpSpMkLst>
            <pc:docMk/>
            <pc:sldMk cId="2550689628" sldId="296"/>
            <ac:grpSpMk id="7" creationId="{5B8B730E-4B03-C473-B821-3D10293BD737}"/>
          </ac:grpSpMkLst>
        </pc:grpChg>
        <pc:picChg chg="add mod">
          <ac:chgData name="Eduardo Lucas" userId="2c32288683b74354" providerId="LiveId" clId="{9C8ECB29-97C0-403F-8266-0F9E62B6E178}" dt="2023-03-28T19:55:11.717" v="2327" actId="164"/>
          <ac:picMkLst>
            <pc:docMk/>
            <pc:sldMk cId="2550689628" sldId="296"/>
            <ac:picMk id="5" creationId="{D3DAD1E7-8B1D-F9FB-5A4C-6CBC2BD32335}"/>
          </ac:picMkLst>
        </pc:picChg>
        <pc:picChg chg="add mod">
          <ac:chgData name="Eduardo Lucas" userId="2c32288683b74354" providerId="LiveId" clId="{9C8ECB29-97C0-403F-8266-0F9E62B6E178}" dt="2023-03-28T19:56:23.507" v="2334" actId="1076"/>
          <ac:picMkLst>
            <pc:docMk/>
            <pc:sldMk cId="2550689628" sldId="296"/>
            <ac:picMk id="13" creationId="{5AE81841-30C1-75F0-8A2C-612BEE3DFF19}"/>
          </ac:picMkLst>
        </pc:picChg>
        <pc:picChg chg="add mod">
          <ac:chgData name="Eduardo Lucas" userId="2c32288683b74354" providerId="LiveId" clId="{9C8ECB29-97C0-403F-8266-0F9E62B6E178}" dt="2023-03-28T19:56:40.193" v="2339" actId="1076"/>
          <ac:picMkLst>
            <pc:docMk/>
            <pc:sldMk cId="2550689628" sldId="296"/>
            <ac:picMk id="15" creationId="{08CEFC83-2B5C-A577-57F6-A132418BD1C3}"/>
          </ac:picMkLst>
        </pc:picChg>
        <pc:picChg chg="add mod">
          <ac:chgData name="Eduardo Lucas" userId="2c32288683b74354" providerId="LiveId" clId="{9C8ECB29-97C0-403F-8266-0F9E62B6E178}" dt="2023-03-28T19:56:54.816" v="2342" actId="1076"/>
          <ac:picMkLst>
            <pc:docMk/>
            <pc:sldMk cId="2550689628" sldId="296"/>
            <ac:picMk id="17" creationId="{B2070D8D-7F88-88AB-903C-2D73E7C514BE}"/>
          </ac:picMkLst>
        </pc:picChg>
        <pc:picChg chg="add mod">
          <ac:chgData name="Eduardo Lucas" userId="2c32288683b74354" providerId="LiveId" clId="{9C8ECB29-97C0-403F-8266-0F9E62B6E178}" dt="2023-03-28T19:57:08.724" v="2345" actId="1076"/>
          <ac:picMkLst>
            <pc:docMk/>
            <pc:sldMk cId="2550689628" sldId="296"/>
            <ac:picMk id="19" creationId="{0DA9ABD0-147F-7FE0-E64F-21B5CD72D547}"/>
          </ac:picMkLst>
        </pc:picChg>
        <pc:picChg chg="add mod">
          <ac:chgData name="Eduardo Lucas" userId="2c32288683b74354" providerId="LiveId" clId="{9C8ECB29-97C0-403F-8266-0F9E62B6E178}" dt="2023-03-28T19:57:26.111" v="2348" actId="1076"/>
          <ac:picMkLst>
            <pc:docMk/>
            <pc:sldMk cId="2550689628" sldId="296"/>
            <ac:picMk id="21" creationId="{9AF15412-0509-8E3A-C88E-1BCDA91AB0D8}"/>
          </ac:picMkLst>
        </pc:picChg>
      </pc:sldChg>
      <pc:sldChg chg="addSp delSp modSp add mod">
        <pc:chgData name="Eduardo Lucas" userId="2c32288683b74354" providerId="LiveId" clId="{9C8ECB29-97C0-403F-8266-0F9E62B6E178}" dt="2023-03-28T19:58:13.882" v="2368" actId="1076"/>
        <pc:sldMkLst>
          <pc:docMk/>
          <pc:sldMk cId="1778458384" sldId="297"/>
        </pc:sldMkLst>
        <pc:spChg chg="mod">
          <ac:chgData name="Eduardo Lucas" userId="2c32288683b74354" providerId="LiveId" clId="{9C8ECB29-97C0-403F-8266-0F9E62B6E178}" dt="2023-03-28T19:57:49.851" v="2363" actId="20577"/>
          <ac:spMkLst>
            <pc:docMk/>
            <pc:sldMk cId="1778458384" sldId="297"/>
            <ac:spMk id="2" creationId="{71CA36E5-C16C-B323-9708-48E4D6D10865}"/>
          </ac:spMkLst>
        </pc:spChg>
        <pc:picChg chg="add mod">
          <ac:chgData name="Eduardo Lucas" userId="2c32288683b74354" providerId="LiveId" clId="{9C8ECB29-97C0-403F-8266-0F9E62B6E178}" dt="2023-03-28T19:58:13.882" v="2368" actId="1076"/>
          <ac:picMkLst>
            <pc:docMk/>
            <pc:sldMk cId="1778458384" sldId="297"/>
            <ac:picMk id="4" creationId="{76F989DF-DDDF-FC47-6C92-3BECC71D3196}"/>
          </ac:picMkLst>
        </pc:picChg>
        <pc:picChg chg="del">
          <ac:chgData name="Eduardo Lucas" userId="2c32288683b74354" providerId="LiveId" clId="{9C8ECB29-97C0-403F-8266-0F9E62B6E178}" dt="2023-03-28T19:57:45.022" v="2358" actId="478"/>
          <ac:picMkLst>
            <pc:docMk/>
            <pc:sldMk cId="1778458384" sldId="297"/>
            <ac:picMk id="13" creationId="{5AE81841-30C1-75F0-8A2C-612BEE3DFF19}"/>
          </ac:picMkLst>
        </pc:picChg>
        <pc:picChg chg="del">
          <ac:chgData name="Eduardo Lucas" userId="2c32288683b74354" providerId="LiveId" clId="{9C8ECB29-97C0-403F-8266-0F9E62B6E178}" dt="2023-03-28T19:57:47.722" v="2362" actId="478"/>
          <ac:picMkLst>
            <pc:docMk/>
            <pc:sldMk cId="1778458384" sldId="297"/>
            <ac:picMk id="15" creationId="{08CEFC83-2B5C-A577-57F6-A132418BD1C3}"/>
          </ac:picMkLst>
        </pc:picChg>
        <pc:picChg chg="del">
          <ac:chgData name="Eduardo Lucas" userId="2c32288683b74354" providerId="LiveId" clId="{9C8ECB29-97C0-403F-8266-0F9E62B6E178}" dt="2023-03-28T19:57:45.745" v="2359" actId="478"/>
          <ac:picMkLst>
            <pc:docMk/>
            <pc:sldMk cId="1778458384" sldId="297"/>
            <ac:picMk id="17" creationId="{B2070D8D-7F88-88AB-903C-2D73E7C514BE}"/>
          </ac:picMkLst>
        </pc:picChg>
        <pc:picChg chg="del">
          <ac:chgData name="Eduardo Lucas" userId="2c32288683b74354" providerId="LiveId" clId="{9C8ECB29-97C0-403F-8266-0F9E62B6E178}" dt="2023-03-28T19:57:47.106" v="2361" actId="478"/>
          <ac:picMkLst>
            <pc:docMk/>
            <pc:sldMk cId="1778458384" sldId="297"/>
            <ac:picMk id="19" creationId="{0DA9ABD0-147F-7FE0-E64F-21B5CD72D547}"/>
          </ac:picMkLst>
        </pc:picChg>
        <pc:picChg chg="del">
          <ac:chgData name="Eduardo Lucas" userId="2c32288683b74354" providerId="LiveId" clId="{9C8ECB29-97C0-403F-8266-0F9E62B6E178}" dt="2023-03-28T19:57:46.326" v="2360" actId="478"/>
          <ac:picMkLst>
            <pc:docMk/>
            <pc:sldMk cId="1778458384" sldId="297"/>
            <ac:picMk id="21" creationId="{9AF15412-0509-8E3A-C88E-1BCDA91AB0D8}"/>
          </ac:picMkLst>
        </pc:picChg>
      </pc:sldChg>
      <pc:sldChg chg="modSp add del mod">
        <pc:chgData name="Eduardo Lucas" userId="2c32288683b74354" providerId="LiveId" clId="{9C8ECB29-97C0-403F-8266-0F9E62B6E178}" dt="2023-03-28T18:15:06.045" v="997" actId="47"/>
        <pc:sldMkLst>
          <pc:docMk/>
          <pc:sldMk cId="3011106593" sldId="297"/>
        </pc:sldMkLst>
        <pc:spChg chg="mod">
          <ac:chgData name="Eduardo Lucas" userId="2c32288683b74354" providerId="LiveId" clId="{9C8ECB29-97C0-403F-8266-0F9E62B6E178}" dt="2023-03-16T19:33:21.936" v="159" actId="207"/>
          <ac:spMkLst>
            <pc:docMk/>
            <pc:sldMk cId="3011106593" sldId="297"/>
            <ac:spMk id="3" creationId="{416F2013-1BAE-CD9A-65A9-74F2606DDCE6}"/>
          </ac:spMkLst>
        </pc:spChg>
      </pc:sldChg>
      <pc:sldChg chg="addSp delSp modSp add del mod">
        <pc:chgData name="Eduardo Lucas" userId="2c32288683b74354" providerId="LiveId" clId="{9C8ECB29-97C0-403F-8266-0F9E62B6E178}" dt="2023-03-28T18:15:06.315" v="998" actId="47"/>
        <pc:sldMkLst>
          <pc:docMk/>
          <pc:sldMk cId="2744864907" sldId="298"/>
        </pc:sldMkLst>
        <pc:spChg chg="mod">
          <ac:chgData name="Eduardo Lucas" userId="2c32288683b74354" providerId="LiveId" clId="{9C8ECB29-97C0-403F-8266-0F9E62B6E178}" dt="2023-03-16T19:28:51.857" v="31" actId="20577"/>
          <ac:spMkLst>
            <pc:docMk/>
            <pc:sldMk cId="2744864907" sldId="298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30:41.527" v="85" actId="20577"/>
          <ac:spMkLst>
            <pc:docMk/>
            <pc:sldMk cId="2744864907" sldId="298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5" creationId="{0758C619-9B57-F302-AD89-C6607FE3AA4D}"/>
          </ac:spMkLst>
        </pc:spChg>
        <pc:spChg chg="add mod">
          <ac:chgData name="Eduardo Lucas" userId="2c32288683b74354" providerId="LiveId" clId="{9C8ECB29-97C0-403F-8266-0F9E62B6E178}" dt="2023-03-16T19:34:45.327" v="234" actId="207"/>
          <ac:spMkLst>
            <pc:docMk/>
            <pc:sldMk cId="2744864907" sldId="298"/>
            <ac:spMk id="6" creationId="{45280D1A-F172-8160-1C18-175BE71FB0B2}"/>
          </ac:spMkLst>
        </pc:spChg>
        <pc:spChg chg="add mod">
          <ac:chgData name="Eduardo Lucas" userId="2c32288683b74354" providerId="LiveId" clId="{9C8ECB29-97C0-403F-8266-0F9E62B6E178}" dt="2023-03-16T19:33:35.509" v="164" actId="14100"/>
          <ac:spMkLst>
            <pc:docMk/>
            <pc:sldMk cId="2744864907" sldId="298"/>
            <ac:spMk id="7" creationId="{E52143B8-78F3-70DD-F613-460A82A5CCA0}"/>
          </ac:spMkLst>
        </pc:spChg>
        <pc:spChg chg="add mod">
          <ac:chgData name="Eduardo Lucas" userId="2c32288683b74354" providerId="LiveId" clId="{9C8ECB29-97C0-403F-8266-0F9E62B6E178}" dt="2023-03-16T19:34:24.488" v="183" actId="20577"/>
          <ac:spMkLst>
            <pc:docMk/>
            <pc:sldMk cId="2744864907" sldId="298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020" v="1003" actId="47"/>
        <pc:sldMkLst>
          <pc:docMk/>
          <pc:sldMk cId="780095215" sldId="299"/>
        </pc:sldMkLst>
        <pc:spChg chg="mod">
          <ac:chgData name="Eduardo Lucas" userId="2c32288683b74354" providerId="LiveId" clId="{9C8ECB29-97C0-403F-8266-0F9E62B6E178}" dt="2023-03-16T19:36:05.153" v="283" actId="207"/>
          <ac:spMkLst>
            <pc:docMk/>
            <pc:sldMk cId="780095215" sldId="299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5:42.850" v="250" actId="20577"/>
          <ac:spMkLst>
            <pc:docMk/>
            <pc:sldMk cId="780095215" sldId="299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224" v="1004" actId="47"/>
        <pc:sldMkLst>
          <pc:docMk/>
          <pc:sldMk cId="2469024178" sldId="300"/>
        </pc:sldMkLst>
        <pc:spChg chg="mod">
          <ac:chgData name="Eduardo Lucas" userId="2c32288683b74354" providerId="LiveId" clId="{9C8ECB29-97C0-403F-8266-0F9E62B6E178}" dt="2023-03-16T19:37:07.463" v="443" actId="207"/>
          <ac:spMkLst>
            <pc:docMk/>
            <pc:sldMk cId="2469024178" sldId="300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6:45.412" v="425" actId="113"/>
          <ac:spMkLst>
            <pc:docMk/>
            <pc:sldMk cId="2469024178" sldId="300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507" v="1005" actId="47"/>
        <pc:sldMkLst>
          <pc:docMk/>
          <pc:sldMk cId="1362882797" sldId="301"/>
        </pc:sldMkLst>
        <pc:spChg chg="mod">
          <ac:chgData name="Eduardo Lucas" userId="2c32288683b74354" providerId="LiveId" clId="{9C8ECB29-97C0-403F-8266-0F9E62B6E178}" dt="2023-03-16T19:37:20.543" v="444" actId="207"/>
          <ac:spMkLst>
            <pc:docMk/>
            <pc:sldMk cId="1362882797" sldId="301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8:04.179" v="574" actId="20577"/>
          <ac:spMkLst>
            <pc:docMk/>
            <pc:sldMk cId="1362882797" sldId="301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467" v="999" actId="47"/>
        <pc:sldMkLst>
          <pc:docMk/>
          <pc:sldMk cId="169977473" sldId="302"/>
        </pc:sldMkLst>
        <pc:spChg chg="mod">
          <ac:chgData name="Eduardo Lucas" userId="2c32288683b74354" providerId="LiveId" clId="{9C8ECB29-97C0-403F-8266-0F9E62B6E178}" dt="2023-03-16T19:42:45.326" v="590" actId="14"/>
          <ac:spMkLst>
            <pc:docMk/>
            <pc:sldMk cId="169977473" sldId="302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2:25.640" v="587" actId="113"/>
          <ac:spMkLst>
            <pc:docMk/>
            <pc:sldMk cId="169977473" sldId="302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565" v="1000" actId="47"/>
        <pc:sldMkLst>
          <pc:docMk/>
          <pc:sldMk cId="2885548168" sldId="303"/>
        </pc:sldMkLst>
        <pc:spChg chg="mod">
          <ac:chgData name="Eduardo Lucas" userId="2c32288683b74354" providerId="LiveId" clId="{9C8ECB29-97C0-403F-8266-0F9E62B6E178}" dt="2023-03-16T19:43:16.745" v="615" actId="207"/>
          <ac:spMkLst>
            <pc:docMk/>
            <pc:sldMk cId="2885548168" sldId="303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3:50.265" v="622" actId="113"/>
          <ac:spMkLst>
            <pc:docMk/>
            <pc:sldMk cId="2885548168" sldId="303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773" v="1001" actId="47"/>
        <pc:sldMkLst>
          <pc:docMk/>
          <pc:sldMk cId="3179473778" sldId="304"/>
        </pc:sldMkLst>
        <pc:spChg chg="mod">
          <ac:chgData name="Eduardo Lucas" userId="2c32288683b74354" providerId="LiveId" clId="{9C8ECB29-97C0-403F-8266-0F9E62B6E178}" dt="2023-03-16T19:44:53.425" v="635" actId="207"/>
          <ac:spMkLst>
            <pc:docMk/>
            <pc:sldMk cId="3179473778" sldId="304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4:36.906" v="630" actId="1076"/>
          <ac:spMkLst>
            <pc:docMk/>
            <pc:sldMk cId="3179473778" sldId="304"/>
            <ac:spMk id="7" creationId="{E52143B8-78F3-70DD-F613-460A82A5CCA0}"/>
          </ac:spMkLst>
        </pc:spChg>
        <pc:spChg chg="mod">
          <ac:chgData name="Eduardo Lucas" userId="2c32288683b74354" providerId="LiveId" clId="{9C8ECB29-97C0-403F-8266-0F9E62B6E178}" dt="2023-03-16T19:45:27.847" v="646" actId="113"/>
          <ac:spMkLst>
            <pc:docMk/>
            <pc:sldMk cId="3179473778" sldId="304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924" v="1002" actId="47"/>
        <pc:sldMkLst>
          <pc:docMk/>
          <pc:sldMk cId="1893396464" sldId="305"/>
        </pc:sldMkLst>
        <pc:spChg chg="mod">
          <ac:chgData name="Eduardo Lucas" userId="2c32288683b74354" providerId="LiveId" clId="{9C8ECB29-97C0-403F-8266-0F9E62B6E178}" dt="2023-03-16T19:46:13.199" v="651" actId="207"/>
          <ac:spMkLst>
            <pc:docMk/>
            <pc:sldMk cId="1893396464" sldId="305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7:02.140" v="662" actId="113"/>
          <ac:spMkLst>
            <pc:docMk/>
            <pc:sldMk cId="1893396464" sldId="305"/>
            <ac:spMk id="8" creationId="{9C5F46B3-E27F-AC20-2E3C-DC87680C6CD6}"/>
          </ac:spMkLst>
        </pc:spChg>
      </pc:sldChg>
      <pc:sldChg chg="delSp modSp add del mod">
        <pc:chgData name="Eduardo Lucas" userId="2c32288683b74354" providerId="LiveId" clId="{9C8ECB29-97C0-403F-8266-0F9E62B6E178}" dt="2023-03-28T18:15:08.311" v="1006" actId="47"/>
        <pc:sldMkLst>
          <pc:docMk/>
          <pc:sldMk cId="327651134" sldId="306"/>
        </pc:sldMkLst>
        <pc:spChg chg="mod">
          <ac:chgData name="Eduardo Lucas" userId="2c32288683b74354" providerId="LiveId" clId="{9C8ECB29-97C0-403F-8266-0F9E62B6E178}" dt="2023-03-16T19:47:54.024" v="696" actId="20577"/>
          <ac:spMkLst>
            <pc:docMk/>
            <pc:sldMk cId="327651134" sldId="306"/>
            <ac:spMk id="2" creationId="{71CA36E5-C16C-B323-9708-48E4D6D10865}"/>
          </ac:spMkLst>
        </pc:spChg>
        <pc:spChg chg="mod">
          <ac:chgData name="Eduardo Lucas" userId="2c32288683b74354" providerId="LiveId" clId="{9C8ECB29-97C0-403F-8266-0F9E62B6E178}" dt="2023-03-16T19:49:47.377" v="969" actId="20577"/>
          <ac:spMkLst>
            <pc:docMk/>
            <pc:sldMk cId="327651134" sldId="306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48:03.230" v="699" actId="478"/>
          <ac:spMkLst>
            <pc:docMk/>
            <pc:sldMk cId="327651134" sldId="306"/>
            <ac:spMk id="6" creationId="{45280D1A-F172-8160-1C18-175BE71FB0B2}"/>
          </ac:spMkLst>
        </pc:spChg>
        <pc:spChg chg="del">
          <ac:chgData name="Eduardo Lucas" userId="2c32288683b74354" providerId="LiveId" clId="{9C8ECB29-97C0-403F-8266-0F9E62B6E178}" dt="2023-03-16T19:47:56.445" v="697" actId="478"/>
          <ac:spMkLst>
            <pc:docMk/>
            <pc:sldMk cId="327651134" sldId="306"/>
            <ac:spMk id="7" creationId="{E52143B8-78F3-70DD-F613-460A82A5CCA0}"/>
          </ac:spMkLst>
        </pc:spChg>
        <pc:spChg chg="del">
          <ac:chgData name="Eduardo Lucas" userId="2c32288683b74354" providerId="LiveId" clId="{9C8ECB29-97C0-403F-8266-0F9E62B6E178}" dt="2023-03-16T19:47:59.986" v="698" actId="478"/>
          <ac:spMkLst>
            <pc:docMk/>
            <pc:sldMk cId="327651134" sldId="306"/>
            <ac:spMk id="8" creationId="{9C5F46B3-E27F-AC20-2E3C-DC87680C6CD6}"/>
          </ac:spMkLst>
        </pc:spChg>
      </pc:sldChg>
      <pc:sldMasterChg chg="modSldLayout">
        <pc:chgData name="Eduardo Lucas" userId="2c32288683b74354" providerId="LiveId" clId="{9C8ECB29-97C0-403F-8266-0F9E62B6E178}" dt="2023-03-28T18:17:10.439" v="1036" actId="1038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9C8ECB29-97C0-403F-8266-0F9E62B6E178}" dt="2023-03-28T18:17:10.439" v="1036" actId="1038"/>
          <pc:sldLayoutMkLst>
            <pc:docMk/>
            <pc:sldMasterMk cId="3869511821" sldId="2147483648"/>
            <pc:sldLayoutMk cId="937266074" sldId="2147483649"/>
          </pc:sldLayoutMkLst>
          <pc:picChg chg="del">
            <ac:chgData name="Eduardo Lucas" userId="2c32288683b74354" providerId="LiveId" clId="{9C8ECB29-97C0-403F-8266-0F9E62B6E178}" dt="2023-03-28T18:15:24.036" v="1007" actId="478"/>
            <ac:picMkLst>
              <pc:docMk/>
              <pc:sldMasterMk cId="3869511821" sldId="2147483648"/>
              <pc:sldLayoutMk cId="937266074" sldId="2147483649"/>
              <ac:picMk id="7" creationId="{77E4BCEE-9C71-826A-9FB6-0DCCECAB3E92}"/>
            </ac:picMkLst>
          </pc:picChg>
          <pc:picChg chg="add mod modCrop">
            <ac:chgData name="Eduardo Lucas" userId="2c32288683b74354" providerId="LiveId" clId="{9C8ECB29-97C0-403F-8266-0F9E62B6E178}" dt="2023-03-28T18:17:10.439" v="1036" actId="103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</pc:sldLayoutChg>
      </pc:sldMasterChg>
    </pc:docChg>
  </pc:docChgLst>
  <pc:docChgLst>
    <pc:chgData name="Eduardo Lucas" userId="2c32288683b74354" providerId="LiveId" clId="{B4D07AFD-002A-4956-90D7-7581EE6FC581}"/>
    <pc:docChg chg="undo custSel addSld delSld modSld sldOrd modMainMaster">
      <pc:chgData name="Eduardo Lucas" userId="2c32288683b74354" providerId="LiveId" clId="{B4D07AFD-002A-4956-90D7-7581EE6FC581}" dt="2023-02-15T19:16:00.139" v="1021" actId="5793"/>
      <pc:docMkLst>
        <pc:docMk/>
      </pc:docMkLst>
      <pc:sldChg chg="delSp modSp mod setBg">
        <pc:chgData name="Eduardo Lucas" userId="2c32288683b74354" providerId="LiveId" clId="{B4D07AFD-002A-4956-90D7-7581EE6FC581}" dt="2023-02-15T19:06:14.683" v="185"/>
        <pc:sldMkLst>
          <pc:docMk/>
          <pc:sldMk cId="1674236269" sldId="262"/>
        </pc:sldMkLst>
        <pc:spChg chg="mod">
          <ac:chgData name="Eduardo Lucas" userId="2c32288683b74354" providerId="LiveId" clId="{B4D07AFD-002A-4956-90D7-7581EE6FC581}" dt="2023-02-15T19:03:49.559" v="136" actId="1076"/>
          <ac:spMkLst>
            <pc:docMk/>
            <pc:sldMk cId="1674236269" sldId="262"/>
            <ac:spMk id="30" creationId="{24F627DB-9D59-2908-FD5C-DD7228021A27}"/>
          </ac:spMkLst>
        </pc:spChg>
        <pc:spChg chg="del">
          <ac:chgData name="Eduardo Lucas" userId="2c32288683b74354" providerId="LiveId" clId="{B4D07AFD-002A-4956-90D7-7581EE6FC581}" dt="2023-02-15T19:03:45.409" v="135" actId="478"/>
          <ac:spMkLst>
            <pc:docMk/>
            <pc:sldMk cId="1674236269" sldId="262"/>
            <ac:spMk id="32" creationId="{65D16D4A-91A8-3FE4-CA17-FC2E3CDAA8F6}"/>
          </ac:spMkLst>
        </pc:spChg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2743134754" sldId="263"/>
        </pc:sldMkLst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1663007374" sldId="264"/>
        </pc:sldMkLst>
      </pc:sldChg>
      <pc:sldChg chg="addSp modSp mod setBg">
        <pc:chgData name="Eduardo Lucas" userId="2c32288683b74354" providerId="LiveId" clId="{B4D07AFD-002A-4956-90D7-7581EE6FC581}" dt="2023-02-15T19:14:01.127" v="889" actId="207"/>
        <pc:sldMkLst>
          <pc:docMk/>
          <pc:sldMk cId="958025528" sldId="266"/>
        </pc:sldMkLst>
        <pc:spChg chg="add mod">
          <ac:chgData name="Eduardo Lucas" userId="2c32288683b74354" providerId="LiveId" clId="{B4D07AFD-002A-4956-90D7-7581EE6FC581}" dt="2023-02-15T19:14:01.127" v="889" actId="207"/>
          <ac:spMkLst>
            <pc:docMk/>
            <pc:sldMk cId="958025528" sldId="266"/>
            <ac:spMk id="2" creationId="{48DFE88D-E680-41C0-C946-637D0F574BEF}"/>
          </ac:spMkLst>
        </pc:spChg>
        <pc:spChg chg="mod">
          <ac:chgData name="Eduardo Lucas" userId="2c32288683b74354" providerId="LiveId" clId="{B4D07AFD-002A-4956-90D7-7581EE6FC581}" dt="2023-02-15T18:58:17.820" v="42" actId="20577"/>
          <ac:spMkLst>
            <pc:docMk/>
            <pc:sldMk cId="958025528" sldId="266"/>
            <ac:spMk id="4" creationId="{FC140873-4178-B439-537A-C7375290CC48}"/>
          </ac:spMkLst>
        </pc:spChg>
      </pc:sldChg>
      <pc:sldChg chg="ord setBg">
        <pc:chgData name="Eduardo Lucas" userId="2c32288683b74354" providerId="LiveId" clId="{B4D07AFD-002A-4956-90D7-7581EE6FC581}" dt="2023-02-15T19:07:22.815" v="197"/>
        <pc:sldMkLst>
          <pc:docMk/>
          <pc:sldMk cId="1875088248" sldId="267"/>
        </pc:sldMkLst>
      </pc:sldChg>
      <pc:sldChg chg="addSp delSp modSp del mod setBg">
        <pc:chgData name="Eduardo Lucas" userId="2c32288683b74354" providerId="LiveId" clId="{B4D07AFD-002A-4956-90D7-7581EE6FC581}" dt="2023-02-15T19:07:01.282" v="194" actId="47"/>
        <pc:sldMkLst>
          <pc:docMk/>
          <pc:sldMk cId="3634622159" sldId="268"/>
        </pc:sldMkLst>
        <pc:spChg chg="del">
          <ac:chgData name="Eduardo Lucas" userId="2c32288683b74354" providerId="LiveId" clId="{B4D07AFD-002A-4956-90D7-7581EE6FC581}" dt="2023-02-15T18:58:48.439" v="43" actId="478"/>
          <ac:spMkLst>
            <pc:docMk/>
            <pc:sldMk cId="3634622159" sldId="268"/>
            <ac:spMk id="2" creationId="{988CEADD-41A2-0307-CBEA-D604393EF049}"/>
          </ac:spMkLst>
        </pc:spChg>
        <pc:spChg chg="mo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8" creationId="{72F65A63-5FD0-B217-3EF5-5A15F9917043}"/>
          </ac:spMkLst>
        </pc:spChg>
        <pc:spChg chg="add del">
          <ac:chgData name="Eduardo Lucas" userId="2c32288683b74354" providerId="LiveId" clId="{B4D07AFD-002A-4956-90D7-7581EE6FC581}" dt="2023-02-15T19:02:20.549" v="131" actId="26606"/>
          <ac:spMkLst>
            <pc:docMk/>
            <pc:sldMk cId="3634622159" sldId="268"/>
            <ac:spMk id="13" creationId="{D12DDE76-C203-4047-9998-63900085B5E8}"/>
          </ac:spMkLst>
        </pc:spChg>
        <pc:spChg chg="add del">
          <ac:chgData name="Eduardo Lucas" userId="2c32288683b74354" providerId="LiveId" clId="{B4D07AFD-002A-4956-90D7-7581EE6FC581}" dt="2023-02-15T19:02:25.572" v="133" actId="26606"/>
          <ac:spMkLst>
            <pc:docMk/>
            <pc:sldMk cId="3634622159" sldId="268"/>
            <ac:spMk id="15" creationId="{D4771268-CB57-404A-9271-370EB28F6090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7" creationId="{6753252F-4873-4F63-801D-CC719279A7D5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8" creationId="{047C8CCB-F95D-4249-92DD-651249D3535A}"/>
          </ac:spMkLst>
        </pc:spChg>
        <pc:picChg chg="add mod">
          <ac:chgData name="Eduardo Lucas" userId="2c32288683b74354" providerId="LiveId" clId="{B4D07AFD-002A-4956-90D7-7581EE6FC581}" dt="2023-02-15T19:02:25.580" v="134" actId="26606"/>
          <ac:picMkLst>
            <pc:docMk/>
            <pc:sldMk cId="3634622159" sldId="268"/>
            <ac:picMk id="4" creationId="{1FFB2E0B-57E7-20A8-77E1-05BCAA7FA866}"/>
          </ac:picMkLst>
        </pc:picChg>
      </pc:sldChg>
      <pc:sldChg chg="ord setBg">
        <pc:chgData name="Eduardo Lucas" userId="2c32288683b74354" providerId="LiveId" clId="{B4D07AFD-002A-4956-90D7-7581EE6FC581}" dt="2023-02-15T19:14:10.373" v="891"/>
        <pc:sldMkLst>
          <pc:docMk/>
          <pc:sldMk cId="2026832597" sldId="269"/>
        </pc:sldMkLst>
      </pc:sldChg>
      <pc:sldChg chg="delSp modSp add del mod ord setBg">
        <pc:chgData name="Eduardo Lucas" userId="2c32288683b74354" providerId="LiveId" clId="{B4D07AFD-002A-4956-90D7-7581EE6FC581}" dt="2023-02-15T19:07:00.549" v="193" actId="47"/>
        <pc:sldMkLst>
          <pc:docMk/>
          <pc:sldMk cId="2204272440" sldId="270"/>
        </pc:sldMkLst>
        <pc:spChg chg="mod">
          <ac:chgData name="Eduardo Lucas" userId="2c32288683b74354" providerId="LiveId" clId="{B4D07AFD-002A-4956-90D7-7581EE6FC581}" dt="2023-02-15T19:05:03.661" v="180" actId="27636"/>
          <ac:spMkLst>
            <pc:docMk/>
            <pc:sldMk cId="2204272440" sldId="270"/>
            <ac:spMk id="8" creationId="{72F65A63-5FD0-B217-3EF5-5A15F9917043}"/>
          </ac:spMkLst>
        </pc:spChg>
        <pc:picChg chg="del">
          <ac:chgData name="Eduardo Lucas" userId="2c32288683b74354" providerId="LiveId" clId="{B4D07AFD-002A-4956-90D7-7581EE6FC581}" dt="2023-02-15T19:06:53.605" v="190" actId="21"/>
          <ac:picMkLst>
            <pc:docMk/>
            <pc:sldMk cId="2204272440" sldId="270"/>
            <ac:picMk id="4" creationId="{1FFB2E0B-57E7-20A8-77E1-05BCAA7FA866}"/>
          </ac:picMkLst>
        </pc:picChg>
      </pc:sldChg>
      <pc:sldChg chg="addSp delSp modSp add mod ord">
        <pc:chgData name="Eduardo Lucas" userId="2c32288683b74354" providerId="LiveId" clId="{B4D07AFD-002A-4956-90D7-7581EE6FC581}" dt="2023-02-15T19:16:00.139" v="1021" actId="5793"/>
        <pc:sldMkLst>
          <pc:docMk/>
          <pc:sldMk cId="3318804063" sldId="271"/>
        </pc:sldMkLst>
        <pc:spChg chg="del">
          <ac:chgData name="Eduardo Lucas" userId="2c32288683b74354" providerId="LiveId" clId="{B4D07AFD-002A-4956-90D7-7581EE6FC581}" dt="2023-02-15T19:06:57.064" v="191" actId="478"/>
          <ac:spMkLst>
            <pc:docMk/>
            <pc:sldMk cId="3318804063" sldId="271"/>
            <ac:spMk id="2" creationId="{988CEADD-41A2-0307-CBEA-D604393EF049}"/>
          </ac:spMkLst>
        </pc:spChg>
        <pc:spChg chg="add mod">
          <ac:chgData name="Eduardo Lucas" userId="2c32288683b74354" providerId="LiveId" clId="{B4D07AFD-002A-4956-90D7-7581EE6FC581}" dt="2023-02-15T19:16:00.139" v="1021" actId="5793"/>
          <ac:spMkLst>
            <pc:docMk/>
            <pc:sldMk cId="3318804063" sldId="271"/>
            <ac:spMk id="4" creationId="{0FEE5E21-AD6C-2D36-0AA2-323F12E8F3C3}"/>
          </ac:spMkLst>
        </pc:spChg>
        <pc:spChg chg="mod">
          <ac:chgData name="Eduardo Lucas" userId="2c32288683b74354" providerId="LiveId" clId="{B4D07AFD-002A-4956-90D7-7581EE6FC581}" dt="2023-02-15T19:14:41.704" v="898" actId="20577"/>
          <ac:spMkLst>
            <pc:docMk/>
            <pc:sldMk cId="3318804063" sldId="271"/>
            <ac:spMk id="8" creationId="{72F65A63-5FD0-B217-3EF5-5A15F9917043}"/>
          </ac:spMkLst>
        </pc:spChg>
        <pc:picChg chg="add mod">
          <ac:chgData name="Eduardo Lucas" userId="2c32288683b74354" providerId="LiveId" clId="{B4D07AFD-002A-4956-90D7-7581EE6FC581}" dt="2023-02-15T19:10:17.600" v="549" actId="1076"/>
          <ac:picMkLst>
            <pc:docMk/>
            <pc:sldMk cId="3318804063" sldId="271"/>
            <ac:picMk id="3" creationId="{E1BFB370-781A-6194-DD09-C52C216B0AE1}"/>
          </ac:picMkLst>
        </pc:picChg>
      </pc:sldChg>
      <pc:sldMasterChg chg="setBg modSldLayout">
        <pc:chgData name="Eduardo Lucas" userId="2c32288683b74354" providerId="LiveId" clId="{B4D07AFD-002A-4956-90D7-7581EE6FC581}" dt="2023-02-15T19:06:14.683" v="185"/>
        <pc:sldMasterMkLst>
          <pc:docMk/>
          <pc:sldMasterMk cId="3869511821" sldId="2147483648"/>
        </pc:sldMasterMkLst>
        <pc:sldLayoutChg chg="modSp 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937266074" sldId="2147483649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441576218" sldId="2147483650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06965253" sldId="2147483651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832137025" sldId="2147483652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073592598" sldId="2147483653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63791817" sldId="2147483654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796001952" sldId="2147483655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96309732" sldId="2147483656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173571330" sldId="2147483657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558188750" sldId="2147483658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48192461" sldId="2147483659"/>
          </pc:sldLayoutMkLst>
        </pc:sldLayoutChg>
      </pc:sldMasterChg>
    </pc:docChg>
  </pc:docChgLst>
  <pc:docChgLst>
    <pc:chgData name="Eduardo Lucas" userId="2c32288683b74354" providerId="LiveId" clId="{C04C1423-D3FD-4F6D-9B50-B4D68F2B16FA}"/>
    <pc:docChg chg="undo custSel addSld delSld modSld sldOrd">
      <pc:chgData name="Eduardo Lucas" userId="2c32288683b74354" providerId="LiveId" clId="{C04C1423-D3FD-4F6D-9B50-B4D68F2B16FA}" dt="2023-04-20T14:55:25.193" v="1733" actId="20577"/>
      <pc:docMkLst>
        <pc:docMk/>
      </pc:docMkLst>
      <pc:sldChg chg="modSp mod">
        <pc:chgData name="Eduardo Lucas" userId="2c32288683b74354" providerId="LiveId" clId="{C04C1423-D3FD-4F6D-9B50-B4D68F2B16FA}" dt="2023-04-20T14:14:10.333" v="884" actId="20577"/>
        <pc:sldMkLst>
          <pc:docMk/>
          <pc:sldMk cId="3611735909" sldId="264"/>
        </pc:sldMkLst>
        <pc:spChg chg="mod">
          <ac:chgData name="Eduardo Lucas" userId="2c32288683b74354" providerId="LiveId" clId="{C04C1423-D3FD-4F6D-9B50-B4D68F2B16FA}" dt="2023-04-20T14:14:10.333" v="884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addSp modSp mod ord">
        <pc:chgData name="Eduardo Lucas" userId="2c32288683b74354" providerId="LiveId" clId="{C04C1423-D3FD-4F6D-9B50-B4D68F2B16FA}" dt="2023-04-20T13:58:34.854" v="123" actId="20577"/>
        <pc:sldMkLst>
          <pc:docMk/>
          <pc:sldMk cId="67721199" sldId="277"/>
        </pc:sldMkLst>
        <pc:spChg chg="mod">
          <ac:chgData name="Eduardo Lucas" userId="2c32288683b74354" providerId="LiveId" clId="{C04C1423-D3FD-4F6D-9B50-B4D68F2B16FA}" dt="2023-04-20T13:58:34.854" v="123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6:36.054" v="117" actId="20577"/>
          <ac:spMkLst>
            <pc:docMk/>
            <pc:sldMk cId="67721199" sldId="277"/>
            <ac:spMk id="4" creationId="{9CF5F437-D3CB-0B01-D41D-30EAAF90D04D}"/>
          </ac:spMkLst>
        </pc:spChg>
        <pc:picChg chg="add mod">
          <ac:chgData name="Eduardo Lucas" userId="2c32288683b74354" providerId="LiveId" clId="{C04C1423-D3FD-4F6D-9B50-B4D68F2B16FA}" dt="2023-04-20T13:57:27.697" v="121" actId="1076"/>
          <ac:picMkLst>
            <pc:docMk/>
            <pc:sldMk cId="67721199" sldId="277"/>
            <ac:picMk id="5" creationId="{0204A424-DED7-3802-909F-755B17FD0BFC}"/>
          </ac:picMkLst>
        </pc:picChg>
      </pc:sldChg>
      <pc:sldChg chg="del">
        <pc:chgData name="Eduardo Lucas" userId="2c32288683b74354" providerId="LiveId" clId="{C04C1423-D3FD-4F6D-9B50-B4D68F2B16FA}" dt="2023-04-20T13:50:30.134" v="23" actId="47"/>
        <pc:sldMkLst>
          <pc:docMk/>
          <pc:sldMk cId="2827409084" sldId="278"/>
        </pc:sldMkLst>
      </pc:sldChg>
      <pc:sldChg chg="modSp add mod">
        <pc:chgData name="Eduardo Lucas" userId="2c32288683b74354" providerId="LiveId" clId="{C04C1423-D3FD-4F6D-9B50-B4D68F2B16FA}" dt="2023-04-20T13:55:11.381" v="88" actId="255"/>
        <pc:sldMkLst>
          <pc:docMk/>
          <pc:sldMk cId="3927147532" sldId="278"/>
        </pc:sldMkLst>
        <pc:spChg chg="mod">
          <ac:chgData name="Eduardo Lucas" userId="2c32288683b74354" providerId="LiveId" clId="{C04C1423-D3FD-4F6D-9B50-B4D68F2B16FA}" dt="2023-04-20T13:55:11.381" v="88" actId="255"/>
          <ac:spMkLst>
            <pc:docMk/>
            <pc:sldMk cId="3927147532" sldId="278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3:03.514" v="75" actId="20577"/>
          <ac:spMkLst>
            <pc:docMk/>
            <pc:sldMk cId="3927147532" sldId="278"/>
            <ac:spMk id="4" creationId="{9CF5F437-D3CB-0B01-D41D-30EAAF90D04D}"/>
          </ac:spMkLst>
        </pc:spChg>
      </pc:sldChg>
      <pc:sldChg chg="del">
        <pc:chgData name="Eduardo Lucas" userId="2c32288683b74354" providerId="LiveId" clId="{C04C1423-D3FD-4F6D-9B50-B4D68F2B16FA}" dt="2023-04-20T13:50:30.258" v="24" actId="47"/>
        <pc:sldMkLst>
          <pc:docMk/>
          <pc:sldMk cId="705570304" sldId="279"/>
        </pc:sldMkLst>
      </pc:sldChg>
      <pc:sldChg chg="addSp delSp modSp add mod">
        <pc:chgData name="Eduardo Lucas" userId="2c32288683b74354" providerId="LiveId" clId="{C04C1423-D3FD-4F6D-9B50-B4D68F2B16FA}" dt="2023-04-20T14:01:53.664" v="269" actId="207"/>
        <pc:sldMkLst>
          <pc:docMk/>
          <pc:sldMk cId="1933430571" sldId="279"/>
        </pc:sldMkLst>
        <pc:spChg chg="mod">
          <ac:chgData name="Eduardo Lucas" userId="2c32288683b74354" providerId="LiveId" clId="{C04C1423-D3FD-4F6D-9B50-B4D68F2B16FA}" dt="2023-04-20T13:59:10.188" v="146" actId="6549"/>
          <ac:spMkLst>
            <pc:docMk/>
            <pc:sldMk cId="1933430571" sldId="279"/>
            <ac:spMk id="2" creationId="{71CA36E5-C16C-B323-9708-48E4D6D10865}"/>
          </ac:spMkLst>
        </pc:spChg>
        <pc:spChg chg="add del mod">
          <ac:chgData name="Eduardo Lucas" userId="2c32288683b74354" providerId="LiveId" clId="{C04C1423-D3FD-4F6D-9B50-B4D68F2B16FA}" dt="2023-04-20T14:01:37.017" v="253" actId="478"/>
          <ac:spMkLst>
            <pc:docMk/>
            <pc:sldMk cId="1933430571" sldId="279"/>
            <ac:spMk id="3" creationId="{5CDC4E8E-7FFE-34F6-68C6-DDFE34D56F37}"/>
          </ac:spMkLst>
        </pc:spChg>
        <pc:spChg chg="mod">
          <ac:chgData name="Eduardo Lucas" userId="2c32288683b74354" providerId="LiveId" clId="{C04C1423-D3FD-4F6D-9B50-B4D68F2B16FA}" dt="2023-04-20T14:01:53.664" v="269" actId="207"/>
          <ac:spMkLst>
            <pc:docMk/>
            <pc:sldMk cId="1933430571" sldId="279"/>
            <ac:spMk id="4" creationId="{9CF5F437-D3CB-0B01-D41D-30EAAF90D04D}"/>
          </ac:spMkLst>
        </pc:spChg>
        <pc:picChg chg="mod">
          <ac:chgData name="Eduardo Lucas" userId="2c32288683b74354" providerId="LiveId" clId="{C04C1423-D3FD-4F6D-9B50-B4D68F2B16FA}" dt="2023-04-20T14:00:43.955" v="185" actId="1076"/>
          <ac:picMkLst>
            <pc:docMk/>
            <pc:sldMk cId="1933430571" sldId="279"/>
            <ac:picMk id="5" creationId="{0204A424-DED7-3802-909F-755B17FD0BFC}"/>
          </ac:picMkLst>
        </pc:picChg>
      </pc:sldChg>
      <pc:sldChg chg="addSp delSp modSp add mod">
        <pc:chgData name="Eduardo Lucas" userId="2c32288683b74354" providerId="LiveId" clId="{C04C1423-D3FD-4F6D-9B50-B4D68F2B16FA}" dt="2023-04-20T14:06:38.568" v="638"/>
        <pc:sldMkLst>
          <pc:docMk/>
          <pc:sldMk cId="279837259" sldId="280"/>
        </pc:sldMkLst>
        <pc:spChg chg="mod">
          <ac:chgData name="Eduardo Lucas" userId="2c32288683b74354" providerId="LiveId" clId="{C04C1423-D3FD-4F6D-9B50-B4D68F2B16FA}" dt="2023-04-20T14:06:29.088" v="636" actId="20577"/>
          <ac:spMkLst>
            <pc:docMk/>
            <pc:sldMk cId="279837259" sldId="280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2:08.754" v="270" actId="478"/>
          <ac:spMkLst>
            <pc:docMk/>
            <pc:sldMk cId="279837259" sldId="280"/>
            <ac:spMk id="4" creationId="{9CF5F437-D3CB-0B01-D41D-30EAAF90D04D}"/>
          </ac:spMkLst>
        </pc:spChg>
        <pc:spChg chg="add del mod">
          <ac:chgData name="Eduardo Lucas" userId="2c32288683b74354" providerId="LiveId" clId="{C04C1423-D3FD-4F6D-9B50-B4D68F2B16FA}" dt="2023-04-20T14:06:38.568" v="638"/>
          <ac:spMkLst>
            <pc:docMk/>
            <pc:sldMk cId="279837259" sldId="280"/>
            <ac:spMk id="6" creationId="{532214A9-8B07-9051-3B33-7E3A79694314}"/>
          </ac:spMkLst>
        </pc:spChg>
      </pc:sldChg>
      <pc:sldChg chg="del">
        <pc:chgData name="Eduardo Lucas" userId="2c32288683b74354" providerId="LiveId" clId="{C04C1423-D3FD-4F6D-9B50-B4D68F2B16FA}" dt="2023-04-20T13:50:30.428" v="25" actId="47"/>
        <pc:sldMkLst>
          <pc:docMk/>
          <pc:sldMk cId="2677052256" sldId="280"/>
        </pc:sldMkLst>
      </pc:sldChg>
      <pc:sldChg chg="del">
        <pc:chgData name="Eduardo Lucas" userId="2c32288683b74354" providerId="LiveId" clId="{C04C1423-D3FD-4F6D-9B50-B4D68F2B16FA}" dt="2023-04-20T13:50:30.703" v="27" actId="47"/>
        <pc:sldMkLst>
          <pc:docMk/>
          <pc:sldMk cId="24366844" sldId="281"/>
        </pc:sldMkLst>
      </pc:sldChg>
      <pc:sldChg chg="addSp modSp add mod">
        <pc:chgData name="Eduardo Lucas" userId="2c32288683b74354" providerId="LiveId" clId="{C04C1423-D3FD-4F6D-9B50-B4D68F2B16FA}" dt="2023-04-20T14:09:17.158" v="799" actId="207"/>
        <pc:sldMkLst>
          <pc:docMk/>
          <pc:sldMk cId="837597044" sldId="281"/>
        </pc:sldMkLst>
        <pc:spChg chg="add mod">
          <ac:chgData name="Eduardo Lucas" userId="2c32288683b74354" providerId="LiveId" clId="{C04C1423-D3FD-4F6D-9B50-B4D68F2B16FA}" dt="2023-04-20T14:07:59.197" v="642" actId="14100"/>
          <ac:spMkLst>
            <pc:docMk/>
            <pc:sldMk cId="837597044" sldId="281"/>
            <ac:spMk id="4" creationId="{F9F64803-085B-7BE5-BC7E-7DE0411CA413}"/>
          </ac:spMkLst>
        </pc:spChg>
        <pc:spChg chg="add mod">
          <ac:chgData name="Eduardo Lucas" userId="2c32288683b74354" providerId="LiveId" clId="{C04C1423-D3FD-4F6D-9B50-B4D68F2B16FA}" dt="2023-04-20T14:09:17.158" v="799" actId="207"/>
          <ac:spMkLst>
            <pc:docMk/>
            <pc:sldMk cId="837597044" sldId="281"/>
            <ac:spMk id="6" creationId="{3306BF37-9941-AF08-1C13-50D0DB8400C3}"/>
          </ac:spMkLst>
        </pc:spChg>
      </pc:sldChg>
      <pc:sldChg chg="addSp delSp modSp add mod">
        <pc:chgData name="Eduardo Lucas" userId="2c32288683b74354" providerId="LiveId" clId="{C04C1423-D3FD-4F6D-9B50-B4D68F2B16FA}" dt="2023-04-20T14:12:19.924" v="841" actId="22"/>
        <pc:sldMkLst>
          <pc:docMk/>
          <pc:sldMk cId="3589304681" sldId="282"/>
        </pc:sldMkLst>
        <pc:spChg chg="mod">
          <ac:chgData name="Eduardo Lucas" userId="2c32288683b74354" providerId="LiveId" clId="{C04C1423-D3FD-4F6D-9B50-B4D68F2B16FA}" dt="2023-04-20T14:09:38.613" v="821" actId="20577"/>
          <ac:spMkLst>
            <pc:docMk/>
            <pc:sldMk cId="3589304681" sldId="282"/>
            <ac:spMk id="2" creationId="{71CA36E5-C16C-B323-9708-48E4D6D10865}"/>
          </ac:spMkLst>
        </pc:spChg>
        <pc:spChg chg="del">
          <ac:chgData name="Eduardo Lucas" userId="2c32288683b74354" providerId="LiveId" clId="{C04C1423-D3FD-4F6D-9B50-B4D68F2B16FA}" dt="2023-04-20T14:09:46.072" v="823" actId="478"/>
          <ac:spMkLst>
            <pc:docMk/>
            <pc:sldMk cId="3589304681" sldId="282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4" creationId="{F9F64803-085B-7BE5-BC7E-7DE0411CA413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6" creationId="{3306BF37-9941-AF08-1C13-50D0DB8400C3}"/>
          </ac:spMkLst>
        </pc:spChg>
        <pc:picChg chg="del">
          <ac:chgData name="Eduardo Lucas" userId="2c32288683b74354" providerId="LiveId" clId="{C04C1423-D3FD-4F6D-9B50-B4D68F2B16FA}" dt="2023-04-20T14:09:47.970" v="824" actId="478"/>
          <ac:picMkLst>
            <pc:docMk/>
            <pc:sldMk cId="3589304681" sldId="282"/>
            <ac:picMk id="5" creationId="{0204A424-DED7-3802-909F-755B17FD0BFC}"/>
          </ac:picMkLst>
        </pc:picChg>
        <pc:picChg chg="add mod">
          <ac:chgData name="Eduardo Lucas" userId="2c32288683b74354" providerId="LiveId" clId="{C04C1423-D3FD-4F6D-9B50-B4D68F2B16FA}" dt="2023-04-20T14:11:28.546" v="839" actId="1076"/>
          <ac:picMkLst>
            <pc:docMk/>
            <pc:sldMk cId="3589304681" sldId="282"/>
            <ac:picMk id="8" creationId="{895BF780-9422-ED22-857B-DEC2A757898E}"/>
          </ac:picMkLst>
        </pc:picChg>
        <pc:picChg chg="add mod">
          <ac:chgData name="Eduardo Lucas" userId="2c32288683b74354" providerId="LiveId" clId="{C04C1423-D3FD-4F6D-9B50-B4D68F2B16FA}" dt="2023-04-20T14:11:14.669" v="834" actId="1076"/>
          <ac:picMkLst>
            <pc:docMk/>
            <pc:sldMk cId="3589304681" sldId="282"/>
            <ac:picMk id="10" creationId="{80544FB8-6596-4A3E-A2A2-3EF0F2A14864}"/>
          </ac:picMkLst>
        </pc:picChg>
        <pc:picChg chg="add mod">
          <ac:chgData name="Eduardo Lucas" userId="2c32288683b74354" providerId="LiveId" clId="{C04C1423-D3FD-4F6D-9B50-B4D68F2B16FA}" dt="2023-04-20T14:11:21.770" v="837" actId="1076"/>
          <ac:picMkLst>
            <pc:docMk/>
            <pc:sldMk cId="3589304681" sldId="282"/>
            <ac:picMk id="12" creationId="{8AC5FCDB-C820-F303-2CDB-E1953B71A947}"/>
          </ac:picMkLst>
        </pc:picChg>
        <pc:picChg chg="add del">
          <ac:chgData name="Eduardo Lucas" userId="2c32288683b74354" providerId="LiveId" clId="{C04C1423-D3FD-4F6D-9B50-B4D68F2B16FA}" dt="2023-04-20T14:12:19.924" v="841" actId="22"/>
          <ac:picMkLst>
            <pc:docMk/>
            <pc:sldMk cId="3589304681" sldId="282"/>
            <ac:picMk id="14" creationId="{31C305CE-97E6-BE45-B497-186354FB5DD3}"/>
          </ac:picMkLst>
        </pc:picChg>
      </pc:sldChg>
      <pc:sldChg chg="del">
        <pc:chgData name="Eduardo Lucas" userId="2c32288683b74354" providerId="LiveId" clId="{C04C1423-D3FD-4F6D-9B50-B4D68F2B16FA}" dt="2023-04-20T13:50:30.863" v="28" actId="47"/>
        <pc:sldMkLst>
          <pc:docMk/>
          <pc:sldMk cId="3770615147" sldId="282"/>
        </pc:sldMkLst>
      </pc:sldChg>
      <pc:sldChg chg="del">
        <pc:chgData name="Eduardo Lucas" userId="2c32288683b74354" providerId="LiveId" clId="{C04C1423-D3FD-4F6D-9B50-B4D68F2B16FA}" dt="2023-04-20T13:50:30.984" v="29" actId="47"/>
        <pc:sldMkLst>
          <pc:docMk/>
          <pc:sldMk cId="2402984834" sldId="283"/>
        </pc:sldMkLst>
      </pc:sldChg>
      <pc:sldChg chg="addSp delSp modSp add mod">
        <pc:chgData name="Eduardo Lucas" userId="2c32288683b74354" providerId="LiveId" clId="{C04C1423-D3FD-4F6D-9B50-B4D68F2B16FA}" dt="2023-04-20T14:23:22.159" v="1132" actId="2710"/>
        <pc:sldMkLst>
          <pc:docMk/>
          <pc:sldMk cId="2834263483" sldId="283"/>
        </pc:sldMkLst>
        <pc:spChg chg="mod">
          <ac:chgData name="Eduardo Lucas" userId="2c32288683b74354" providerId="LiveId" clId="{C04C1423-D3FD-4F6D-9B50-B4D68F2B16FA}" dt="2023-04-20T14:18:54.080" v="951" actId="20577"/>
          <ac:spMkLst>
            <pc:docMk/>
            <pc:sldMk cId="2834263483" sldId="283"/>
            <ac:spMk id="2" creationId="{71CA36E5-C16C-B323-9708-48E4D6D10865}"/>
          </ac:spMkLst>
        </pc:spChg>
        <pc:spChg chg="add mod">
          <ac:chgData name="Eduardo Lucas" userId="2c32288683b74354" providerId="LiveId" clId="{C04C1423-D3FD-4F6D-9B50-B4D68F2B16FA}" dt="2023-04-20T14:23:22.159" v="1132" actId="2710"/>
          <ac:spMkLst>
            <pc:docMk/>
            <pc:sldMk cId="2834263483" sldId="283"/>
            <ac:spMk id="3" creationId="{58017DA9-7237-8146-AC11-8B4783ED2446}"/>
          </ac:spMkLst>
        </pc:spChg>
        <pc:picChg chg="del">
          <ac:chgData name="Eduardo Lucas" userId="2c32288683b74354" providerId="LiveId" clId="{C04C1423-D3FD-4F6D-9B50-B4D68F2B16FA}" dt="2023-04-20T14:15:57.620" v="897" actId="478"/>
          <ac:picMkLst>
            <pc:docMk/>
            <pc:sldMk cId="2834263483" sldId="283"/>
            <ac:picMk id="8" creationId="{895BF780-9422-ED22-857B-DEC2A757898E}"/>
          </ac:picMkLst>
        </pc:picChg>
        <pc:picChg chg="del">
          <ac:chgData name="Eduardo Lucas" userId="2c32288683b74354" providerId="LiveId" clId="{C04C1423-D3FD-4F6D-9B50-B4D68F2B16FA}" dt="2023-04-20T14:15:53.168" v="895" actId="478"/>
          <ac:picMkLst>
            <pc:docMk/>
            <pc:sldMk cId="2834263483" sldId="283"/>
            <ac:picMk id="10" creationId="{80544FB8-6596-4A3E-A2A2-3EF0F2A14864}"/>
          </ac:picMkLst>
        </pc:picChg>
        <pc:picChg chg="del">
          <ac:chgData name="Eduardo Lucas" userId="2c32288683b74354" providerId="LiveId" clId="{C04C1423-D3FD-4F6D-9B50-B4D68F2B16FA}" dt="2023-04-20T14:15:55.564" v="896" actId="478"/>
          <ac:picMkLst>
            <pc:docMk/>
            <pc:sldMk cId="2834263483" sldId="283"/>
            <ac:picMk id="12" creationId="{8AC5FCDB-C820-F303-2CDB-E1953B71A947}"/>
          </ac:picMkLst>
        </pc:picChg>
      </pc:sldChg>
      <pc:sldChg chg="modSp add del mod">
        <pc:chgData name="Eduardo Lucas" userId="2c32288683b74354" providerId="LiveId" clId="{C04C1423-D3FD-4F6D-9B50-B4D68F2B16FA}" dt="2023-04-20T14:15:38.184" v="885" actId="47"/>
        <pc:sldMkLst>
          <pc:docMk/>
          <pc:sldMk cId="3204449822" sldId="283"/>
        </pc:sldMkLst>
        <pc:spChg chg="mod">
          <ac:chgData name="Eduardo Lucas" userId="2c32288683b74354" providerId="LiveId" clId="{C04C1423-D3FD-4F6D-9B50-B4D68F2B16FA}" dt="2023-04-20T14:13:06.867" v="883" actId="20577"/>
          <ac:spMkLst>
            <pc:docMk/>
            <pc:sldMk cId="3204449822" sldId="283"/>
            <ac:spMk id="2" creationId="{71CA36E5-C16C-B323-9708-48E4D6D10865}"/>
          </ac:spMkLst>
        </pc:spChg>
      </pc:sldChg>
      <pc:sldChg chg="addSp delSp modSp add del mod">
        <pc:chgData name="Eduardo Lucas" userId="2c32288683b74354" providerId="LiveId" clId="{C04C1423-D3FD-4F6D-9B50-B4D68F2B16FA}" dt="2023-04-20T14:32:04.170" v="1365" actId="47"/>
        <pc:sldMkLst>
          <pc:docMk/>
          <pc:sldMk cId="2505521301" sldId="284"/>
        </pc:sldMkLst>
        <pc:spChg chg="mod">
          <ac:chgData name="Eduardo Lucas" userId="2c32288683b74354" providerId="LiveId" clId="{C04C1423-D3FD-4F6D-9B50-B4D68F2B16FA}" dt="2023-04-20T14:24:10.615" v="1163" actId="20577"/>
          <ac:spMkLst>
            <pc:docMk/>
            <pc:sldMk cId="2505521301" sldId="284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25:12.970" v="1186" actId="113"/>
          <ac:spMkLst>
            <pc:docMk/>
            <pc:sldMk cId="2505521301" sldId="284"/>
            <ac:spMk id="3" creationId="{58017DA9-7237-8146-AC11-8B4783ED2446}"/>
          </ac:spMkLst>
        </pc:spChg>
        <pc:spChg chg="add del">
          <ac:chgData name="Eduardo Lucas" userId="2c32288683b74354" providerId="LiveId" clId="{C04C1423-D3FD-4F6D-9B50-B4D68F2B16FA}" dt="2023-04-20T14:30:08.528" v="1343" actId="22"/>
          <ac:spMkLst>
            <pc:docMk/>
            <pc:sldMk cId="2505521301" sldId="284"/>
            <ac:spMk id="6" creationId="{71221C6E-F70F-B97D-BE0B-764E328090A3}"/>
          </ac:spMkLst>
        </pc:spChg>
        <pc:graphicFrameChg chg="add mod modGraphic">
          <ac:chgData name="Eduardo Lucas" userId="2c32288683b74354" providerId="LiveId" clId="{C04C1423-D3FD-4F6D-9B50-B4D68F2B16FA}" dt="2023-04-20T14:29:44.986" v="1341" actId="113"/>
          <ac:graphicFrameMkLst>
            <pc:docMk/>
            <pc:sldMk cId="2505521301" sldId="284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323" v="31" actId="47"/>
        <pc:sldMkLst>
          <pc:docMk/>
          <pc:sldMk cId="3642479162" sldId="284"/>
        </pc:sldMkLst>
      </pc:sldChg>
      <pc:sldChg chg="addSp delSp modSp add mod">
        <pc:chgData name="Eduardo Lucas" userId="2c32288683b74354" providerId="LiveId" clId="{C04C1423-D3FD-4F6D-9B50-B4D68F2B16FA}" dt="2023-04-20T14:32:10.245" v="1366" actId="478"/>
        <pc:sldMkLst>
          <pc:docMk/>
          <pc:sldMk cId="2732670362" sldId="285"/>
        </pc:sldMkLst>
        <pc:spChg chg="add del mod">
          <ac:chgData name="Eduardo Lucas" userId="2c32288683b74354" providerId="LiveId" clId="{C04C1423-D3FD-4F6D-9B50-B4D68F2B16FA}" dt="2023-04-20T14:32:10.245" v="1366" actId="478"/>
          <ac:spMkLst>
            <pc:docMk/>
            <pc:sldMk cId="2732670362" sldId="285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1:07.951" v="1353" actId="20577"/>
          <ac:graphicFrameMkLst>
            <pc:docMk/>
            <pc:sldMk cId="2732670362" sldId="285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683" v="33" actId="47"/>
        <pc:sldMkLst>
          <pc:docMk/>
          <pc:sldMk cId="2754948761" sldId="285"/>
        </pc:sldMkLst>
      </pc:sldChg>
      <pc:sldChg chg="add del">
        <pc:chgData name="Eduardo Lucas" userId="2c32288683b74354" providerId="LiveId" clId="{C04C1423-D3FD-4F6D-9B50-B4D68F2B16FA}" dt="2023-04-20T14:31:50.355" v="1361" actId="47"/>
        <pc:sldMkLst>
          <pc:docMk/>
          <pc:sldMk cId="2231415087" sldId="286"/>
        </pc:sldMkLst>
      </pc:sldChg>
      <pc:sldChg chg="del">
        <pc:chgData name="Eduardo Lucas" userId="2c32288683b74354" providerId="LiveId" clId="{C04C1423-D3FD-4F6D-9B50-B4D68F2B16FA}" dt="2023-04-20T13:50:32.007" v="35" actId="47"/>
        <pc:sldMkLst>
          <pc:docMk/>
          <pc:sldMk cId="3048623428" sldId="286"/>
        </pc:sldMkLst>
      </pc:sldChg>
      <pc:sldChg chg="modSp add mod">
        <pc:chgData name="Eduardo Lucas" userId="2c32288683b74354" providerId="LiveId" clId="{C04C1423-D3FD-4F6D-9B50-B4D68F2B16FA}" dt="2023-04-20T14:32:32.793" v="1370" actId="207"/>
        <pc:sldMkLst>
          <pc:docMk/>
          <pc:sldMk cId="3399610284" sldId="286"/>
        </pc:sldMkLst>
        <pc:graphicFrameChg chg="modGraphic">
          <ac:chgData name="Eduardo Lucas" userId="2c32288683b74354" providerId="LiveId" clId="{C04C1423-D3FD-4F6D-9B50-B4D68F2B16FA}" dt="2023-04-20T14:32:32.793" v="1370" actId="207"/>
          <ac:graphicFrameMkLst>
            <pc:docMk/>
            <pc:sldMk cId="3399610284" sldId="286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2.313" v="37" actId="47"/>
        <pc:sldMkLst>
          <pc:docMk/>
          <pc:sldMk cId="1047664571" sldId="287"/>
        </pc:sldMkLst>
      </pc:sldChg>
      <pc:sldChg chg="addSp delSp modSp add mod ord">
        <pc:chgData name="Eduardo Lucas" userId="2c32288683b74354" providerId="LiveId" clId="{C04C1423-D3FD-4F6D-9B50-B4D68F2B16FA}" dt="2023-04-20T14:34:25.155" v="1393" actId="1035"/>
        <pc:sldMkLst>
          <pc:docMk/>
          <pc:sldMk cId="2046502115" sldId="287"/>
        </pc:sldMkLst>
        <pc:spChg chg="add del mod">
          <ac:chgData name="Eduardo Lucas" userId="2c32288683b74354" providerId="LiveId" clId="{C04C1423-D3FD-4F6D-9B50-B4D68F2B16FA}" dt="2023-04-20T14:33:54.935" v="1386" actId="478"/>
          <ac:spMkLst>
            <pc:docMk/>
            <pc:sldMk cId="2046502115" sldId="287"/>
            <ac:spMk id="5" creationId="{3270FD14-BFFD-8E9A-0D61-104C26CD5EED}"/>
          </ac:spMkLst>
        </pc:spChg>
        <pc:spChg chg="mod">
          <ac:chgData name="Eduardo Lucas" userId="2c32288683b74354" providerId="LiveId" clId="{C04C1423-D3FD-4F6D-9B50-B4D68F2B16FA}" dt="2023-04-20T14:34:25.155" v="1393" actId="1035"/>
          <ac:spMkLst>
            <pc:docMk/>
            <pc:sldMk cId="2046502115" sldId="287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3:43.510" v="1383" actId="207"/>
          <ac:graphicFrameMkLst>
            <pc:docMk/>
            <pc:sldMk cId="2046502115" sldId="287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2.617" v="1362" actId="47"/>
        <pc:sldMkLst>
          <pc:docMk/>
          <pc:sldMk cId="2376066811" sldId="287"/>
        </pc:sldMkLst>
      </pc:sldChg>
      <pc:sldChg chg="modSp add mod ord">
        <pc:chgData name="Eduardo Lucas" userId="2c32288683b74354" providerId="LiveId" clId="{C04C1423-D3FD-4F6D-9B50-B4D68F2B16FA}" dt="2023-04-20T14:35:46.907" v="1502" actId="113"/>
        <pc:sldMkLst>
          <pc:docMk/>
          <pc:sldMk cId="1058867137" sldId="288"/>
        </pc:sldMkLst>
        <pc:spChg chg="mod">
          <ac:chgData name="Eduardo Lucas" userId="2c32288683b74354" providerId="LiveId" clId="{C04C1423-D3FD-4F6D-9B50-B4D68F2B16FA}" dt="2023-04-20T14:35:46.907" v="1502" actId="113"/>
          <ac:spMkLst>
            <pc:docMk/>
            <pc:sldMk cId="1058867137" sldId="288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4:36.530" v="1394" actId="207"/>
          <ac:graphicFrameMkLst>
            <pc:docMk/>
            <pc:sldMk cId="1058867137" sldId="288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3.850" v="1363" actId="47"/>
        <pc:sldMkLst>
          <pc:docMk/>
          <pc:sldMk cId="1115402680" sldId="288"/>
        </pc:sldMkLst>
      </pc:sldChg>
      <pc:sldChg chg="del">
        <pc:chgData name="Eduardo Lucas" userId="2c32288683b74354" providerId="LiveId" clId="{C04C1423-D3FD-4F6D-9B50-B4D68F2B16FA}" dt="2023-04-20T13:50:33.068" v="39" actId="47"/>
        <pc:sldMkLst>
          <pc:docMk/>
          <pc:sldMk cId="3497790999" sldId="288"/>
        </pc:sldMkLst>
      </pc:sldChg>
      <pc:sldChg chg="del">
        <pc:chgData name="Eduardo Lucas" userId="2c32288683b74354" providerId="LiveId" clId="{C04C1423-D3FD-4F6D-9B50-B4D68F2B16FA}" dt="2023-04-20T13:50:33.564" v="40" actId="47"/>
        <pc:sldMkLst>
          <pc:docMk/>
          <pc:sldMk cId="2715732391" sldId="289"/>
        </pc:sldMkLst>
      </pc:sldChg>
      <pc:sldChg chg="modSp add mod">
        <pc:chgData name="Eduardo Lucas" userId="2c32288683b74354" providerId="LiveId" clId="{C04C1423-D3FD-4F6D-9B50-B4D68F2B16FA}" dt="2023-04-20T14:36:57.648" v="1510" actId="207"/>
        <pc:sldMkLst>
          <pc:docMk/>
          <pc:sldMk cId="4080364374" sldId="289"/>
        </pc:sldMkLst>
        <pc:spChg chg="mod">
          <ac:chgData name="Eduardo Lucas" userId="2c32288683b74354" providerId="LiveId" clId="{C04C1423-D3FD-4F6D-9B50-B4D68F2B16FA}" dt="2023-04-20T14:36:49.460" v="1509" actId="255"/>
          <ac:spMkLst>
            <pc:docMk/>
            <pc:sldMk cId="4080364374" sldId="289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6:57.648" v="1510" actId="207"/>
          <ac:graphicFrameMkLst>
            <pc:docMk/>
            <pc:sldMk cId="4080364374" sldId="289"/>
            <ac:graphicFrameMk id="4" creationId="{26D94490-5EB0-201B-52F8-B697CD44492F}"/>
          </ac:graphicFrameMkLst>
        </pc:graphicFrameChg>
      </pc:sldChg>
      <pc:sldChg chg="addSp delSp modSp add mod ord">
        <pc:chgData name="Eduardo Lucas" userId="2c32288683b74354" providerId="LiveId" clId="{C04C1423-D3FD-4F6D-9B50-B4D68F2B16FA}" dt="2023-04-20T14:53:12.069" v="1699" actId="20577"/>
        <pc:sldMkLst>
          <pc:docMk/>
          <pc:sldMk cId="858124112" sldId="290"/>
        </pc:sldMkLst>
        <pc:spChg chg="mod">
          <ac:chgData name="Eduardo Lucas" userId="2c32288683b74354" providerId="LiveId" clId="{C04C1423-D3FD-4F6D-9B50-B4D68F2B16FA}" dt="2023-04-20T14:42:56.975" v="1544" actId="20577"/>
          <ac:spMkLst>
            <pc:docMk/>
            <pc:sldMk cId="858124112" sldId="290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53:12.069" v="1699" actId="20577"/>
          <ac:spMkLst>
            <pc:docMk/>
            <pc:sldMk cId="858124112" sldId="290"/>
            <ac:spMk id="3" creationId="{58017DA9-7237-8146-AC11-8B4783ED2446}"/>
          </ac:spMkLst>
        </pc:spChg>
        <pc:spChg chg="add mod">
          <ac:chgData name="Eduardo Lucas" userId="2c32288683b74354" providerId="LiveId" clId="{C04C1423-D3FD-4F6D-9B50-B4D68F2B16FA}" dt="2023-04-20T14:45:00.246" v="1631" actId="1076"/>
          <ac:spMkLst>
            <pc:docMk/>
            <pc:sldMk cId="858124112" sldId="290"/>
            <ac:spMk id="5" creationId="{A4AC387F-3DD4-882C-056B-F9C00AB70928}"/>
          </ac:spMkLst>
        </pc:spChg>
        <pc:spChg chg="add mod">
          <ac:chgData name="Eduardo Lucas" userId="2c32288683b74354" providerId="LiveId" clId="{C04C1423-D3FD-4F6D-9B50-B4D68F2B16FA}" dt="2023-04-20T14:48:34.613" v="1650" actId="20577"/>
          <ac:spMkLst>
            <pc:docMk/>
            <pc:sldMk cId="858124112" sldId="290"/>
            <ac:spMk id="6" creationId="{7CB92DEC-A8C0-5A44-872F-16D9948F6FAA}"/>
          </ac:spMkLst>
        </pc:spChg>
        <pc:graphicFrameChg chg="del">
          <ac:chgData name="Eduardo Lucas" userId="2c32288683b74354" providerId="LiveId" clId="{C04C1423-D3FD-4F6D-9B50-B4D68F2B16FA}" dt="2023-04-20T14:42:11.716" v="1531" actId="478"/>
          <ac:graphicFrameMkLst>
            <pc:docMk/>
            <pc:sldMk cId="858124112" sldId="290"/>
            <ac:graphicFrameMk id="4" creationId="{26D94490-5EB0-201B-52F8-B697CD44492F}"/>
          </ac:graphicFrameMkLst>
        </pc:graphicFrameChg>
        <pc:picChg chg="add mod">
          <ac:chgData name="Eduardo Lucas" userId="2c32288683b74354" providerId="LiveId" clId="{C04C1423-D3FD-4F6D-9B50-B4D68F2B16FA}" dt="2023-04-20T14:49:35.636" v="1654" actId="1076"/>
          <ac:picMkLst>
            <pc:docMk/>
            <pc:sldMk cId="858124112" sldId="290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1.154" v="30" actId="47"/>
        <pc:sldMkLst>
          <pc:docMk/>
          <pc:sldMk cId="2908826188" sldId="290"/>
        </pc:sldMkLst>
      </pc:sldChg>
      <pc:sldChg chg="del">
        <pc:chgData name="Eduardo Lucas" userId="2c32288683b74354" providerId="LiveId" clId="{C04C1423-D3FD-4F6D-9B50-B4D68F2B16FA}" dt="2023-04-20T13:50:31.514" v="32" actId="47"/>
        <pc:sldMkLst>
          <pc:docMk/>
          <pc:sldMk cId="1949198225" sldId="291"/>
        </pc:sldMkLst>
      </pc:sldChg>
      <pc:sldChg chg="addSp delSp modSp add mod">
        <pc:chgData name="Eduardo Lucas" userId="2c32288683b74354" providerId="LiveId" clId="{C04C1423-D3FD-4F6D-9B50-B4D68F2B16FA}" dt="2023-04-20T14:53:16.750" v="1708" actId="20577"/>
        <pc:sldMkLst>
          <pc:docMk/>
          <pc:sldMk cId="2997845906" sldId="291"/>
        </pc:sldMkLst>
        <pc:spChg chg="mod">
          <ac:chgData name="Eduardo Lucas" userId="2c32288683b74354" providerId="LiveId" clId="{C04C1423-D3FD-4F6D-9B50-B4D68F2B16FA}" dt="2023-04-20T14:53:16.750" v="1708" actId="20577"/>
          <ac:spMkLst>
            <pc:docMk/>
            <pc:sldMk cId="2997845906" sldId="291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2:15.176" v="1662" actId="20577"/>
          <ac:spMkLst>
            <pc:docMk/>
            <pc:sldMk cId="2997845906" sldId="291"/>
            <ac:spMk id="6" creationId="{7CB92DEC-A8C0-5A44-872F-16D9948F6FAA}"/>
          </ac:spMkLst>
        </pc:spChg>
        <pc:picChg chg="add mod">
          <ac:chgData name="Eduardo Lucas" userId="2c32288683b74354" providerId="LiveId" clId="{C04C1423-D3FD-4F6D-9B50-B4D68F2B16FA}" dt="2023-04-20T14:52:42.815" v="1667" actId="1076"/>
          <ac:picMkLst>
            <pc:docMk/>
            <pc:sldMk cId="2997845906" sldId="291"/>
            <ac:picMk id="7" creationId="{A10C0584-0E78-E9C9-D4A6-0B770087476C}"/>
          </ac:picMkLst>
        </pc:picChg>
        <pc:picChg chg="del">
          <ac:chgData name="Eduardo Lucas" userId="2c32288683b74354" providerId="LiveId" clId="{C04C1423-D3FD-4F6D-9B50-B4D68F2B16FA}" dt="2023-04-20T14:52:12.336" v="1661" actId="478"/>
          <ac:picMkLst>
            <pc:docMk/>
            <pc:sldMk cId="2997845906" sldId="291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0.569" v="26" actId="47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C04C1423-D3FD-4F6D-9B50-B4D68F2B16FA}" dt="2023-04-20T14:55:25.193" v="1733" actId="20577"/>
        <pc:sldMkLst>
          <pc:docMk/>
          <pc:sldMk cId="3056278725" sldId="292"/>
        </pc:sldMkLst>
        <pc:spChg chg="mod">
          <ac:chgData name="Eduardo Lucas" userId="2c32288683b74354" providerId="LiveId" clId="{C04C1423-D3FD-4F6D-9B50-B4D68F2B16FA}" dt="2023-04-20T14:53:04.674" v="1671" actId="207"/>
          <ac:spMkLst>
            <pc:docMk/>
            <pc:sldMk cId="3056278725" sldId="292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5:25.193" v="1733" actId="20577"/>
          <ac:spMkLst>
            <pc:docMk/>
            <pc:sldMk cId="3056278725" sldId="292"/>
            <ac:spMk id="6" creationId="{7CB92DEC-A8C0-5A44-872F-16D9948F6FAA}"/>
          </ac:spMkLst>
        </pc:spChg>
        <pc:picChg chg="del">
          <ac:chgData name="Eduardo Lucas" userId="2c32288683b74354" providerId="LiveId" clId="{C04C1423-D3FD-4F6D-9B50-B4D68F2B16FA}" dt="2023-04-20T14:55:14.451" v="1728" actId="478"/>
          <ac:picMkLst>
            <pc:docMk/>
            <pc:sldMk cId="3056278725" sldId="292"/>
            <ac:picMk id="7" creationId="{A10C0584-0E78-E9C9-D4A6-0B770087476C}"/>
          </ac:picMkLst>
        </pc:picChg>
        <pc:picChg chg="add mod">
          <ac:chgData name="Eduardo Lucas" userId="2c32288683b74354" providerId="LiveId" clId="{C04C1423-D3FD-4F6D-9B50-B4D68F2B16FA}" dt="2023-04-20T14:55:22.268" v="1732" actId="1076"/>
          <ac:picMkLst>
            <pc:docMk/>
            <pc:sldMk cId="3056278725" sldId="292"/>
            <ac:picMk id="8" creationId="{75BE2FE0-49F2-868A-95FD-6CF97E895A72}"/>
          </ac:picMkLst>
        </pc:picChg>
      </pc:sldChg>
      <pc:sldChg chg="del">
        <pc:chgData name="Eduardo Lucas" userId="2c32288683b74354" providerId="LiveId" clId="{C04C1423-D3FD-4F6D-9B50-B4D68F2B16FA}" dt="2023-04-20T13:50:31.873" v="34" actId="47"/>
        <pc:sldMkLst>
          <pc:docMk/>
          <pc:sldMk cId="724609313" sldId="293"/>
        </pc:sldMkLst>
      </pc:sldChg>
      <pc:sldChg chg="del">
        <pc:chgData name="Eduardo Lucas" userId="2c32288683b74354" providerId="LiveId" clId="{C04C1423-D3FD-4F6D-9B50-B4D68F2B16FA}" dt="2023-04-20T13:50:32.164" v="36" actId="47"/>
        <pc:sldMkLst>
          <pc:docMk/>
          <pc:sldMk cId="1353033329" sldId="294"/>
        </pc:sldMkLst>
      </pc:sldChg>
      <pc:sldChg chg="del">
        <pc:chgData name="Eduardo Lucas" userId="2c32288683b74354" providerId="LiveId" clId="{C04C1423-D3FD-4F6D-9B50-B4D68F2B16FA}" dt="2023-04-20T13:50:32.543" v="38" actId="47"/>
        <pc:sldMkLst>
          <pc:docMk/>
          <pc:sldMk cId="143972065" sldId="295"/>
        </pc:sldMkLst>
      </pc:sldChg>
    </pc:docChg>
  </pc:docChgLst>
  <pc:docChgLst>
    <pc:chgData name="Eduardo Lucas" userId="c21d3465c4c8d455" providerId="LiveId" clId="{F28D0698-1128-4B52-AF1D-282A4DF8717C}"/>
    <pc:docChg chg="modSld sldOrd">
      <pc:chgData name="Eduardo Lucas" userId="c21d3465c4c8d455" providerId="LiveId" clId="{F28D0698-1128-4B52-AF1D-282A4DF8717C}" dt="2023-02-14T20:27:33.651" v="26"/>
      <pc:docMkLst>
        <pc:docMk/>
      </pc:docMkLst>
      <pc:sldChg chg="modSp mod">
        <pc:chgData name="Eduardo Lucas" userId="c21d3465c4c8d455" providerId="LiveId" clId="{F28D0698-1128-4B52-AF1D-282A4DF8717C}" dt="2023-02-14T20:20:40.538" v="24" actId="20577"/>
        <pc:sldMkLst>
          <pc:docMk/>
          <pc:sldMk cId="1674236269" sldId="262"/>
        </pc:sldMkLst>
        <pc:spChg chg="mod">
          <ac:chgData name="Eduardo Lucas" userId="c21d3465c4c8d455" providerId="LiveId" clId="{F28D0698-1128-4B52-AF1D-282A4DF8717C}" dt="2023-02-14T20:20:40.538" v="24" actId="20577"/>
          <ac:spMkLst>
            <pc:docMk/>
            <pc:sldMk cId="1674236269" sldId="262"/>
            <ac:spMk id="32" creationId="{65D16D4A-91A8-3FE4-CA17-FC2E3CDAA8F6}"/>
          </ac:spMkLst>
        </pc:spChg>
      </pc:sldChg>
      <pc:sldChg chg="ord">
        <pc:chgData name="Eduardo Lucas" userId="c21d3465c4c8d455" providerId="LiveId" clId="{F28D0698-1128-4B52-AF1D-282A4DF8717C}" dt="2023-02-14T20:27:33.651" v="26"/>
        <pc:sldMkLst>
          <pc:docMk/>
          <pc:sldMk cId="2026832597" sldId="269"/>
        </pc:sldMkLst>
      </pc:sldChg>
    </pc:docChg>
  </pc:docChgLst>
  <pc:docChgLst>
    <pc:chgData name="Eduardo Lucas" userId="2c32288683b74354" providerId="LiveId" clId="{0038818A-160C-445A-A962-95D19A87FB6C}"/>
    <pc:docChg chg="undo custSel addSld delSld modSld sldOrd">
      <pc:chgData name="Eduardo Lucas" userId="2c32288683b74354" providerId="LiveId" clId="{0038818A-160C-445A-A962-95D19A87FB6C}" dt="2023-04-20T19:23:56.504" v="1049" actId="20577"/>
      <pc:docMkLst>
        <pc:docMk/>
      </pc:docMkLst>
      <pc:sldChg chg="modSp mod">
        <pc:chgData name="Eduardo Lucas" userId="2c32288683b74354" providerId="LiveId" clId="{0038818A-160C-445A-A962-95D19A87FB6C}" dt="2023-04-20T17:50:44.310" v="38" actId="20577"/>
        <pc:sldMkLst>
          <pc:docMk/>
          <pc:sldMk cId="3611735909" sldId="264"/>
        </pc:sldMkLst>
        <pc:spChg chg="mod">
          <ac:chgData name="Eduardo Lucas" userId="2c32288683b74354" providerId="LiveId" clId="{0038818A-160C-445A-A962-95D19A87FB6C}" dt="2023-04-20T17:50:44.310" v="38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del">
        <pc:chgData name="Eduardo Lucas" userId="2c32288683b74354" providerId="LiveId" clId="{0038818A-160C-445A-A962-95D19A87FB6C}" dt="2023-04-20T17:50:27.776" v="0" actId="47"/>
        <pc:sldMkLst>
          <pc:docMk/>
          <pc:sldMk cId="67721199" sldId="277"/>
        </pc:sldMkLst>
      </pc:sldChg>
      <pc:sldChg chg="addSp modSp mod">
        <pc:chgData name="Eduardo Lucas" userId="2c32288683b74354" providerId="LiveId" clId="{0038818A-160C-445A-A962-95D19A87FB6C}" dt="2023-04-20T18:35:10.233" v="325" actId="6549"/>
        <pc:sldMkLst>
          <pc:docMk/>
          <pc:sldMk cId="3927147532" sldId="278"/>
        </pc:sldMkLst>
        <pc:spChg chg="mod">
          <ac:chgData name="Eduardo Lucas" userId="2c32288683b74354" providerId="LiveId" clId="{0038818A-160C-445A-A962-95D19A87FB6C}" dt="2023-04-20T18:29:45" v="254" actId="20577"/>
          <ac:spMkLst>
            <pc:docMk/>
            <pc:sldMk cId="3927147532" sldId="278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28:16.824" v="199" actId="20577"/>
          <ac:spMkLst>
            <pc:docMk/>
            <pc:sldMk cId="3927147532" sldId="278"/>
            <ac:spMk id="4" creationId="{9CF5F437-D3CB-0B01-D41D-30EAAF90D04D}"/>
          </ac:spMkLst>
        </pc:spChg>
        <pc:spChg chg="add mod">
          <ac:chgData name="Eduardo Lucas" userId="2c32288683b74354" providerId="LiveId" clId="{0038818A-160C-445A-A962-95D19A87FB6C}" dt="2023-04-20T18:35:10.233" v="325" actId="6549"/>
          <ac:spMkLst>
            <pc:docMk/>
            <pc:sldMk cId="3927147532" sldId="278"/>
            <ac:spMk id="5" creationId="{D3CA138D-7813-42F1-774C-A9B1C402331D}"/>
          </ac:spMkLst>
        </pc:spChg>
        <pc:spChg chg="add mod">
          <ac:chgData name="Eduardo Lucas" userId="2c32288683b74354" providerId="LiveId" clId="{0038818A-160C-445A-A962-95D19A87FB6C}" dt="2023-04-20T18:29:02.525" v="205" actId="14100"/>
          <ac:spMkLst>
            <pc:docMk/>
            <pc:sldMk cId="3927147532" sldId="278"/>
            <ac:spMk id="6" creationId="{CED443B7-58A0-C2C2-6062-C71C105260C2}"/>
          </ac:spMkLst>
        </pc:spChg>
        <pc:spChg chg="add mod">
          <ac:chgData name="Eduardo Lucas" userId="2c32288683b74354" providerId="LiveId" clId="{0038818A-160C-445A-A962-95D19A87FB6C}" dt="2023-04-20T18:30:40.443" v="267" actId="20577"/>
          <ac:spMkLst>
            <pc:docMk/>
            <pc:sldMk cId="3927147532" sldId="278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7.808" v="1" actId="47"/>
        <pc:sldMkLst>
          <pc:docMk/>
          <pc:sldMk cId="1933430571" sldId="279"/>
        </pc:sldMkLst>
      </pc:sldChg>
      <pc:sldChg chg="addSp delSp modSp add mod">
        <pc:chgData name="Eduardo Lucas" userId="2c32288683b74354" providerId="LiveId" clId="{0038818A-160C-445A-A962-95D19A87FB6C}" dt="2023-04-20T18:35:15.239" v="326" actId="6549"/>
        <pc:sldMkLst>
          <pc:docMk/>
          <pc:sldMk cId="3016953295" sldId="279"/>
        </pc:sldMkLst>
        <pc:spChg chg="add mod">
          <ac:chgData name="Eduardo Lucas" userId="2c32288683b74354" providerId="LiveId" clId="{0038818A-160C-445A-A962-95D19A87FB6C}" dt="2023-04-20T18:35:15.239" v="326" actId="6549"/>
          <ac:spMkLst>
            <pc:docMk/>
            <pc:sldMk cId="3016953295" sldId="279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8:31:00.172" v="270" actId="478"/>
          <ac:spMkLst>
            <pc:docMk/>
            <pc:sldMk cId="3016953295" sldId="279"/>
            <ac:spMk id="5" creationId="{D3CA138D-7813-42F1-774C-A9B1C402331D}"/>
          </ac:spMkLst>
        </pc:spChg>
        <pc:spChg chg="mod">
          <ac:chgData name="Eduardo Lucas" userId="2c32288683b74354" providerId="LiveId" clId="{0038818A-160C-445A-A962-95D19A87FB6C}" dt="2023-04-20T18:32:08.304" v="302" actId="20577"/>
          <ac:spMkLst>
            <pc:docMk/>
            <pc:sldMk cId="3016953295" sldId="279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7.950" v="2" actId="47"/>
        <pc:sldMkLst>
          <pc:docMk/>
          <pc:sldMk cId="279837259" sldId="280"/>
        </pc:sldMkLst>
      </pc:sldChg>
      <pc:sldChg chg="modSp add mod">
        <pc:chgData name="Eduardo Lucas" userId="2c32288683b74354" providerId="LiveId" clId="{0038818A-160C-445A-A962-95D19A87FB6C}" dt="2023-04-20T18:35:32.438" v="328" actId="123"/>
        <pc:sldMkLst>
          <pc:docMk/>
          <pc:sldMk cId="317613994" sldId="280"/>
        </pc:sldMkLst>
        <pc:spChg chg="mod">
          <ac:chgData name="Eduardo Lucas" userId="2c32288683b74354" providerId="LiveId" clId="{0038818A-160C-445A-A962-95D19A87FB6C}" dt="2023-04-20T18:35:19.666" v="327" actId="6549"/>
          <ac:spMkLst>
            <pc:docMk/>
            <pc:sldMk cId="317613994" sldId="280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5:32.438" v="328" actId="123"/>
          <ac:spMkLst>
            <pc:docMk/>
            <pc:sldMk cId="317613994" sldId="280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125" v="3" actId="47"/>
        <pc:sldMkLst>
          <pc:docMk/>
          <pc:sldMk cId="837597044" sldId="281"/>
        </pc:sldMkLst>
      </pc:sldChg>
      <pc:sldChg chg="modSp add mod">
        <pc:chgData name="Eduardo Lucas" userId="2c32288683b74354" providerId="LiveId" clId="{0038818A-160C-445A-A962-95D19A87FB6C}" dt="2023-04-20T18:35:38.974" v="329" actId="123"/>
        <pc:sldMkLst>
          <pc:docMk/>
          <pc:sldMk cId="4068003406" sldId="281"/>
        </pc:sldMkLst>
        <pc:spChg chg="mod">
          <ac:chgData name="Eduardo Lucas" userId="2c32288683b74354" providerId="LiveId" clId="{0038818A-160C-445A-A962-95D19A87FB6C}" dt="2023-04-20T18:35:00.143" v="324" actId="207"/>
          <ac:spMkLst>
            <pc:docMk/>
            <pc:sldMk cId="4068003406" sldId="281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5:38.974" v="329" actId="123"/>
          <ac:spMkLst>
            <pc:docMk/>
            <pc:sldMk cId="4068003406" sldId="281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253" v="4" actId="47"/>
        <pc:sldMkLst>
          <pc:docMk/>
          <pc:sldMk cId="3589304681" sldId="282"/>
        </pc:sldMkLst>
      </pc:sldChg>
      <pc:sldChg chg="modSp add mod">
        <pc:chgData name="Eduardo Lucas" userId="2c32288683b74354" providerId="LiveId" clId="{0038818A-160C-445A-A962-95D19A87FB6C}" dt="2023-04-20T18:42:33.173" v="478" actId="6549"/>
        <pc:sldMkLst>
          <pc:docMk/>
          <pc:sldMk cId="3930221421" sldId="282"/>
        </pc:sldMkLst>
        <pc:spChg chg="mod">
          <ac:chgData name="Eduardo Lucas" userId="2c32288683b74354" providerId="LiveId" clId="{0038818A-160C-445A-A962-95D19A87FB6C}" dt="2023-04-20T18:38:34.053" v="403" actId="20577"/>
          <ac:spMkLst>
            <pc:docMk/>
            <pc:sldMk cId="3930221421" sldId="282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42:33.173" v="478" actId="6549"/>
          <ac:spMkLst>
            <pc:docMk/>
            <pc:sldMk cId="3930221421" sldId="282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8:14.333" v="364" actId="20577"/>
          <ac:spMkLst>
            <pc:docMk/>
            <pc:sldMk cId="3930221421" sldId="282"/>
            <ac:spMk id="4" creationId="{9CF5F437-D3CB-0B01-D41D-30EAAF90D04D}"/>
          </ac:spMkLst>
        </pc:spChg>
        <pc:spChg chg="mod">
          <ac:chgData name="Eduardo Lucas" userId="2c32288683b74354" providerId="LiveId" clId="{0038818A-160C-445A-A962-95D19A87FB6C}" dt="2023-04-20T18:40:25.132" v="440" actId="14100"/>
          <ac:spMkLst>
            <pc:docMk/>
            <pc:sldMk cId="3930221421" sldId="282"/>
            <ac:spMk id="6" creationId="{CED443B7-58A0-C2C2-6062-C71C105260C2}"/>
          </ac:spMkLst>
        </pc:spChg>
        <pc:spChg chg="mod">
          <ac:chgData name="Eduardo Lucas" userId="2c32288683b74354" providerId="LiveId" clId="{0038818A-160C-445A-A962-95D19A87FB6C}" dt="2023-04-20T18:42:18.893" v="476" actId="255"/>
          <ac:spMkLst>
            <pc:docMk/>
            <pc:sldMk cId="3930221421" sldId="282"/>
            <ac:spMk id="7" creationId="{ED21BDDE-39D5-D937-0490-010E345020EE}"/>
          </ac:spMkLst>
        </pc:spChg>
      </pc:sldChg>
      <pc:sldChg chg="modSp add mod">
        <pc:chgData name="Eduardo Lucas" userId="2c32288683b74354" providerId="LiveId" clId="{0038818A-160C-445A-A962-95D19A87FB6C}" dt="2023-04-20T18:43:20.123" v="488" actId="6549"/>
        <pc:sldMkLst>
          <pc:docMk/>
          <pc:sldMk cId="1107352758" sldId="283"/>
        </pc:sldMkLst>
        <pc:spChg chg="mod">
          <ac:chgData name="Eduardo Lucas" userId="2c32288683b74354" providerId="LiveId" clId="{0038818A-160C-445A-A962-95D19A87FB6C}" dt="2023-04-20T18:43:20.123" v="488" actId="6549"/>
          <ac:spMkLst>
            <pc:docMk/>
            <pc:sldMk cId="1107352758" sldId="283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3:13.052" v="487" actId="20577"/>
          <ac:spMkLst>
            <pc:docMk/>
            <pc:sldMk cId="1107352758" sldId="283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459" v="5" actId="47"/>
        <pc:sldMkLst>
          <pc:docMk/>
          <pc:sldMk cId="2834263483" sldId="283"/>
        </pc:sldMkLst>
      </pc:sldChg>
      <pc:sldChg chg="modSp add mod">
        <pc:chgData name="Eduardo Lucas" userId="2c32288683b74354" providerId="LiveId" clId="{0038818A-160C-445A-A962-95D19A87FB6C}" dt="2023-04-20T18:44:02.163" v="497" actId="6549"/>
        <pc:sldMkLst>
          <pc:docMk/>
          <pc:sldMk cId="3904213863" sldId="284"/>
        </pc:sldMkLst>
        <pc:spChg chg="mod">
          <ac:chgData name="Eduardo Lucas" userId="2c32288683b74354" providerId="LiveId" clId="{0038818A-160C-445A-A962-95D19A87FB6C}" dt="2023-04-20T18:44:02.163" v="497" actId="6549"/>
          <ac:spMkLst>
            <pc:docMk/>
            <pc:sldMk cId="3904213863" sldId="284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3:49.733" v="496" actId="255"/>
          <ac:spMkLst>
            <pc:docMk/>
            <pc:sldMk cId="3904213863" sldId="284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618" v="6" actId="47"/>
        <pc:sldMkLst>
          <pc:docMk/>
          <pc:sldMk cId="2732670362" sldId="285"/>
        </pc:sldMkLst>
      </pc:sldChg>
      <pc:sldChg chg="modSp add mod">
        <pc:chgData name="Eduardo Lucas" userId="2c32288683b74354" providerId="LiveId" clId="{0038818A-160C-445A-A962-95D19A87FB6C}" dt="2023-04-20T18:44:45.841" v="506" actId="255"/>
        <pc:sldMkLst>
          <pc:docMk/>
          <pc:sldMk cId="3263344976" sldId="285"/>
        </pc:sldMkLst>
        <pc:spChg chg="mod">
          <ac:chgData name="Eduardo Lucas" userId="2c32288683b74354" providerId="LiveId" clId="{0038818A-160C-445A-A962-95D19A87FB6C}" dt="2023-04-20T18:44:11.713" v="499" actId="6549"/>
          <ac:spMkLst>
            <pc:docMk/>
            <pc:sldMk cId="3263344976" sldId="285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4:45.841" v="506" actId="255"/>
          <ac:spMkLst>
            <pc:docMk/>
            <pc:sldMk cId="3263344976" sldId="285"/>
            <ac:spMk id="7" creationId="{ED21BDDE-39D5-D937-0490-010E345020EE}"/>
          </ac:spMkLst>
        </pc:spChg>
      </pc:sldChg>
      <pc:sldChg chg="modSp add mod">
        <pc:chgData name="Eduardo Lucas" userId="2c32288683b74354" providerId="LiveId" clId="{0038818A-160C-445A-A962-95D19A87FB6C}" dt="2023-04-20T18:45:37.903" v="515" actId="20577"/>
        <pc:sldMkLst>
          <pc:docMk/>
          <pc:sldMk cId="2870551362" sldId="286"/>
        </pc:sldMkLst>
        <pc:spChg chg="mod">
          <ac:chgData name="Eduardo Lucas" userId="2c32288683b74354" providerId="LiveId" clId="{0038818A-160C-445A-A962-95D19A87FB6C}" dt="2023-04-20T18:45:07.608" v="508" actId="6549"/>
          <ac:spMkLst>
            <pc:docMk/>
            <pc:sldMk cId="2870551362" sldId="286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5:37.903" v="515" actId="20577"/>
          <ac:spMkLst>
            <pc:docMk/>
            <pc:sldMk cId="2870551362" sldId="286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790" v="7" actId="47"/>
        <pc:sldMkLst>
          <pc:docMk/>
          <pc:sldMk cId="3399610284" sldId="286"/>
        </pc:sldMkLst>
      </pc:sldChg>
      <pc:sldChg chg="del">
        <pc:chgData name="Eduardo Lucas" userId="2c32288683b74354" providerId="LiveId" clId="{0038818A-160C-445A-A962-95D19A87FB6C}" dt="2023-04-20T17:50:28.954" v="8" actId="47"/>
        <pc:sldMkLst>
          <pc:docMk/>
          <pc:sldMk cId="2046502115" sldId="287"/>
        </pc:sldMkLst>
      </pc:sldChg>
      <pc:sldChg chg="modSp add mod">
        <pc:chgData name="Eduardo Lucas" userId="2c32288683b74354" providerId="LiveId" clId="{0038818A-160C-445A-A962-95D19A87FB6C}" dt="2023-04-20T18:46:21.460" v="523" actId="255"/>
        <pc:sldMkLst>
          <pc:docMk/>
          <pc:sldMk cId="2602363305" sldId="287"/>
        </pc:sldMkLst>
        <pc:spChg chg="mod">
          <ac:chgData name="Eduardo Lucas" userId="2c32288683b74354" providerId="LiveId" clId="{0038818A-160C-445A-A962-95D19A87FB6C}" dt="2023-04-20T18:45:56.844" v="516" actId="207"/>
          <ac:spMkLst>
            <pc:docMk/>
            <pc:sldMk cId="2602363305" sldId="287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6:21.460" v="523" actId="255"/>
          <ac:spMkLst>
            <pc:docMk/>
            <pc:sldMk cId="2602363305" sldId="287"/>
            <ac:spMk id="7" creationId="{ED21BDDE-39D5-D937-0490-010E345020EE}"/>
          </ac:spMkLst>
        </pc:spChg>
      </pc:sldChg>
      <pc:sldChg chg="delSp modSp add mod">
        <pc:chgData name="Eduardo Lucas" userId="2c32288683b74354" providerId="LiveId" clId="{0038818A-160C-445A-A962-95D19A87FB6C}" dt="2023-04-20T18:55:44.590" v="676"/>
        <pc:sldMkLst>
          <pc:docMk/>
          <pc:sldMk cId="387408172" sldId="288"/>
        </pc:sldMkLst>
        <pc:spChg chg="mod">
          <ac:chgData name="Eduardo Lucas" userId="2c32288683b74354" providerId="LiveId" clId="{0038818A-160C-445A-A962-95D19A87FB6C}" dt="2023-04-20T18:55:44.590" v="676"/>
          <ac:spMkLst>
            <pc:docMk/>
            <pc:sldMk cId="387408172" sldId="288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48:58.393" v="588" actId="1076"/>
          <ac:spMkLst>
            <pc:docMk/>
            <pc:sldMk cId="387408172" sldId="288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7:44.778" v="564" actId="255"/>
          <ac:spMkLst>
            <pc:docMk/>
            <pc:sldMk cId="387408172" sldId="288"/>
            <ac:spMk id="4" creationId="{9CF5F437-D3CB-0B01-D41D-30EAAF90D04D}"/>
          </ac:spMkLst>
        </pc:spChg>
        <pc:spChg chg="del">
          <ac:chgData name="Eduardo Lucas" userId="2c32288683b74354" providerId="LiveId" clId="{0038818A-160C-445A-A962-95D19A87FB6C}" dt="2023-04-20T18:47:54.270" v="566" actId="478"/>
          <ac:spMkLst>
            <pc:docMk/>
            <pc:sldMk cId="387408172" sldId="288"/>
            <ac:spMk id="6" creationId="{CED443B7-58A0-C2C2-6062-C71C105260C2}"/>
          </ac:spMkLst>
        </pc:spChg>
        <pc:spChg chg="del">
          <ac:chgData name="Eduardo Lucas" userId="2c32288683b74354" providerId="LiveId" clId="{0038818A-160C-445A-A962-95D19A87FB6C}" dt="2023-04-20T18:47:52.940" v="565" actId="478"/>
          <ac:spMkLst>
            <pc:docMk/>
            <pc:sldMk cId="387408172" sldId="288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9.121" v="9" actId="47"/>
        <pc:sldMkLst>
          <pc:docMk/>
          <pc:sldMk cId="1058867137" sldId="288"/>
        </pc:sldMkLst>
      </pc:sldChg>
      <pc:sldChg chg="addSp delSp modSp add mod">
        <pc:chgData name="Eduardo Lucas" userId="2c32288683b74354" providerId="LiveId" clId="{0038818A-160C-445A-A962-95D19A87FB6C}" dt="2023-04-20T18:54:38.558" v="659"/>
        <pc:sldMkLst>
          <pc:docMk/>
          <pc:sldMk cId="201635835" sldId="289"/>
        </pc:sldMkLst>
        <pc:spChg chg="mod">
          <ac:chgData name="Eduardo Lucas" userId="2c32288683b74354" providerId="LiveId" clId="{0038818A-160C-445A-A962-95D19A87FB6C}" dt="2023-04-20T18:52:13.933" v="649" actId="20577"/>
          <ac:spMkLst>
            <pc:docMk/>
            <pc:sldMk cId="201635835" sldId="289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8:52:21.044" v="650" actId="478"/>
          <ac:spMkLst>
            <pc:docMk/>
            <pc:sldMk cId="201635835" sldId="289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8:52:23.105" v="651" actId="478"/>
          <ac:spMkLst>
            <pc:docMk/>
            <pc:sldMk cId="201635835" sldId="289"/>
            <ac:spMk id="4" creationId="{9CF5F437-D3CB-0B01-D41D-30EAAF90D04D}"/>
          </ac:spMkLst>
        </pc:spChg>
        <pc:picChg chg="add del mod">
          <ac:chgData name="Eduardo Lucas" userId="2c32288683b74354" providerId="LiveId" clId="{0038818A-160C-445A-A962-95D19A87FB6C}" dt="2023-04-20T18:54:35.057" v="658" actId="478"/>
          <ac:picMkLst>
            <pc:docMk/>
            <pc:sldMk cId="201635835" sldId="289"/>
            <ac:picMk id="5" creationId="{57C1DF12-E568-9950-F0E9-D943584532A6}"/>
          </ac:picMkLst>
        </pc:picChg>
        <pc:picChg chg="add mod">
          <ac:chgData name="Eduardo Lucas" userId="2c32288683b74354" providerId="LiveId" clId="{0038818A-160C-445A-A962-95D19A87FB6C}" dt="2023-04-20T18:54:38.558" v="659"/>
          <ac:picMkLst>
            <pc:docMk/>
            <pc:sldMk cId="201635835" sldId="289"/>
            <ac:picMk id="6" creationId="{8A9B6963-A5B0-FC54-F0FD-33BE53C79965}"/>
          </ac:picMkLst>
        </pc:picChg>
      </pc:sldChg>
      <pc:sldChg chg="del">
        <pc:chgData name="Eduardo Lucas" userId="2c32288683b74354" providerId="LiveId" clId="{0038818A-160C-445A-A962-95D19A87FB6C}" dt="2023-04-20T17:50:29.289" v="10" actId="47"/>
        <pc:sldMkLst>
          <pc:docMk/>
          <pc:sldMk cId="4080364374" sldId="289"/>
        </pc:sldMkLst>
      </pc:sldChg>
      <pc:sldChg chg="del">
        <pc:chgData name="Eduardo Lucas" userId="2c32288683b74354" providerId="LiveId" clId="{0038818A-160C-445A-A962-95D19A87FB6C}" dt="2023-04-20T17:50:29.451" v="11" actId="47"/>
        <pc:sldMkLst>
          <pc:docMk/>
          <pc:sldMk cId="858124112" sldId="290"/>
        </pc:sldMkLst>
      </pc:sldChg>
      <pc:sldChg chg="addSp delSp modSp add mod">
        <pc:chgData name="Eduardo Lucas" userId="2c32288683b74354" providerId="LiveId" clId="{0038818A-160C-445A-A962-95D19A87FB6C}" dt="2023-04-20T19:00:56.747" v="714" actId="113"/>
        <pc:sldMkLst>
          <pc:docMk/>
          <pc:sldMk cId="1797215963" sldId="290"/>
        </pc:sldMkLst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6" creationId="{272C6889-B1B4-09F0-B319-688B65E72E65}"/>
          </ac:spMkLst>
        </pc:spChg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8" creationId="{96D355FF-B99B-E305-3A7D-40064A0089E4}"/>
          </ac:spMkLst>
        </pc:spChg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10" creationId="{E5D8952B-880E-D703-D119-FEEB42F03614}"/>
          </ac:spMkLst>
        </pc:spChg>
        <pc:picChg chg="add mod">
          <ac:chgData name="Eduardo Lucas" userId="2c32288683b74354" providerId="LiveId" clId="{0038818A-160C-445A-A962-95D19A87FB6C}" dt="2023-04-20T18:54:29.876" v="657" actId="1076"/>
          <ac:picMkLst>
            <pc:docMk/>
            <pc:sldMk cId="1797215963" sldId="290"/>
            <ac:picMk id="3" creationId="{6B12E675-82F8-8D3B-83B6-29625583C291}"/>
          </ac:picMkLst>
        </pc:picChg>
        <pc:picChg chg="del">
          <ac:chgData name="Eduardo Lucas" userId="2c32288683b74354" providerId="LiveId" clId="{0038818A-160C-445A-A962-95D19A87FB6C}" dt="2023-04-20T18:54:20.313" v="656" actId="478"/>
          <ac:picMkLst>
            <pc:docMk/>
            <pc:sldMk cId="1797215963" sldId="290"/>
            <ac:picMk id="5" creationId="{57C1DF12-E568-9950-F0E9-D943584532A6}"/>
          </ac:picMkLst>
        </pc:pic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4" creationId="{EEA9A04F-D2F4-A5B9-49B6-B6D3CD73B06F}"/>
          </ac:cxnSpMkLst>
        </pc:cxn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7" creationId="{39FCDF64-B671-B3CB-C76B-B9C3972AAE95}"/>
          </ac:cxnSpMkLst>
        </pc:cxn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9" creationId="{8831456D-BA0F-34EB-2AA3-ECA9D62F7880}"/>
          </ac:cxnSpMkLst>
        </pc:cxnChg>
      </pc:sldChg>
      <pc:sldChg chg="addSp delSp modSp add mod">
        <pc:chgData name="Eduardo Lucas" userId="2c32288683b74354" providerId="LiveId" clId="{0038818A-160C-445A-A962-95D19A87FB6C}" dt="2023-04-20T19:01:25.535" v="719" actId="255"/>
        <pc:sldMkLst>
          <pc:docMk/>
          <pc:sldMk cId="195615791" sldId="291"/>
        </pc:sldMkLst>
        <pc:spChg chg="mod">
          <ac:chgData name="Eduardo Lucas" userId="2c32288683b74354" providerId="LiveId" clId="{0038818A-160C-445A-A962-95D19A87FB6C}" dt="2023-04-20T18:58:12.985" v="696" actId="6549"/>
          <ac:spMkLst>
            <pc:docMk/>
            <pc:sldMk cId="195615791" sldId="291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6" creationId="{272C6889-B1B4-09F0-B319-688B65E72E65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8" creationId="{96D355FF-B99B-E305-3A7D-40064A0089E4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10" creationId="{E5D8952B-880E-D703-D119-FEEB42F03614}"/>
          </ac:spMkLst>
        </pc:spChg>
        <pc:spChg chg="add mod">
          <ac:chgData name="Eduardo Lucas" userId="2c32288683b74354" providerId="LiveId" clId="{0038818A-160C-445A-A962-95D19A87FB6C}" dt="2023-04-20T19:01:10.025" v="716" actId="255"/>
          <ac:spMkLst>
            <pc:docMk/>
            <pc:sldMk cId="195615791" sldId="291"/>
            <ac:spMk id="12" creationId="{78948958-68BB-3CF8-1F2A-D429A8FC47D7}"/>
          </ac:spMkLst>
        </pc:spChg>
        <pc:spChg chg="add mod">
          <ac:chgData name="Eduardo Lucas" userId="2c32288683b74354" providerId="LiveId" clId="{0038818A-160C-445A-A962-95D19A87FB6C}" dt="2023-04-20T19:01:10.025" v="716" actId="255"/>
          <ac:spMkLst>
            <pc:docMk/>
            <pc:sldMk cId="195615791" sldId="291"/>
            <ac:spMk id="13" creationId="{CD445A81-63EA-578C-ACFE-3D5DDC2C3928}"/>
          </ac:spMkLst>
        </pc:spChg>
        <pc:graphicFrameChg chg="add mod modGraphic">
          <ac:chgData name="Eduardo Lucas" userId="2c32288683b74354" providerId="LiveId" clId="{0038818A-160C-445A-A962-95D19A87FB6C}" dt="2023-04-20T19:01:25.535" v="719" actId="255"/>
          <ac:graphicFrameMkLst>
            <pc:docMk/>
            <pc:sldMk cId="195615791" sldId="291"/>
            <ac:graphicFrameMk id="11" creationId="{A177413F-CC48-DFEF-A3EE-2F98D025D5EC}"/>
          </ac:graphicFrameMkLst>
        </pc:graphicFrameChg>
        <pc:picChg chg="del">
          <ac:chgData name="Eduardo Lucas" userId="2c32288683b74354" providerId="LiveId" clId="{0038818A-160C-445A-A962-95D19A87FB6C}" dt="2023-04-20T18:58:17.418" v="697" actId="478"/>
          <ac:picMkLst>
            <pc:docMk/>
            <pc:sldMk cId="195615791" sldId="291"/>
            <ac:picMk id="3" creationId="{6B12E675-82F8-8D3B-83B6-29625583C291}"/>
          </ac:picMkLst>
        </pc:picChg>
        <pc:picChg chg="add del mod">
          <ac:chgData name="Eduardo Lucas" userId="2c32288683b74354" providerId="LiveId" clId="{0038818A-160C-445A-A962-95D19A87FB6C}" dt="2023-04-20T18:58:38.285" v="700" actId="478"/>
          <ac:picMkLst>
            <pc:docMk/>
            <pc:sldMk cId="195615791" sldId="291"/>
            <ac:picMk id="5" creationId="{CD22C81B-07B4-34FC-3D63-F82F9F825289}"/>
          </ac:picMkLst>
        </pc:picChg>
        <pc:picChg chg="add mod">
          <ac:chgData name="Eduardo Lucas" userId="2c32288683b74354" providerId="LiveId" clId="{0038818A-160C-445A-A962-95D19A87FB6C}" dt="2023-04-20T18:58:42.493" v="701"/>
          <ac:picMkLst>
            <pc:docMk/>
            <pc:sldMk cId="195615791" sldId="291"/>
            <ac:picMk id="14" creationId="{D3BE5D8A-ECC6-E4D8-E3D9-670FB1F42EEF}"/>
          </ac:picMkLst>
        </pc:pic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4" creationId="{EEA9A04F-D2F4-A5B9-49B6-B6D3CD73B06F}"/>
          </ac:cxnSpMkLst>
        </pc:cxn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7" creationId="{39FCDF64-B671-B3CB-C76B-B9C3972AAE95}"/>
          </ac:cxnSpMkLst>
        </pc:cxn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9" creationId="{8831456D-BA0F-34EB-2AA3-ECA9D62F7880}"/>
          </ac:cxnSpMkLst>
        </pc:cxnChg>
      </pc:sldChg>
      <pc:sldChg chg="del">
        <pc:chgData name="Eduardo Lucas" userId="2c32288683b74354" providerId="LiveId" clId="{0038818A-160C-445A-A962-95D19A87FB6C}" dt="2023-04-20T17:50:29.641" v="12" actId="47"/>
        <pc:sldMkLst>
          <pc:docMk/>
          <pc:sldMk cId="2997845906" sldId="291"/>
        </pc:sldMkLst>
      </pc:sldChg>
      <pc:sldChg chg="addSp delSp modSp add mod">
        <pc:chgData name="Eduardo Lucas" userId="2c32288683b74354" providerId="LiveId" clId="{0038818A-160C-445A-A962-95D19A87FB6C}" dt="2023-04-20T19:03:22.820" v="777" actId="478"/>
        <pc:sldMkLst>
          <pc:docMk/>
          <pc:sldMk cId="1096209010" sldId="292"/>
        </pc:sldMkLst>
        <pc:spChg chg="add del mod">
          <ac:chgData name="Eduardo Lucas" userId="2c32288683b74354" providerId="LiveId" clId="{0038818A-160C-445A-A962-95D19A87FB6C}" dt="2023-04-20T18:59:39.171" v="705"/>
          <ac:spMkLst>
            <pc:docMk/>
            <pc:sldMk cId="1096209010" sldId="292"/>
            <ac:spMk id="6" creationId="{6832BD07-CA9A-4B8B-A7E9-2571B08BBBA7}"/>
          </ac:spMkLst>
        </pc:spChg>
        <pc:spChg chg="add del mod">
          <ac:chgData name="Eduardo Lucas" userId="2c32288683b74354" providerId="LiveId" clId="{0038818A-160C-445A-A962-95D19A87FB6C}" dt="2023-04-20T18:59:39.171" v="705"/>
          <ac:spMkLst>
            <pc:docMk/>
            <pc:sldMk cId="1096209010" sldId="292"/>
            <ac:spMk id="7" creationId="{82806874-2E5C-103D-82F9-98F6C22EF58B}"/>
          </ac:spMkLst>
        </pc:spChg>
        <pc:spChg chg="del">
          <ac:chgData name="Eduardo Lucas" userId="2c32288683b74354" providerId="LiveId" clId="{0038818A-160C-445A-A962-95D19A87FB6C}" dt="2023-04-20T18:59:36.716" v="703" actId="478"/>
          <ac:spMkLst>
            <pc:docMk/>
            <pc:sldMk cId="1096209010" sldId="292"/>
            <ac:spMk id="12" creationId="{78948958-68BB-3CF8-1F2A-D429A8FC47D7}"/>
          </ac:spMkLst>
        </pc:spChg>
        <pc:spChg chg="del">
          <ac:chgData name="Eduardo Lucas" userId="2c32288683b74354" providerId="LiveId" clId="{0038818A-160C-445A-A962-95D19A87FB6C}" dt="2023-04-20T18:59:43.428" v="707" actId="478"/>
          <ac:spMkLst>
            <pc:docMk/>
            <pc:sldMk cId="1096209010" sldId="292"/>
            <ac:spMk id="13" creationId="{CD445A81-63EA-578C-ACFE-3D5DDC2C3928}"/>
          </ac:spMkLst>
        </pc:spChg>
        <pc:spChg chg="add mod">
          <ac:chgData name="Eduardo Lucas" userId="2c32288683b74354" providerId="LiveId" clId="{0038818A-160C-445A-A962-95D19A87FB6C}" dt="2023-04-20T19:01:52.233" v="723" actId="255"/>
          <ac:spMkLst>
            <pc:docMk/>
            <pc:sldMk cId="1096209010" sldId="292"/>
            <ac:spMk id="15" creationId="{64B3EDB8-D163-EB43-EB68-7D06A1838A43}"/>
          </ac:spMkLst>
        </pc:spChg>
        <pc:spChg chg="add mod">
          <ac:chgData name="Eduardo Lucas" userId="2c32288683b74354" providerId="LiveId" clId="{0038818A-160C-445A-A962-95D19A87FB6C}" dt="2023-04-20T19:01:43.777" v="721" actId="255"/>
          <ac:spMkLst>
            <pc:docMk/>
            <pc:sldMk cId="1096209010" sldId="292"/>
            <ac:spMk id="16" creationId="{741C6E5F-B9E2-8441-6458-9DE59B0EA328}"/>
          </ac:spMkLst>
        </pc:spChg>
        <pc:spChg chg="add del mod">
          <ac:chgData name="Eduardo Lucas" userId="2c32288683b74354" providerId="LiveId" clId="{0038818A-160C-445A-A962-95D19A87FB6C}" dt="2023-04-20T19:03:22.820" v="777" actId="478"/>
          <ac:spMkLst>
            <pc:docMk/>
            <pc:sldMk cId="1096209010" sldId="292"/>
            <ac:spMk id="20" creationId="{EBD72872-1DC9-F22B-FAB7-0CA8DBAAD331}"/>
          </ac:spMkLst>
        </pc:spChg>
        <pc:graphicFrameChg chg="add del mod">
          <ac:chgData name="Eduardo Lucas" userId="2c32288683b74354" providerId="LiveId" clId="{0038818A-160C-445A-A962-95D19A87FB6C}" dt="2023-04-20T18:59:39.171" v="705"/>
          <ac:graphicFrameMkLst>
            <pc:docMk/>
            <pc:sldMk cId="1096209010" sldId="292"/>
            <ac:graphicFrameMk id="3" creationId="{2955CCB3-662E-7DB5-E70A-3BD2239509A6}"/>
          </ac:graphicFrameMkLst>
        </pc:graphicFrameChg>
        <pc:graphicFrameChg chg="add del mod">
          <ac:chgData name="Eduardo Lucas" userId="2c32288683b74354" providerId="LiveId" clId="{0038818A-160C-445A-A962-95D19A87FB6C}" dt="2023-04-20T18:59:39.171" v="705"/>
          <ac:graphicFrameMkLst>
            <pc:docMk/>
            <pc:sldMk cId="1096209010" sldId="292"/>
            <ac:graphicFrameMk id="5" creationId="{6F632779-4F8B-8F34-DC65-DC3E7727D49E}"/>
          </ac:graphicFrameMkLst>
        </pc:graphicFrameChg>
        <pc:graphicFrameChg chg="add mod">
          <ac:chgData name="Eduardo Lucas" userId="2c32288683b74354" providerId="LiveId" clId="{0038818A-160C-445A-A962-95D19A87FB6C}" dt="2023-04-20T18:59:44.604" v="708"/>
          <ac:graphicFrameMkLst>
            <pc:docMk/>
            <pc:sldMk cId="1096209010" sldId="292"/>
            <ac:graphicFrameMk id="8" creationId="{53837C0F-D87E-D4A2-6320-36AC54078291}"/>
          </ac:graphicFrameMkLst>
        </pc:graphicFrameChg>
        <pc:graphicFrameChg chg="add mod">
          <ac:chgData name="Eduardo Lucas" userId="2c32288683b74354" providerId="LiveId" clId="{0038818A-160C-445A-A962-95D19A87FB6C}" dt="2023-04-20T18:59:44.604" v="708"/>
          <ac:graphicFrameMkLst>
            <pc:docMk/>
            <pc:sldMk cId="1096209010" sldId="292"/>
            <ac:graphicFrameMk id="10" creationId="{FBF1ADE8-7DE9-7F6D-5185-3FE9A2DA45A4}"/>
          </ac:graphicFrameMkLst>
        </pc:graphicFrameChg>
        <pc:graphicFrameChg chg="del">
          <ac:chgData name="Eduardo Lucas" userId="2c32288683b74354" providerId="LiveId" clId="{0038818A-160C-445A-A962-95D19A87FB6C}" dt="2023-04-20T18:59:41.870" v="706" actId="478"/>
          <ac:graphicFrameMkLst>
            <pc:docMk/>
            <pc:sldMk cId="1096209010" sldId="292"/>
            <ac:graphicFrameMk id="11" creationId="{A177413F-CC48-DFEF-A3EE-2F98D025D5EC}"/>
          </ac:graphicFrameMkLst>
        </pc:graphicFrameChg>
        <pc:cxnChg chg="add del mod">
          <ac:chgData name="Eduardo Lucas" userId="2c32288683b74354" providerId="LiveId" clId="{0038818A-160C-445A-A962-95D19A87FB6C}" dt="2023-04-20T18:59:39.171" v="705"/>
          <ac:cxnSpMkLst>
            <pc:docMk/>
            <pc:sldMk cId="1096209010" sldId="292"/>
            <ac:cxnSpMk id="4" creationId="{973213BB-CAA7-262C-01FB-61D93A9288FF}"/>
          </ac:cxnSpMkLst>
        </pc:cxnChg>
        <pc:cxnChg chg="add mod">
          <ac:chgData name="Eduardo Lucas" userId="2c32288683b74354" providerId="LiveId" clId="{0038818A-160C-445A-A962-95D19A87FB6C}" dt="2023-04-20T19:02:27.684" v="729" actId="14100"/>
          <ac:cxnSpMkLst>
            <pc:docMk/>
            <pc:sldMk cId="1096209010" sldId="292"/>
            <ac:cxnSpMk id="9" creationId="{8AD3C8EE-59BB-C12A-508E-6B1C30627EF1}"/>
          </ac:cxnSpMkLst>
        </pc:cxnChg>
      </pc:sldChg>
      <pc:sldChg chg="del">
        <pc:chgData name="Eduardo Lucas" userId="2c32288683b74354" providerId="LiveId" clId="{0038818A-160C-445A-A962-95D19A87FB6C}" dt="2023-04-20T17:50:29.861" v="13" actId="47"/>
        <pc:sldMkLst>
          <pc:docMk/>
          <pc:sldMk cId="3056278725" sldId="292"/>
        </pc:sldMkLst>
      </pc:sldChg>
      <pc:sldChg chg="delSp add mod">
        <pc:chgData name="Eduardo Lucas" userId="2c32288683b74354" providerId="LiveId" clId="{0038818A-160C-445A-A962-95D19A87FB6C}" dt="2023-04-20T19:11:09.694" v="848" actId="478"/>
        <pc:sldMkLst>
          <pc:docMk/>
          <pc:sldMk cId="3626594114" sldId="293"/>
        </pc:sldMkLst>
        <pc:spChg chg="del">
          <ac:chgData name="Eduardo Lucas" userId="2c32288683b74354" providerId="LiveId" clId="{0038818A-160C-445A-A962-95D19A87FB6C}" dt="2023-04-20T19:11:09.694" v="848" actId="478"/>
          <ac:spMkLst>
            <pc:docMk/>
            <pc:sldMk cId="3626594114" sldId="293"/>
            <ac:spMk id="20" creationId="{EBD72872-1DC9-F22B-FAB7-0CA8DBAAD331}"/>
          </ac:spMkLst>
        </pc:spChg>
      </pc:sldChg>
      <pc:sldChg chg="addSp delSp modSp add mod ord">
        <pc:chgData name="Eduardo Lucas" userId="2c32288683b74354" providerId="LiveId" clId="{0038818A-160C-445A-A962-95D19A87FB6C}" dt="2023-04-20T19:23:39.967" v="1017" actId="20577"/>
        <pc:sldMkLst>
          <pc:docMk/>
          <pc:sldMk cId="1710288145" sldId="294"/>
        </pc:sldMkLst>
        <pc:spChg chg="mod">
          <ac:chgData name="Eduardo Lucas" userId="2c32288683b74354" providerId="LiveId" clId="{0038818A-160C-445A-A962-95D19A87FB6C}" dt="2023-04-20T19:23:39.967" v="1017" actId="20577"/>
          <ac:spMkLst>
            <pc:docMk/>
            <pc:sldMk cId="1710288145" sldId="294"/>
            <ac:spMk id="2" creationId="{71CA36E5-C16C-B323-9708-48E4D6D10865}"/>
          </ac:spMkLst>
        </pc:spChg>
        <pc:spChg chg="add mod">
          <ac:chgData name="Eduardo Lucas" userId="2c32288683b74354" providerId="LiveId" clId="{0038818A-160C-445A-A962-95D19A87FB6C}" dt="2023-04-20T19:22:19.834" v="998" actId="20577"/>
          <ac:spMkLst>
            <pc:docMk/>
            <pc:sldMk cId="1710288145" sldId="294"/>
            <ac:spMk id="4" creationId="{AFA1ADB0-C74A-1ED7-9688-B241E5DF73F5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15" creationId="{64B3EDB8-D163-EB43-EB68-7D06A1838A43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16" creationId="{741C6E5F-B9E2-8441-6458-9DE59B0EA328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20" creationId="{EBD72872-1DC9-F22B-FAB7-0CA8DBAAD331}"/>
          </ac:spMkLst>
        </pc:spChg>
        <pc:graphicFrameChg chg="del">
          <ac:chgData name="Eduardo Lucas" userId="2c32288683b74354" providerId="LiveId" clId="{0038818A-160C-445A-A962-95D19A87FB6C}" dt="2023-04-20T19:04:20.663" v="789" actId="478"/>
          <ac:graphicFrameMkLst>
            <pc:docMk/>
            <pc:sldMk cId="1710288145" sldId="294"/>
            <ac:graphicFrameMk id="8" creationId="{53837C0F-D87E-D4A2-6320-36AC54078291}"/>
          </ac:graphicFrameMkLst>
        </pc:graphicFrameChg>
        <pc:graphicFrameChg chg="del">
          <ac:chgData name="Eduardo Lucas" userId="2c32288683b74354" providerId="LiveId" clId="{0038818A-160C-445A-A962-95D19A87FB6C}" dt="2023-04-20T19:04:20.663" v="789" actId="478"/>
          <ac:graphicFrameMkLst>
            <pc:docMk/>
            <pc:sldMk cId="1710288145" sldId="294"/>
            <ac:graphicFrameMk id="10" creationId="{FBF1ADE8-7DE9-7F6D-5185-3FE9A2DA45A4}"/>
          </ac:graphicFrameMkLst>
        </pc:graphicFrameChg>
        <pc:picChg chg="del">
          <ac:chgData name="Eduardo Lucas" userId="2c32288683b74354" providerId="LiveId" clId="{0038818A-160C-445A-A962-95D19A87FB6C}" dt="2023-04-20T19:04:16.144" v="788" actId="478"/>
          <ac:picMkLst>
            <pc:docMk/>
            <pc:sldMk cId="1710288145" sldId="294"/>
            <ac:picMk id="14" creationId="{D3BE5D8A-ECC6-E4D8-E3D9-670FB1F42EEF}"/>
          </ac:picMkLst>
        </pc:picChg>
        <pc:cxnChg chg="del">
          <ac:chgData name="Eduardo Lucas" userId="2c32288683b74354" providerId="LiveId" clId="{0038818A-160C-445A-A962-95D19A87FB6C}" dt="2023-04-20T19:04:20.663" v="789" actId="478"/>
          <ac:cxnSpMkLst>
            <pc:docMk/>
            <pc:sldMk cId="1710288145" sldId="294"/>
            <ac:cxnSpMk id="9" creationId="{8AD3C8EE-59BB-C12A-508E-6B1C30627EF1}"/>
          </ac:cxnSpMkLst>
        </pc:cxnChg>
      </pc:sldChg>
      <pc:sldChg chg="addSp delSp modSp add mod ord">
        <pc:chgData name="Eduardo Lucas" userId="2c32288683b74354" providerId="LiveId" clId="{0038818A-160C-445A-A962-95D19A87FB6C}" dt="2023-04-20T19:23:56.504" v="1049" actId="20577"/>
        <pc:sldMkLst>
          <pc:docMk/>
          <pc:sldMk cId="3259286516" sldId="295"/>
        </pc:sldMkLst>
        <pc:spChg chg="del mod">
          <ac:chgData name="Eduardo Lucas" userId="2c32288683b74354" providerId="LiveId" clId="{0038818A-160C-445A-A962-95D19A87FB6C}" dt="2023-04-20T19:23:45.894" v="1018" actId="478"/>
          <ac:spMkLst>
            <pc:docMk/>
            <pc:sldMk cId="3259286516" sldId="295"/>
            <ac:spMk id="2" creationId="{71CA36E5-C16C-B323-9708-48E4D6D10865}"/>
          </ac:spMkLst>
        </pc:spChg>
        <pc:spChg chg="add mod">
          <ac:chgData name="Eduardo Lucas" userId="2c32288683b74354" providerId="LiveId" clId="{0038818A-160C-445A-A962-95D19A87FB6C}" dt="2023-04-20T19:23:56.504" v="1049" actId="20577"/>
          <ac:spMkLst>
            <pc:docMk/>
            <pc:sldMk cId="3259286516" sldId="295"/>
            <ac:spMk id="7" creationId="{D4CA3222-807A-5E6C-2414-E5622E3D0849}"/>
          </ac:spMkLst>
        </pc:spChg>
        <pc:graphicFrameChg chg="add mod modGraphic">
          <ac:chgData name="Eduardo Lucas" userId="2c32288683b74354" providerId="LiveId" clId="{0038818A-160C-445A-A962-95D19A87FB6C}" dt="2023-04-20T19:05:37.568" v="812" actId="1076"/>
          <ac:graphicFrameMkLst>
            <pc:docMk/>
            <pc:sldMk cId="3259286516" sldId="295"/>
            <ac:graphicFrameMk id="3" creationId="{D954AE4A-17EB-7395-7008-F56B5EA46AF8}"/>
          </ac:graphicFrameMkLst>
        </pc:graphicFrameChg>
        <pc:graphicFrameChg chg="add mod modGraphic">
          <ac:chgData name="Eduardo Lucas" userId="2c32288683b74354" providerId="LiveId" clId="{0038818A-160C-445A-A962-95D19A87FB6C}" dt="2023-04-20T19:05:42.413" v="814" actId="14734"/>
          <ac:graphicFrameMkLst>
            <pc:docMk/>
            <pc:sldMk cId="3259286516" sldId="295"/>
            <ac:graphicFrameMk id="5" creationId="{0C2ECA54-91C0-BEE8-535E-48C5008CA373}"/>
          </ac:graphicFrameMkLst>
        </pc:graphicFrameChg>
        <pc:graphicFrameChg chg="add mod">
          <ac:chgData name="Eduardo Lucas" userId="2c32288683b74354" providerId="LiveId" clId="{0038818A-160C-445A-A962-95D19A87FB6C}" dt="2023-04-20T19:05:16.685" v="808"/>
          <ac:graphicFrameMkLst>
            <pc:docMk/>
            <pc:sldMk cId="3259286516" sldId="295"/>
            <ac:graphicFrameMk id="6" creationId="{3CEFE754-6C20-DC21-571A-5B679A4574DF}"/>
          </ac:graphicFrameMkLst>
        </pc:graphicFrameChg>
      </pc:sldChg>
      <pc:sldChg chg="add del">
        <pc:chgData name="Eduardo Lucas" userId="2c32288683b74354" providerId="LiveId" clId="{0038818A-160C-445A-A962-95D19A87FB6C}" dt="2023-04-20T19:06:51.559" v="816" actId="47"/>
        <pc:sldMkLst>
          <pc:docMk/>
          <pc:sldMk cId="421054434" sldId="296"/>
        </pc:sldMkLst>
      </pc:sldChg>
      <pc:sldChg chg="modSp add mod ord">
        <pc:chgData name="Eduardo Lucas" userId="2c32288683b74354" providerId="LiveId" clId="{0038818A-160C-445A-A962-95D19A87FB6C}" dt="2023-04-20T19:10:58.855" v="847" actId="1076"/>
        <pc:sldMkLst>
          <pc:docMk/>
          <pc:sldMk cId="1222277133" sldId="296"/>
        </pc:sldMkLst>
        <pc:spChg chg="mod">
          <ac:chgData name="Eduardo Lucas" userId="2c32288683b74354" providerId="LiveId" clId="{0038818A-160C-445A-A962-95D19A87FB6C}" dt="2023-04-20T19:07:05.724" v="821" actId="20577"/>
          <ac:spMkLst>
            <pc:docMk/>
            <pc:sldMk cId="1222277133" sldId="296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9:10:58.855" v="847" actId="1076"/>
          <ac:spMkLst>
            <pc:docMk/>
            <pc:sldMk cId="1222277133" sldId="296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9:09:47.644" v="834" actId="20577"/>
          <ac:spMkLst>
            <pc:docMk/>
            <pc:sldMk cId="1222277133" sldId="296"/>
            <ac:spMk id="4" creationId="{9CF5F437-D3CB-0B01-D41D-30EAAF90D04D}"/>
          </ac:spMkLst>
        </pc:spChg>
      </pc:sldChg>
      <pc:sldChg chg="addSp delSp modSp add mod">
        <pc:chgData name="Eduardo Lucas" userId="2c32288683b74354" providerId="LiveId" clId="{0038818A-160C-445A-A962-95D19A87FB6C}" dt="2023-04-20T19:17:33.304" v="925" actId="20577"/>
        <pc:sldMkLst>
          <pc:docMk/>
          <pc:sldMk cId="3312675836" sldId="297"/>
        </pc:sldMkLst>
        <pc:spChg chg="mod">
          <ac:chgData name="Eduardo Lucas" userId="2c32288683b74354" providerId="LiveId" clId="{0038818A-160C-445A-A962-95D19A87FB6C}" dt="2023-04-20T19:13:10.167" v="856" actId="20577"/>
          <ac:spMkLst>
            <pc:docMk/>
            <pc:sldMk cId="3312675836" sldId="297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9:13:39.726" v="857" actId="478"/>
          <ac:spMkLst>
            <pc:docMk/>
            <pc:sldMk cId="3312675836" sldId="297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9:13:42.144" v="858" actId="478"/>
          <ac:spMkLst>
            <pc:docMk/>
            <pc:sldMk cId="3312675836" sldId="297"/>
            <ac:spMk id="4" creationId="{9CF5F437-D3CB-0B01-D41D-30EAAF90D04D}"/>
          </ac:spMkLst>
        </pc:spChg>
        <pc:spChg chg="add mod">
          <ac:chgData name="Eduardo Lucas" userId="2c32288683b74354" providerId="LiveId" clId="{0038818A-160C-445A-A962-95D19A87FB6C}" dt="2023-04-20T19:17:33.304" v="925" actId="20577"/>
          <ac:spMkLst>
            <pc:docMk/>
            <pc:sldMk cId="3312675836" sldId="297"/>
            <ac:spMk id="8" creationId="{18882777-0183-C640-7CC3-BA73CDCD1312}"/>
          </ac:spMkLst>
        </pc:spChg>
        <pc:picChg chg="add mod">
          <ac:chgData name="Eduardo Lucas" userId="2c32288683b74354" providerId="LiveId" clId="{0038818A-160C-445A-A962-95D19A87FB6C}" dt="2023-04-20T19:13:56.284" v="863" actId="14100"/>
          <ac:picMkLst>
            <pc:docMk/>
            <pc:sldMk cId="3312675836" sldId="297"/>
            <ac:picMk id="6" creationId="{1A3C9FAA-6897-D6FF-BFCF-06C7D170243A}"/>
          </ac:picMkLst>
        </pc:picChg>
      </pc:sldChg>
      <pc:sldChg chg="addSp delSp modSp add mod">
        <pc:chgData name="Eduardo Lucas" userId="2c32288683b74354" providerId="LiveId" clId="{0038818A-160C-445A-A962-95D19A87FB6C}" dt="2023-04-20T19:18:46.815" v="958" actId="20577"/>
        <pc:sldMkLst>
          <pc:docMk/>
          <pc:sldMk cId="2889708714" sldId="298"/>
        </pc:sldMkLst>
        <pc:spChg chg="mod">
          <ac:chgData name="Eduardo Lucas" userId="2c32288683b74354" providerId="LiveId" clId="{0038818A-160C-445A-A962-95D19A87FB6C}" dt="2023-04-20T19:18:46.815" v="958" actId="20577"/>
          <ac:spMkLst>
            <pc:docMk/>
            <pc:sldMk cId="2889708714" sldId="298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9:18:06.895" v="928" actId="478"/>
          <ac:spMkLst>
            <pc:docMk/>
            <pc:sldMk cId="2889708714" sldId="298"/>
            <ac:spMk id="8" creationId="{18882777-0183-C640-7CC3-BA73CDCD1312}"/>
          </ac:spMkLst>
        </pc:spChg>
        <pc:picChg chg="add mod">
          <ac:chgData name="Eduardo Lucas" userId="2c32288683b74354" providerId="LiveId" clId="{0038818A-160C-445A-A962-95D19A87FB6C}" dt="2023-04-20T19:18:35.113" v="931" actId="1076"/>
          <ac:picMkLst>
            <pc:docMk/>
            <pc:sldMk cId="2889708714" sldId="298"/>
            <ac:picMk id="4" creationId="{270E14D5-9297-88A6-5634-27D37499F10C}"/>
          </ac:picMkLst>
        </pc:picChg>
        <pc:picChg chg="del">
          <ac:chgData name="Eduardo Lucas" userId="2c32288683b74354" providerId="LiveId" clId="{0038818A-160C-445A-A962-95D19A87FB6C}" dt="2023-04-20T19:18:04.097" v="927" actId="478"/>
          <ac:picMkLst>
            <pc:docMk/>
            <pc:sldMk cId="2889708714" sldId="298"/>
            <ac:picMk id="6" creationId="{1A3C9FAA-6897-D6FF-BFCF-06C7D170243A}"/>
          </ac:picMkLst>
        </pc:picChg>
      </pc:sldChg>
    </pc:docChg>
  </pc:docChgLst>
  <pc:docChgLst>
    <pc:chgData name="Eduardo Lucas" userId="2c32288683b74354" providerId="LiveId" clId="{1FE41F23-CFA1-4028-80DD-3EE9404D6AF5}"/>
    <pc:docChg chg="undo custSel addSld delSld modSld sldOrd">
      <pc:chgData name="Eduardo Lucas" userId="2c32288683b74354" providerId="LiveId" clId="{1FE41F23-CFA1-4028-80DD-3EE9404D6AF5}" dt="2023-04-20T13:25:04.888" v="2888" actId="1076"/>
      <pc:docMkLst>
        <pc:docMk/>
      </pc:docMkLst>
      <pc:sldChg chg="modSp add del mod">
        <pc:chgData name="Eduardo Lucas" userId="2c32288683b74354" providerId="LiveId" clId="{1FE41F23-CFA1-4028-80DD-3EE9404D6AF5}" dt="2023-04-19T19:23:33.543" v="1206" actId="255"/>
        <pc:sldMkLst>
          <pc:docMk/>
          <pc:sldMk cId="3611735909" sldId="264"/>
        </pc:sldMkLst>
        <pc:spChg chg="mod">
          <ac:chgData name="Eduardo Lucas" userId="2c32288683b74354" providerId="LiveId" clId="{1FE41F23-CFA1-4028-80DD-3EE9404D6AF5}" dt="2023-04-19T19:23:33.543" v="1206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modSp add del mod">
        <pc:chgData name="Eduardo Lucas" userId="2c32288683b74354" providerId="LiveId" clId="{1FE41F23-CFA1-4028-80DD-3EE9404D6AF5}" dt="2023-04-19T19:55:12.510" v="1299" actId="123"/>
        <pc:sldMkLst>
          <pc:docMk/>
          <pc:sldMk cId="67721199" sldId="277"/>
        </pc:sldMkLst>
        <pc:spChg chg="mod">
          <ac:chgData name="Eduardo Lucas" userId="2c32288683b74354" providerId="LiveId" clId="{1FE41F23-CFA1-4028-80DD-3EE9404D6AF5}" dt="2023-04-19T19:23:57.667" v="1242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5:12.510" v="1299" actId="123"/>
          <ac:spMkLst>
            <pc:docMk/>
            <pc:sldMk cId="67721199" sldId="277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1.589" v="34" actId="47"/>
        <pc:sldMkLst>
          <pc:docMk/>
          <pc:sldMk cId="1316774732" sldId="278"/>
        </pc:sldMkLst>
      </pc:sldChg>
      <pc:sldChg chg="modSp add mod">
        <pc:chgData name="Eduardo Lucas" userId="2c32288683b74354" providerId="LiveId" clId="{1FE41F23-CFA1-4028-80DD-3EE9404D6AF5}" dt="2023-04-19T19:56:43.065" v="1368" actId="20577"/>
        <pc:sldMkLst>
          <pc:docMk/>
          <pc:sldMk cId="2827409084" sldId="278"/>
        </pc:sldMkLst>
        <pc:spChg chg="mod">
          <ac:chgData name="Eduardo Lucas" userId="2c32288683b74354" providerId="LiveId" clId="{1FE41F23-CFA1-4028-80DD-3EE9404D6AF5}" dt="2023-04-19T19:54:31.172" v="1293" actId="1076"/>
          <ac:spMkLst>
            <pc:docMk/>
            <pc:sldMk cId="2827409084" sldId="278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6:43.065" v="1368" actId="20577"/>
          <ac:spMkLst>
            <pc:docMk/>
            <pc:sldMk cId="2827409084" sldId="278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1FE41F23-CFA1-4028-80DD-3EE9404D6AF5}" dt="2023-04-19T20:27:04.271" v="1619" actId="20577"/>
        <pc:sldMkLst>
          <pc:docMk/>
          <pc:sldMk cId="705570304" sldId="279"/>
        </pc:sldMkLst>
        <pc:spChg chg="mod">
          <ac:chgData name="Eduardo Lucas" userId="2c32288683b74354" providerId="LiveId" clId="{1FE41F23-CFA1-4028-80DD-3EE9404D6AF5}" dt="2023-04-19T20:02:38.497" v="1379" actId="20577"/>
          <ac:spMkLst>
            <pc:docMk/>
            <pc:sldMk cId="705570304" sldId="279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27:04.271" v="1619" actId="20577"/>
          <ac:spMkLst>
            <pc:docMk/>
            <pc:sldMk cId="705570304" sldId="279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2.401" v="36" actId="47"/>
        <pc:sldMkLst>
          <pc:docMk/>
          <pc:sldMk cId="1451590909" sldId="279"/>
        </pc:sldMkLst>
      </pc:sldChg>
      <pc:sldChg chg="del">
        <pc:chgData name="Eduardo Lucas" userId="2c32288683b74354" providerId="LiveId" clId="{1FE41F23-CFA1-4028-80DD-3EE9404D6AF5}" dt="2023-04-18T19:50:02.222" v="35" actId="47"/>
        <pc:sldMkLst>
          <pc:docMk/>
          <pc:sldMk cId="25520498" sldId="280"/>
        </pc:sldMkLst>
      </pc:sldChg>
      <pc:sldChg chg="addSp delSp modSp add mod">
        <pc:chgData name="Eduardo Lucas" userId="2c32288683b74354" providerId="LiveId" clId="{1FE41F23-CFA1-4028-80DD-3EE9404D6AF5}" dt="2023-04-20T13:14:09.031" v="2860" actId="1076"/>
        <pc:sldMkLst>
          <pc:docMk/>
          <pc:sldMk cId="2677052256" sldId="280"/>
        </pc:sldMkLst>
        <pc:spChg chg="mod">
          <ac:chgData name="Eduardo Lucas" userId="2c32288683b74354" providerId="LiveId" clId="{1FE41F23-CFA1-4028-80DD-3EE9404D6AF5}" dt="2023-04-20T13:13:52.291" v="2853" actId="20577"/>
          <ac:spMkLst>
            <pc:docMk/>
            <pc:sldMk cId="2677052256" sldId="280"/>
            <ac:spMk id="2" creationId="{71CA36E5-C16C-B323-9708-48E4D6D10865}"/>
          </ac:spMkLst>
        </pc:spChg>
        <pc:spChg chg="del mod">
          <ac:chgData name="Eduardo Lucas" userId="2c32288683b74354" providerId="LiveId" clId="{1FE41F23-CFA1-4028-80DD-3EE9404D6AF5}" dt="2023-04-20T13:13:56.931" v="2854" actId="478"/>
          <ac:spMkLst>
            <pc:docMk/>
            <pc:sldMk cId="2677052256" sldId="280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3:44.861" v="2841"/>
          <ac:picMkLst>
            <pc:docMk/>
            <pc:sldMk cId="2677052256" sldId="280"/>
            <ac:picMk id="3" creationId="{9D915B22-EEF9-30F6-9B9C-75F0FAF7D933}"/>
          </ac:picMkLst>
        </pc:picChg>
        <pc:picChg chg="add del mod">
          <ac:chgData name="Eduardo Lucas" userId="2c32288683b74354" providerId="LiveId" clId="{1FE41F23-CFA1-4028-80DD-3EE9404D6AF5}" dt="2023-04-20T13:13:59.121" v="2855" actId="478"/>
          <ac:picMkLst>
            <pc:docMk/>
            <pc:sldMk cId="2677052256" sldId="280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20T13:14:09.031" v="2860" actId="1076"/>
          <ac:picMkLst>
            <pc:docMk/>
            <pc:sldMk cId="2677052256" sldId="280"/>
            <ac:picMk id="6" creationId="{51FD2C26-EE1A-342F-0BF6-C00E05B202A5}"/>
          </ac:picMkLst>
        </pc:picChg>
      </pc:sldChg>
      <pc:sldChg chg="addSp delSp modSp add mod">
        <pc:chgData name="Eduardo Lucas" userId="2c32288683b74354" providerId="LiveId" clId="{1FE41F23-CFA1-4028-80DD-3EE9404D6AF5}" dt="2023-04-20T13:12:33.319" v="2818" actId="21"/>
        <pc:sldMkLst>
          <pc:docMk/>
          <pc:sldMk cId="24366844" sldId="281"/>
        </pc:sldMkLst>
        <pc:spChg chg="mod">
          <ac:chgData name="Eduardo Lucas" userId="2c32288683b74354" providerId="LiveId" clId="{1FE41F23-CFA1-4028-80DD-3EE9404D6AF5}" dt="2023-04-20T12:11:43.256" v="1856" actId="20577"/>
          <ac:spMkLst>
            <pc:docMk/>
            <pc:sldMk cId="24366844" sldId="281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0:25.466" v="1668" actId="20577"/>
          <ac:spMkLst>
            <pc:docMk/>
            <pc:sldMk cId="24366844" sldId="281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2:33.319" v="2818" actId="21"/>
          <ac:picMkLst>
            <pc:docMk/>
            <pc:sldMk cId="24366844" sldId="281"/>
            <ac:picMk id="5" creationId="{BFF50CA3-50B2-B7F1-D599-F679F888DB77}"/>
          </ac:picMkLst>
        </pc:picChg>
        <pc:picChg chg="del">
          <ac:chgData name="Eduardo Lucas" userId="2c32288683b74354" providerId="LiveId" clId="{1FE41F23-CFA1-4028-80DD-3EE9404D6AF5}" dt="2023-04-19T20:31:28.745" v="1669" actId="478"/>
          <ac:picMkLst>
            <pc:docMk/>
            <pc:sldMk cId="24366844" sldId="281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19T20:31:34.518" v="1672" actId="1076"/>
          <ac:picMkLst>
            <pc:docMk/>
            <pc:sldMk cId="24366844" sldId="281"/>
            <ac:picMk id="6" creationId="{6A0BD1EC-DF9D-B60F-74AA-17F37FF315C4}"/>
          </ac:picMkLst>
        </pc:picChg>
      </pc:sldChg>
      <pc:sldChg chg="del">
        <pc:chgData name="Eduardo Lucas" userId="2c32288683b74354" providerId="LiveId" clId="{1FE41F23-CFA1-4028-80DD-3EE9404D6AF5}" dt="2023-04-18T19:50:03.709" v="43" actId="47"/>
        <pc:sldMkLst>
          <pc:docMk/>
          <pc:sldMk cId="460464943" sldId="282"/>
        </pc:sldMkLst>
      </pc:sldChg>
      <pc:sldChg chg="addSp delSp modSp add mod">
        <pc:chgData name="Eduardo Lucas" userId="2c32288683b74354" providerId="LiveId" clId="{1FE41F23-CFA1-4028-80DD-3EE9404D6AF5}" dt="2023-04-20T12:12:04" v="1896" actId="20577"/>
        <pc:sldMkLst>
          <pc:docMk/>
          <pc:sldMk cId="3770615147" sldId="282"/>
        </pc:sldMkLst>
        <pc:spChg chg="mod">
          <ac:chgData name="Eduardo Lucas" userId="2c32288683b74354" providerId="LiveId" clId="{1FE41F23-CFA1-4028-80DD-3EE9404D6AF5}" dt="2023-04-20T12:12:04" v="1896" actId="20577"/>
          <ac:spMkLst>
            <pc:docMk/>
            <pc:sldMk cId="3770615147" sldId="282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8:31.564" v="1748" actId="20577"/>
          <ac:spMkLst>
            <pc:docMk/>
            <pc:sldMk cId="3770615147" sldId="282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19T20:38:21.492" v="1741" actId="478"/>
          <ac:picMkLst>
            <pc:docMk/>
            <pc:sldMk cId="3770615147" sldId="282"/>
            <ac:picMk id="5" creationId="{0A439AE8-B871-C1E6-D1A5-BE0FCA679781}"/>
          </ac:picMkLst>
        </pc:picChg>
        <pc:picChg chg="del">
          <ac:chgData name="Eduardo Lucas" userId="2c32288683b74354" providerId="LiveId" clId="{1FE41F23-CFA1-4028-80DD-3EE9404D6AF5}" dt="2023-04-19T20:32:46.305" v="1681" actId="478"/>
          <ac:picMkLst>
            <pc:docMk/>
            <pc:sldMk cId="3770615147" sldId="282"/>
            <ac:picMk id="6" creationId="{6A0BD1EC-DF9D-B60F-74AA-17F37FF315C4}"/>
          </ac:picMkLst>
        </pc:picChg>
        <pc:picChg chg="add mod">
          <ac:chgData name="Eduardo Lucas" userId="2c32288683b74354" providerId="LiveId" clId="{1FE41F23-CFA1-4028-80DD-3EE9404D6AF5}" dt="2023-04-19T20:38:27.351" v="1745" actId="1076"/>
          <ac:picMkLst>
            <pc:docMk/>
            <pc:sldMk cId="3770615147" sldId="282"/>
            <ac:picMk id="8" creationId="{E6843727-A75E-28FD-9C9E-39D647C7515E}"/>
          </ac:picMkLst>
        </pc:picChg>
      </pc:sldChg>
      <pc:sldChg chg="del">
        <pc:chgData name="Eduardo Lucas" userId="2c32288683b74354" providerId="LiveId" clId="{1FE41F23-CFA1-4028-80DD-3EE9404D6AF5}" dt="2023-04-18T19:50:03.899" v="44" actId="47"/>
        <pc:sldMkLst>
          <pc:docMk/>
          <pc:sldMk cId="1218619394" sldId="283"/>
        </pc:sldMkLst>
      </pc:sldChg>
      <pc:sldChg chg="addSp delSp modSp add mod">
        <pc:chgData name="Eduardo Lucas" userId="2c32288683b74354" providerId="LiveId" clId="{1FE41F23-CFA1-4028-80DD-3EE9404D6AF5}" dt="2023-04-20T12:44:11.820" v="2791" actId="20577"/>
        <pc:sldMkLst>
          <pc:docMk/>
          <pc:sldMk cId="2402984834" sldId="283"/>
        </pc:sldMkLst>
        <pc:spChg chg="mod">
          <ac:chgData name="Eduardo Lucas" userId="2c32288683b74354" providerId="LiveId" clId="{1FE41F23-CFA1-4028-80DD-3EE9404D6AF5}" dt="2023-04-20T12:15:30.415" v="1945" actId="20577"/>
          <ac:spMkLst>
            <pc:docMk/>
            <pc:sldMk cId="2402984834" sldId="283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20T12:44:11.820" v="2791" actId="20577"/>
          <ac:spMkLst>
            <pc:docMk/>
            <pc:sldMk cId="2402984834" sldId="283"/>
            <ac:spMk id="3" creationId="{5263812E-1FB6-4869-9BAD-99C604B8CDA4}"/>
          </ac:spMkLst>
        </pc:spChg>
        <pc:spChg chg="mod">
          <ac:chgData name="Eduardo Lucas" userId="2c32288683b74354" providerId="LiveId" clId="{1FE41F23-CFA1-4028-80DD-3EE9404D6AF5}" dt="2023-04-20T12:18:05.119" v="2101" actId="108"/>
          <ac:spMkLst>
            <pc:docMk/>
            <pc:sldMk cId="2402984834" sldId="283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20T12:25:29.359" v="2140" actId="1076"/>
          <ac:spMkLst>
            <pc:docMk/>
            <pc:sldMk cId="2402984834" sldId="283"/>
            <ac:spMk id="5" creationId="{E311BA63-832C-C65C-F3D5-4F54941DED48}"/>
          </ac:spMkLst>
        </pc:spChg>
        <pc:spChg chg="add mod">
          <ac:chgData name="Eduardo Lucas" userId="2c32288683b74354" providerId="LiveId" clId="{1FE41F23-CFA1-4028-80DD-3EE9404D6AF5}" dt="2023-04-20T12:33:13.669" v="2192" actId="20577"/>
          <ac:spMkLst>
            <pc:docMk/>
            <pc:sldMk cId="2402984834" sldId="283"/>
            <ac:spMk id="6" creationId="{BDF850B3-FE55-3156-97D9-2BD2EA5AAF07}"/>
          </ac:spMkLst>
        </pc:spChg>
        <pc:picChg chg="del">
          <ac:chgData name="Eduardo Lucas" userId="2c32288683b74354" providerId="LiveId" clId="{1FE41F23-CFA1-4028-80DD-3EE9404D6AF5}" dt="2023-04-20T12:17:51.686" v="2100" actId="478"/>
          <ac:picMkLst>
            <pc:docMk/>
            <pc:sldMk cId="2402984834" sldId="283"/>
            <ac:picMk id="8" creationId="{E6843727-A75E-28FD-9C9E-39D647C7515E}"/>
          </ac:picMkLst>
        </pc:picChg>
      </pc:sldChg>
      <pc:sldChg chg="addSp modSp add mod">
        <pc:chgData name="Eduardo Lucas" userId="2c32288683b74354" providerId="LiveId" clId="{1FE41F23-CFA1-4028-80DD-3EE9404D6AF5}" dt="2023-04-20T12:43:58.780" v="2653" actId="20577"/>
        <pc:sldMkLst>
          <pc:docMk/>
          <pc:sldMk cId="3642479162" sldId="284"/>
        </pc:sldMkLst>
        <pc:spChg chg="mod">
          <ac:chgData name="Eduardo Lucas" userId="2c32288683b74354" providerId="LiveId" clId="{1FE41F23-CFA1-4028-80DD-3EE9404D6AF5}" dt="2023-04-20T12:43:58.780" v="2653" actId="20577"/>
          <ac:spMkLst>
            <pc:docMk/>
            <pc:sldMk cId="3642479162" sldId="284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2:07.202" v="2145"/>
          <ac:spMkLst>
            <pc:docMk/>
            <pc:sldMk cId="3642479162" sldId="284"/>
            <ac:spMk id="5" creationId="{8613A5F5-DF09-368F-677E-3A568F9DCF0B}"/>
          </ac:spMkLst>
        </pc:spChg>
        <pc:spChg chg="add mod">
          <ac:chgData name="Eduardo Lucas" userId="2c32288683b74354" providerId="LiveId" clId="{1FE41F23-CFA1-4028-80DD-3EE9404D6AF5}" dt="2023-04-20T12:34:06.205" v="2206" actId="108"/>
          <ac:spMkLst>
            <pc:docMk/>
            <pc:sldMk cId="3642479162" sldId="284"/>
            <ac:spMk id="6" creationId="{27799658-B087-A576-EF4B-03BDC6688F4C}"/>
          </ac:spMkLst>
        </pc:spChg>
      </pc:sldChg>
      <pc:sldChg chg="del">
        <pc:chgData name="Eduardo Lucas" userId="2c32288683b74354" providerId="LiveId" clId="{1FE41F23-CFA1-4028-80DD-3EE9404D6AF5}" dt="2023-04-18T19:50:04.059" v="45" actId="47"/>
        <pc:sldMkLst>
          <pc:docMk/>
          <pc:sldMk cId="4286895945" sldId="284"/>
        </pc:sldMkLst>
      </pc:sldChg>
      <pc:sldChg chg="del">
        <pc:chgData name="Eduardo Lucas" userId="2c32288683b74354" providerId="LiveId" clId="{1FE41F23-CFA1-4028-80DD-3EE9404D6AF5}" dt="2023-04-18T19:50:04.239" v="46" actId="47"/>
        <pc:sldMkLst>
          <pc:docMk/>
          <pc:sldMk cId="1515290486" sldId="285"/>
        </pc:sldMkLst>
      </pc:sldChg>
      <pc:sldChg chg="addSp modSp add mod">
        <pc:chgData name="Eduardo Lucas" userId="2c32288683b74354" providerId="LiveId" clId="{1FE41F23-CFA1-4028-80DD-3EE9404D6AF5}" dt="2023-04-20T12:43:48.025" v="2536" actId="20577"/>
        <pc:sldMkLst>
          <pc:docMk/>
          <pc:sldMk cId="2754948761" sldId="285"/>
        </pc:sldMkLst>
        <pc:spChg chg="mod">
          <ac:chgData name="Eduardo Lucas" userId="2c32288683b74354" providerId="LiveId" clId="{1FE41F23-CFA1-4028-80DD-3EE9404D6AF5}" dt="2023-04-20T12:43:48.025" v="2536" actId="20577"/>
          <ac:spMkLst>
            <pc:docMk/>
            <pc:sldMk cId="2754948761" sldId="285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4:15.099" v="2207"/>
          <ac:spMkLst>
            <pc:docMk/>
            <pc:sldMk cId="2754948761" sldId="285"/>
            <ac:spMk id="5" creationId="{DBA43883-5B53-2FF7-378F-3B41FD3CD5BA}"/>
          </ac:spMkLst>
        </pc:spChg>
        <pc:spChg chg="add mod">
          <ac:chgData name="Eduardo Lucas" userId="2c32288683b74354" providerId="LiveId" clId="{1FE41F23-CFA1-4028-80DD-3EE9404D6AF5}" dt="2023-04-20T12:36:38.475" v="2249" actId="20577"/>
          <ac:spMkLst>
            <pc:docMk/>
            <pc:sldMk cId="2754948761" sldId="285"/>
            <ac:spMk id="6" creationId="{29843A52-7CE5-9194-0FFC-D83F7EA09DF3}"/>
          </ac:spMkLst>
        </pc:spChg>
      </pc:sldChg>
      <pc:sldChg chg="del">
        <pc:chgData name="Eduardo Lucas" userId="2c32288683b74354" providerId="LiveId" clId="{1FE41F23-CFA1-4028-80DD-3EE9404D6AF5}" dt="2023-04-18T19:50:04.359" v="47" actId="47"/>
        <pc:sldMkLst>
          <pc:docMk/>
          <pc:sldMk cId="92999037" sldId="286"/>
        </pc:sldMkLst>
      </pc:sldChg>
      <pc:sldChg chg="addSp modSp add mod">
        <pc:chgData name="Eduardo Lucas" userId="2c32288683b74354" providerId="LiveId" clId="{1FE41F23-CFA1-4028-80DD-3EE9404D6AF5}" dt="2023-04-20T12:43:37.347" v="2442" actId="20577"/>
        <pc:sldMkLst>
          <pc:docMk/>
          <pc:sldMk cId="3048623428" sldId="286"/>
        </pc:sldMkLst>
        <pc:spChg chg="mod">
          <ac:chgData name="Eduardo Lucas" userId="2c32288683b74354" providerId="LiveId" clId="{1FE41F23-CFA1-4028-80DD-3EE9404D6AF5}" dt="2023-04-20T12:43:37.347" v="2442" actId="20577"/>
          <ac:spMkLst>
            <pc:docMk/>
            <pc:sldMk cId="3048623428" sldId="286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7:18.196" v="2255" actId="6549"/>
          <ac:spMkLst>
            <pc:docMk/>
            <pc:sldMk cId="3048623428" sldId="286"/>
            <ac:spMk id="5" creationId="{C8A3FC72-20DB-C73F-FDE8-3147610F25DF}"/>
          </ac:spMkLst>
        </pc:spChg>
        <pc:spChg chg="add mod">
          <ac:chgData name="Eduardo Lucas" userId="2c32288683b74354" providerId="LiveId" clId="{1FE41F23-CFA1-4028-80DD-3EE9404D6AF5}" dt="2023-04-20T12:37:13.350" v="2254"/>
          <ac:spMkLst>
            <pc:docMk/>
            <pc:sldMk cId="3048623428" sldId="286"/>
            <ac:spMk id="6" creationId="{0E1992F7-50CB-204B-748B-B2185632AB84}"/>
          </ac:spMkLst>
        </pc:spChg>
        <pc:spChg chg="add mod">
          <ac:chgData name="Eduardo Lucas" userId="2c32288683b74354" providerId="LiveId" clId="{1FE41F23-CFA1-4028-80DD-3EE9404D6AF5}" dt="2023-04-20T12:38:08.460" v="2269" actId="20577"/>
          <ac:spMkLst>
            <pc:docMk/>
            <pc:sldMk cId="3048623428" sldId="286"/>
            <ac:spMk id="7" creationId="{8BCA7243-B4DA-D7F5-4A9C-DE7798231354}"/>
          </ac:spMkLst>
        </pc:spChg>
      </pc:sldChg>
      <pc:sldChg chg="addSp modSp add mod">
        <pc:chgData name="Eduardo Lucas" userId="2c32288683b74354" providerId="LiveId" clId="{1FE41F23-CFA1-4028-80DD-3EE9404D6AF5}" dt="2023-04-20T12:43:24.660" v="2372" actId="20577"/>
        <pc:sldMkLst>
          <pc:docMk/>
          <pc:sldMk cId="1047664571" sldId="287"/>
        </pc:sldMkLst>
        <pc:spChg chg="mod">
          <ac:chgData name="Eduardo Lucas" userId="2c32288683b74354" providerId="LiveId" clId="{1FE41F23-CFA1-4028-80DD-3EE9404D6AF5}" dt="2023-04-20T12:43:24.660" v="2372" actId="20577"/>
          <ac:spMkLst>
            <pc:docMk/>
            <pc:sldMk cId="1047664571" sldId="287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8:34.540" v="2270"/>
          <ac:spMkLst>
            <pc:docMk/>
            <pc:sldMk cId="1047664571" sldId="287"/>
            <ac:spMk id="5" creationId="{C6B8C9A7-E35C-A509-7AC2-64FD74BDF4BE}"/>
          </ac:spMkLst>
        </pc:spChg>
        <pc:spChg chg="add mod">
          <ac:chgData name="Eduardo Lucas" userId="2c32288683b74354" providerId="LiveId" clId="{1FE41F23-CFA1-4028-80DD-3EE9404D6AF5}" dt="2023-04-20T12:39:49.511" v="2289" actId="20577"/>
          <ac:spMkLst>
            <pc:docMk/>
            <pc:sldMk cId="1047664571" sldId="287"/>
            <ac:spMk id="6" creationId="{AED118C9-6BA3-3E5C-4B01-EFC9529340C7}"/>
          </ac:spMkLst>
        </pc:spChg>
      </pc:sldChg>
      <pc:sldChg chg="del">
        <pc:chgData name="Eduardo Lucas" userId="2c32288683b74354" providerId="LiveId" clId="{1FE41F23-CFA1-4028-80DD-3EE9404D6AF5}" dt="2023-04-18T19:50:04.719" v="48" actId="47"/>
        <pc:sldMkLst>
          <pc:docMk/>
          <pc:sldMk cId="2563533058" sldId="287"/>
        </pc:sldMkLst>
      </pc:sldChg>
      <pc:sldChg chg="del">
        <pc:chgData name="Eduardo Lucas" userId="2c32288683b74354" providerId="LiveId" clId="{1FE41F23-CFA1-4028-80DD-3EE9404D6AF5}" dt="2023-04-18T19:50:05.115" v="49" actId="47"/>
        <pc:sldMkLst>
          <pc:docMk/>
          <pc:sldMk cId="802307199" sldId="288"/>
        </pc:sldMkLst>
      </pc:sldChg>
      <pc:sldChg chg="addSp modSp add mod">
        <pc:chgData name="Eduardo Lucas" userId="2c32288683b74354" providerId="LiveId" clId="{1FE41F23-CFA1-4028-80DD-3EE9404D6AF5}" dt="2023-04-20T12:43:13.670" v="2322" actId="20577"/>
        <pc:sldMkLst>
          <pc:docMk/>
          <pc:sldMk cId="3497790999" sldId="288"/>
        </pc:sldMkLst>
        <pc:spChg chg="mod">
          <ac:chgData name="Eduardo Lucas" userId="2c32288683b74354" providerId="LiveId" clId="{1FE41F23-CFA1-4028-80DD-3EE9404D6AF5}" dt="2023-04-20T12:43:13.670" v="2322" actId="20577"/>
          <ac:spMkLst>
            <pc:docMk/>
            <pc:sldMk cId="3497790999" sldId="288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1:28.320" v="2290"/>
          <ac:spMkLst>
            <pc:docMk/>
            <pc:sldMk cId="3497790999" sldId="288"/>
            <ac:spMk id="5" creationId="{9FCD7C53-C9CD-C248-46EC-68C09C49DB21}"/>
          </ac:spMkLst>
        </pc:spChg>
        <pc:spChg chg="add mod">
          <ac:chgData name="Eduardo Lucas" userId="2c32288683b74354" providerId="LiveId" clId="{1FE41F23-CFA1-4028-80DD-3EE9404D6AF5}" dt="2023-04-20T12:43:04.114" v="2321" actId="20577"/>
          <ac:spMkLst>
            <pc:docMk/>
            <pc:sldMk cId="3497790999" sldId="288"/>
            <ac:spMk id="6" creationId="{AB2A5E00-5531-4908-060A-35341156F0E3}"/>
          </ac:spMkLst>
        </pc:spChg>
      </pc:sldChg>
      <pc:sldChg chg="del">
        <pc:chgData name="Eduardo Lucas" userId="2c32288683b74354" providerId="LiveId" clId="{1FE41F23-CFA1-4028-80DD-3EE9404D6AF5}" dt="2023-04-18T19:50:05.761" v="50" actId="47"/>
        <pc:sldMkLst>
          <pc:docMk/>
          <pc:sldMk cId="1390208546" sldId="289"/>
        </pc:sldMkLst>
      </pc:sldChg>
      <pc:sldChg chg="addSp modSp add mod">
        <pc:chgData name="Eduardo Lucas" userId="2c32288683b74354" providerId="LiveId" clId="{1FE41F23-CFA1-4028-80DD-3EE9404D6AF5}" dt="2023-04-20T12:42:50.451" v="2313" actId="20577"/>
        <pc:sldMkLst>
          <pc:docMk/>
          <pc:sldMk cId="2715732391" sldId="289"/>
        </pc:sldMkLst>
        <pc:spChg chg="mod">
          <ac:chgData name="Eduardo Lucas" userId="2c32288683b74354" providerId="LiveId" clId="{1FE41F23-CFA1-4028-80DD-3EE9404D6AF5}" dt="2023-04-20T12:21:34.291" v="2137" actId="207"/>
          <ac:spMkLst>
            <pc:docMk/>
            <pc:sldMk cId="2715732391" sldId="289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2:09.763" v="2298"/>
          <ac:spMkLst>
            <pc:docMk/>
            <pc:sldMk cId="2715732391" sldId="289"/>
            <ac:spMk id="5" creationId="{9D7A1563-B754-C1F8-E380-4B3C9DE4A219}"/>
          </ac:spMkLst>
        </pc:spChg>
        <pc:spChg chg="add mod">
          <ac:chgData name="Eduardo Lucas" userId="2c32288683b74354" providerId="LiveId" clId="{1FE41F23-CFA1-4028-80DD-3EE9404D6AF5}" dt="2023-04-20T12:42:50.451" v="2313" actId="20577"/>
          <ac:spMkLst>
            <pc:docMk/>
            <pc:sldMk cId="2715732391" sldId="289"/>
            <ac:spMk id="6" creationId="{70FE3625-B8F1-8B73-98BF-DB32DF96272B}"/>
          </ac:spMkLst>
        </pc:spChg>
      </pc:sldChg>
      <pc:sldChg chg="del">
        <pc:chgData name="Eduardo Lucas" userId="2c32288683b74354" providerId="LiveId" clId="{1FE41F23-CFA1-4028-80DD-3EE9404D6AF5}" dt="2023-04-18T19:50:03.489" v="42" actId="47"/>
        <pc:sldMkLst>
          <pc:docMk/>
          <pc:sldMk cId="2517394480" sldId="290"/>
        </pc:sldMkLst>
      </pc:sldChg>
      <pc:sldChg chg="addSp delSp modSp add mod">
        <pc:chgData name="Eduardo Lucas" userId="2c32288683b74354" providerId="LiveId" clId="{1FE41F23-CFA1-4028-80DD-3EE9404D6AF5}" dt="2023-04-20T13:16:51.964" v="2870" actId="14100"/>
        <pc:sldMkLst>
          <pc:docMk/>
          <pc:sldMk cId="2908826188" sldId="290"/>
        </pc:sldMkLst>
        <pc:spChg chg="mod">
          <ac:chgData name="Eduardo Lucas" userId="2c32288683b74354" providerId="LiveId" clId="{1FE41F23-CFA1-4028-80DD-3EE9404D6AF5}" dt="2023-04-20T13:16:51.964" v="2870" actId="14100"/>
          <ac:spMkLst>
            <pc:docMk/>
            <pc:sldMk cId="2908826188" sldId="290"/>
            <ac:spMk id="5" creationId="{E311BA63-832C-C65C-F3D5-4F54941DED48}"/>
          </ac:spMkLst>
        </pc:spChg>
        <pc:spChg chg="del">
          <ac:chgData name="Eduardo Lucas" userId="2c32288683b74354" providerId="LiveId" clId="{1FE41F23-CFA1-4028-80DD-3EE9404D6AF5}" dt="2023-04-20T12:58:42.254" v="2794" actId="478"/>
          <ac:spMkLst>
            <pc:docMk/>
            <pc:sldMk cId="2908826188" sldId="290"/>
            <ac:spMk id="6" creationId="{BDF850B3-FE55-3156-97D9-2BD2EA5AAF07}"/>
          </ac:spMkLst>
        </pc:spChg>
        <pc:picChg chg="add mod">
          <ac:chgData name="Eduardo Lucas" userId="2c32288683b74354" providerId="LiveId" clId="{1FE41F23-CFA1-4028-80DD-3EE9404D6AF5}" dt="2023-04-20T12:58:56.748" v="2800" actId="1076"/>
          <ac:picMkLst>
            <pc:docMk/>
            <pc:sldMk cId="2908826188" sldId="290"/>
            <ac:picMk id="8" creationId="{6DE8480A-3395-BD63-0B98-5FC30BE1126E}"/>
          </ac:picMkLst>
        </pc:picChg>
      </pc:sldChg>
      <pc:sldChg chg="addSp delSp modSp add mod">
        <pc:chgData name="Eduardo Lucas" userId="2c32288683b74354" providerId="LiveId" clId="{1FE41F23-CFA1-4028-80DD-3EE9404D6AF5}" dt="2023-04-20T13:17:00.599" v="2872" actId="14100"/>
        <pc:sldMkLst>
          <pc:docMk/>
          <pc:sldMk cId="1949198225" sldId="291"/>
        </pc:sldMkLst>
        <pc:spChg chg="mod">
          <ac:chgData name="Eduardo Lucas" userId="2c32288683b74354" providerId="LiveId" clId="{1FE41F23-CFA1-4028-80DD-3EE9404D6AF5}" dt="2023-04-20T13:17:00.599" v="2872" actId="14100"/>
          <ac:spMkLst>
            <pc:docMk/>
            <pc:sldMk cId="1949198225" sldId="291"/>
            <ac:spMk id="5" creationId="{8613A5F5-DF09-368F-677E-3A568F9DCF0B}"/>
          </ac:spMkLst>
        </pc:spChg>
        <pc:spChg chg="del">
          <ac:chgData name="Eduardo Lucas" userId="2c32288683b74354" providerId="LiveId" clId="{1FE41F23-CFA1-4028-80DD-3EE9404D6AF5}" dt="2023-04-20T13:06:30.409" v="2803" actId="478"/>
          <ac:spMkLst>
            <pc:docMk/>
            <pc:sldMk cId="1949198225" sldId="291"/>
            <ac:spMk id="6" creationId="{27799658-B087-A576-EF4B-03BDC6688F4C}"/>
          </ac:spMkLst>
        </pc:spChg>
        <pc:picChg chg="add del mod">
          <ac:chgData name="Eduardo Lucas" userId="2c32288683b74354" providerId="LiveId" clId="{1FE41F23-CFA1-4028-80DD-3EE9404D6AF5}" dt="2023-04-20T13:11:32.928" v="2810" actId="478"/>
          <ac:picMkLst>
            <pc:docMk/>
            <pc:sldMk cId="1949198225" sldId="291"/>
            <ac:picMk id="8" creationId="{8F45CD99-5724-CA31-7EF4-7C4357DFA3D3}"/>
          </ac:picMkLst>
        </pc:picChg>
        <pc:picChg chg="add mod">
          <ac:chgData name="Eduardo Lucas" userId="2c32288683b74354" providerId="LiveId" clId="{1FE41F23-CFA1-4028-80DD-3EE9404D6AF5}" dt="2023-04-20T13:16:57.796" v="2871" actId="1076"/>
          <ac:picMkLst>
            <pc:docMk/>
            <pc:sldMk cId="1949198225" sldId="291"/>
            <ac:picMk id="10" creationId="{A4627E88-F64B-8558-82D4-9C4653D86272}"/>
          </ac:picMkLst>
        </pc:picChg>
      </pc:sldChg>
      <pc:sldChg chg="del">
        <pc:chgData name="Eduardo Lucas" userId="2c32288683b74354" providerId="LiveId" clId="{1FE41F23-CFA1-4028-80DD-3EE9404D6AF5}" dt="2023-04-18T19:50:02.589" v="37" actId="47"/>
        <pc:sldMkLst>
          <pc:docMk/>
          <pc:sldMk cId="2202899175" sldId="291"/>
        </pc:sldMkLst>
      </pc:sldChg>
      <pc:sldChg chg="del">
        <pc:chgData name="Eduardo Lucas" userId="2c32288683b74354" providerId="LiveId" clId="{1FE41F23-CFA1-4028-80DD-3EE9404D6AF5}" dt="2023-04-18T19:50:02.770" v="38" actId="47"/>
        <pc:sldMkLst>
          <pc:docMk/>
          <pc:sldMk cId="2815285750" sldId="292"/>
        </pc:sldMkLst>
      </pc:sldChg>
      <pc:sldChg chg="add">
        <pc:chgData name="Eduardo Lucas" userId="2c32288683b74354" providerId="LiveId" clId="{1FE41F23-CFA1-4028-80DD-3EE9404D6AF5}" dt="2023-04-20T13:12:59.571" v="2819" actId="2890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1FE41F23-CFA1-4028-80DD-3EE9404D6AF5}" dt="2023-04-20T13:16:47.352" v="2869" actId="1076"/>
        <pc:sldMkLst>
          <pc:docMk/>
          <pc:sldMk cId="724609313" sldId="293"/>
        </pc:sldMkLst>
        <pc:spChg chg="mod">
          <ac:chgData name="Eduardo Lucas" userId="2c32288683b74354" providerId="LiveId" clId="{1FE41F23-CFA1-4028-80DD-3EE9404D6AF5}" dt="2023-04-20T13:16:36.376" v="2864" actId="14100"/>
          <ac:spMkLst>
            <pc:docMk/>
            <pc:sldMk cId="724609313" sldId="293"/>
            <ac:spMk id="5" creationId="{DBA43883-5B53-2FF7-378F-3B41FD3CD5BA}"/>
          </ac:spMkLst>
        </pc:spChg>
        <pc:spChg chg="del">
          <ac:chgData name="Eduardo Lucas" userId="2c32288683b74354" providerId="LiveId" clId="{1FE41F23-CFA1-4028-80DD-3EE9404D6AF5}" dt="2023-04-20T13:16:29.478" v="2862" actId="478"/>
          <ac:spMkLst>
            <pc:docMk/>
            <pc:sldMk cId="724609313" sldId="293"/>
            <ac:spMk id="6" creationId="{29843A52-7CE5-9194-0FFC-D83F7EA09DF3}"/>
          </ac:spMkLst>
        </pc:spChg>
        <pc:picChg chg="add mod">
          <ac:chgData name="Eduardo Lucas" userId="2c32288683b74354" providerId="LiveId" clId="{1FE41F23-CFA1-4028-80DD-3EE9404D6AF5}" dt="2023-04-20T13:16:47.352" v="2869" actId="1076"/>
          <ac:picMkLst>
            <pc:docMk/>
            <pc:sldMk cId="724609313" sldId="293"/>
            <ac:picMk id="8" creationId="{E40203E2-02D8-B8EF-B790-0F6D45116505}"/>
          </ac:picMkLst>
        </pc:picChg>
      </pc:sldChg>
      <pc:sldChg chg="del">
        <pc:chgData name="Eduardo Lucas" userId="2c32288683b74354" providerId="LiveId" clId="{1FE41F23-CFA1-4028-80DD-3EE9404D6AF5}" dt="2023-04-18T19:50:02.829" v="39" actId="47"/>
        <pc:sldMkLst>
          <pc:docMk/>
          <pc:sldMk cId="2766655319" sldId="293"/>
        </pc:sldMkLst>
      </pc:sldChg>
      <pc:sldChg chg="del">
        <pc:chgData name="Eduardo Lucas" userId="2c32288683b74354" providerId="LiveId" clId="{1FE41F23-CFA1-4028-80DD-3EE9404D6AF5}" dt="2023-04-18T19:50:03.061" v="40" actId="47"/>
        <pc:sldMkLst>
          <pc:docMk/>
          <pc:sldMk cId="1084925176" sldId="294"/>
        </pc:sldMkLst>
      </pc:sldChg>
      <pc:sldChg chg="addSp delSp modSp add mod">
        <pc:chgData name="Eduardo Lucas" userId="2c32288683b74354" providerId="LiveId" clId="{1FE41F23-CFA1-4028-80DD-3EE9404D6AF5}" dt="2023-04-20T13:20:28.971" v="2878" actId="1076"/>
        <pc:sldMkLst>
          <pc:docMk/>
          <pc:sldMk cId="1353033329" sldId="294"/>
        </pc:sldMkLst>
        <pc:spChg chg="mod">
          <ac:chgData name="Eduardo Lucas" userId="2c32288683b74354" providerId="LiveId" clId="{1FE41F23-CFA1-4028-80DD-3EE9404D6AF5}" dt="2023-04-20T13:20:07.741" v="2876" actId="14100"/>
          <ac:spMkLst>
            <pc:docMk/>
            <pc:sldMk cId="1353033329" sldId="294"/>
            <ac:spMk id="5" creationId="{C8A3FC72-20DB-C73F-FDE8-3147610F25DF}"/>
          </ac:spMkLst>
        </pc:spChg>
        <pc:spChg chg="del">
          <ac:chgData name="Eduardo Lucas" userId="2c32288683b74354" providerId="LiveId" clId="{1FE41F23-CFA1-4028-80DD-3EE9404D6AF5}" dt="2023-04-20T13:20:01.491" v="2874" actId="478"/>
          <ac:spMkLst>
            <pc:docMk/>
            <pc:sldMk cId="1353033329" sldId="294"/>
            <ac:spMk id="7" creationId="{8BCA7243-B4DA-D7F5-4A9C-DE7798231354}"/>
          </ac:spMkLst>
        </pc:spChg>
        <pc:picChg chg="add mod">
          <ac:chgData name="Eduardo Lucas" userId="2c32288683b74354" providerId="LiveId" clId="{1FE41F23-CFA1-4028-80DD-3EE9404D6AF5}" dt="2023-04-20T13:20:28.971" v="2878" actId="1076"/>
          <ac:picMkLst>
            <pc:docMk/>
            <pc:sldMk cId="1353033329" sldId="294"/>
            <ac:picMk id="9" creationId="{BE8DEB07-CCFC-C5B0-03CB-96F1481D4F81}"/>
          </ac:picMkLst>
        </pc:picChg>
      </pc:sldChg>
      <pc:sldChg chg="addSp delSp modSp add mod">
        <pc:chgData name="Eduardo Lucas" userId="2c32288683b74354" providerId="LiveId" clId="{1FE41F23-CFA1-4028-80DD-3EE9404D6AF5}" dt="2023-04-20T13:25:04.888" v="2888" actId="1076"/>
        <pc:sldMkLst>
          <pc:docMk/>
          <pc:sldMk cId="143972065" sldId="295"/>
        </pc:sldMkLst>
        <pc:spChg chg="mod">
          <ac:chgData name="Eduardo Lucas" userId="2c32288683b74354" providerId="LiveId" clId="{1FE41F23-CFA1-4028-80DD-3EE9404D6AF5}" dt="2023-04-20T13:24:34.148" v="2882" actId="14100"/>
          <ac:spMkLst>
            <pc:docMk/>
            <pc:sldMk cId="143972065" sldId="295"/>
            <ac:spMk id="5" creationId="{C6B8C9A7-E35C-A509-7AC2-64FD74BDF4BE}"/>
          </ac:spMkLst>
        </pc:spChg>
        <pc:spChg chg="del">
          <ac:chgData name="Eduardo Lucas" userId="2c32288683b74354" providerId="LiveId" clId="{1FE41F23-CFA1-4028-80DD-3EE9404D6AF5}" dt="2023-04-20T13:24:28.700" v="2880" actId="478"/>
          <ac:spMkLst>
            <pc:docMk/>
            <pc:sldMk cId="143972065" sldId="295"/>
            <ac:spMk id="6" creationId="{AED118C9-6BA3-3E5C-4B01-EFC9529340C7}"/>
          </ac:spMkLst>
        </pc:spChg>
        <pc:picChg chg="add mod">
          <ac:chgData name="Eduardo Lucas" userId="2c32288683b74354" providerId="LiveId" clId="{1FE41F23-CFA1-4028-80DD-3EE9404D6AF5}" dt="2023-04-20T13:25:04.888" v="2888" actId="1076"/>
          <ac:picMkLst>
            <pc:docMk/>
            <pc:sldMk cId="143972065" sldId="295"/>
            <ac:picMk id="8" creationId="{501A7A18-E2FB-D952-83C6-1C4297B0004B}"/>
          </ac:picMkLst>
        </pc:picChg>
      </pc:sldChg>
      <pc:sldChg chg="del">
        <pc:chgData name="Eduardo Lucas" userId="2c32288683b74354" providerId="LiveId" clId="{1FE41F23-CFA1-4028-80DD-3EE9404D6AF5}" dt="2023-04-18T19:50:03.239" v="41" actId="47"/>
        <pc:sldMkLst>
          <pc:docMk/>
          <pc:sldMk cId="3127333677" sldId="295"/>
        </pc:sldMkLst>
      </pc:sldChg>
      <pc:sldChg chg="del">
        <pc:chgData name="Eduardo Lucas" userId="2c32288683b74354" providerId="LiveId" clId="{1FE41F23-CFA1-4028-80DD-3EE9404D6AF5}" dt="2023-04-19T19:05:21.252" v="1062" actId="47"/>
        <pc:sldMkLst>
          <pc:docMk/>
          <pc:sldMk cId="2550689628" sldId="296"/>
        </pc:sldMkLst>
      </pc:sldChg>
      <pc:sldChg chg="addSp modSp add del mod">
        <pc:chgData name="Eduardo Lucas" userId="2c32288683b74354" providerId="LiveId" clId="{1FE41F23-CFA1-4028-80DD-3EE9404D6AF5}" dt="2023-04-19T19:20:48.888" v="1063" actId="47"/>
        <pc:sldMkLst>
          <pc:docMk/>
          <pc:sldMk cId="199395463" sldId="297"/>
        </pc:sldMkLst>
        <pc:spChg chg="add mod">
          <ac:chgData name="Eduardo Lucas" userId="2c32288683b74354" providerId="LiveId" clId="{1FE41F23-CFA1-4028-80DD-3EE9404D6AF5}" dt="2023-04-18T19:57:00.854" v="148" actId="207"/>
          <ac:spMkLst>
            <pc:docMk/>
            <pc:sldMk cId="199395463" sldId="297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1:49.834" v="932" actId="123"/>
          <ac:spMkLst>
            <pc:docMk/>
            <pc:sldMk cId="199395463" sldId="29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8T19:55:49.023" v="135" actId="207"/>
          <ac:spMkLst>
            <pc:docMk/>
            <pc:sldMk cId="199395463" sldId="297"/>
            <ac:spMk id="5" creationId="{E1707ACB-64EA-DA73-9236-BCBB7FF756E6}"/>
          </ac:spMkLst>
        </pc:spChg>
        <pc:spChg chg="add mod">
          <ac:chgData name="Eduardo Lucas" userId="2c32288683b74354" providerId="LiveId" clId="{1FE41F23-CFA1-4028-80DD-3EE9404D6AF5}" dt="2023-04-19T18:51:56.025" v="933" actId="123"/>
          <ac:spMkLst>
            <pc:docMk/>
            <pc:sldMk cId="199395463" sldId="297"/>
            <ac:spMk id="6" creationId="{DB92A2D0-0059-EF41-7AAB-7F07280B010D}"/>
          </ac:spMkLst>
        </pc:spChg>
      </pc:sldChg>
      <pc:sldChg chg="del">
        <pc:chgData name="Eduardo Lucas" userId="2c32288683b74354" providerId="LiveId" clId="{1FE41F23-CFA1-4028-80DD-3EE9404D6AF5}" dt="2023-04-18T19:50:23.995" v="64" actId="47"/>
        <pc:sldMkLst>
          <pc:docMk/>
          <pc:sldMk cId="1778458384" sldId="297"/>
        </pc:sldMkLst>
      </pc:sldChg>
      <pc:sldChg chg="addSp modSp add del mod">
        <pc:chgData name="Eduardo Lucas" userId="2c32288683b74354" providerId="LiveId" clId="{1FE41F23-CFA1-4028-80DD-3EE9404D6AF5}" dt="2023-04-19T19:20:49.547" v="1065" actId="47"/>
        <pc:sldMkLst>
          <pc:docMk/>
          <pc:sldMk cId="1167092672" sldId="298"/>
        </pc:sldMkLst>
        <pc:spChg chg="mod">
          <ac:chgData name="Eduardo Lucas" userId="2c32288683b74354" providerId="LiveId" clId="{1FE41F23-CFA1-4028-80DD-3EE9404D6AF5}" dt="2023-04-18T19:58:35.990" v="164" actId="207"/>
          <ac:spMkLst>
            <pc:docMk/>
            <pc:sldMk cId="1167092672" sldId="298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26.421" v="941" actId="123"/>
          <ac:spMkLst>
            <pc:docMk/>
            <pc:sldMk cId="1167092672" sldId="298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2:22.181" v="939" actId="207"/>
          <ac:spMkLst>
            <pc:docMk/>
            <pc:sldMk cId="1167092672" sldId="298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497" v="1064" actId="47"/>
        <pc:sldMkLst>
          <pc:docMk/>
          <pc:sldMk cId="75612961" sldId="299"/>
        </pc:sldMkLst>
        <pc:spChg chg="mod">
          <ac:chgData name="Eduardo Lucas" userId="2c32288683b74354" providerId="LiveId" clId="{1FE41F23-CFA1-4028-80DD-3EE9404D6AF5}" dt="2023-04-18T19:57:43.283" v="157" actId="207"/>
          <ac:spMkLst>
            <pc:docMk/>
            <pc:sldMk cId="75612961" sldId="299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07.234" v="935" actId="123"/>
          <ac:spMkLst>
            <pc:docMk/>
            <pc:sldMk cId="75612961" sldId="299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12.532" v="937" actId="207"/>
          <ac:spMkLst>
            <pc:docMk/>
            <pc:sldMk cId="75612961" sldId="299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687" v="1067" actId="47"/>
        <pc:sldMkLst>
          <pc:docMk/>
          <pc:sldMk cId="398559925" sldId="300"/>
        </pc:sldMkLst>
        <pc:spChg chg="mod">
          <ac:chgData name="Eduardo Lucas" userId="2c32288683b74354" providerId="LiveId" clId="{1FE41F23-CFA1-4028-80DD-3EE9404D6AF5}" dt="2023-04-18T20:00:31.625" v="197" actId="20577"/>
          <ac:spMkLst>
            <pc:docMk/>
            <pc:sldMk cId="398559925" sldId="300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17.085" v="952" actId="123"/>
          <ac:spMkLst>
            <pc:docMk/>
            <pc:sldMk cId="398559925" sldId="300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49.271" v="950" actId="113"/>
          <ac:spMkLst>
            <pc:docMk/>
            <pc:sldMk cId="398559925" sldId="300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589" v="1066" actId="47"/>
        <pc:sldMkLst>
          <pc:docMk/>
          <pc:sldMk cId="4204491728" sldId="301"/>
        </pc:sldMkLst>
        <pc:spChg chg="mod">
          <ac:chgData name="Eduardo Lucas" userId="2c32288683b74354" providerId="LiveId" clId="{1FE41F23-CFA1-4028-80DD-3EE9404D6AF5}" dt="2023-04-18T19:59:20.123" v="174" actId="20577"/>
          <ac:spMkLst>
            <pc:docMk/>
            <pc:sldMk cId="4204491728" sldId="301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07.275" v="951" actId="123"/>
          <ac:spMkLst>
            <pc:docMk/>
            <pc:sldMk cId="4204491728" sldId="301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36.274" v="945" actId="207"/>
          <ac:spMkLst>
            <pc:docMk/>
            <pc:sldMk cId="4204491728" sldId="301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04" v="1068" actId="47"/>
        <pc:sldMkLst>
          <pc:docMk/>
          <pc:sldMk cId="2152677309" sldId="302"/>
        </pc:sldMkLst>
        <pc:spChg chg="mod">
          <ac:chgData name="Eduardo Lucas" userId="2c32288683b74354" providerId="LiveId" clId="{1FE41F23-CFA1-4028-80DD-3EE9404D6AF5}" dt="2023-04-18T20:00:25.347" v="187" actId="108"/>
          <ac:spMkLst>
            <pc:docMk/>
            <pc:sldMk cId="2152677309" sldId="302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29.959" v="956" actId="123"/>
          <ac:spMkLst>
            <pc:docMk/>
            <pc:sldMk cId="2152677309" sldId="302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26.091" v="954" actId="207"/>
          <ac:spMkLst>
            <pc:docMk/>
            <pc:sldMk cId="2152677309" sldId="302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33" v="1069" actId="47"/>
        <pc:sldMkLst>
          <pc:docMk/>
          <pc:sldMk cId="2815087171" sldId="303"/>
        </pc:sldMkLst>
        <pc:spChg chg="mod">
          <ac:chgData name="Eduardo Lucas" userId="2c32288683b74354" providerId="LiveId" clId="{1FE41F23-CFA1-4028-80DD-3EE9404D6AF5}" dt="2023-04-18T20:01:59.713" v="238" actId="20577"/>
          <ac:spMkLst>
            <pc:docMk/>
            <pc:sldMk cId="2815087171" sldId="30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8T20:04:52.090" v="318" actId="20577"/>
          <ac:spMkLst>
            <pc:docMk/>
            <pc:sldMk cId="2815087171" sldId="303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34.927" v="957" actId="123"/>
          <ac:spMkLst>
            <pc:docMk/>
            <pc:sldMk cId="2815087171" sldId="303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0.749" v="959" actId="207"/>
          <ac:spMkLst>
            <pc:docMk/>
            <pc:sldMk cId="2815087171" sldId="303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55" v="1070" actId="47"/>
        <pc:sldMkLst>
          <pc:docMk/>
          <pc:sldMk cId="155851376" sldId="304"/>
        </pc:sldMkLst>
        <pc:spChg chg="mod">
          <ac:chgData name="Eduardo Lucas" userId="2c32288683b74354" providerId="LiveId" clId="{1FE41F23-CFA1-4028-80DD-3EE9404D6AF5}" dt="2023-04-18T20:05:25.780" v="324" actId="20577"/>
          <ac:spMkLst>
            <pc:docMk/>
            <pc:sldMk cId="155851376" sldId="304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44.941" v="960" actId="123"/>
          <ac:spMkLst>
            <pc:docMk/>
            <pc:sldMk cId="155851376" sldId="304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9.406" v="962" actId="207"/>
          <ac:spMkLst>
            <pc:docMk/>
            <pc:sldMk cId="155851376" sldId="304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84" v="1071" actId="47"/>
        <pc:sldMkLst>
          <pc:docMk/>
          <pc:sldMk cId="776728922" sldId="305"/>
        </pc:sldMkLst>
        <pc:spChg chg="mod">
          <ac:chgData name="Eduardo Lucas" userId="2c32288683b74354" providerId="LiveId" clId="{1FE41F23-CFA1-4028-80DD-3EE9404D6AF5}" dt="2023-04-18T20:05:59.240" v="331" actId="207"/>
          <ac:spMkLst>
            <pc:docMk/>
            <pc:sldMk cId="776728922" sldId="305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57.808" v="963" actId="123"/>
          <ac:spMkLst>
            <pc:docMk/>
            <pc:sldMk cId="776728922" sldId="305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4:05.626" v="965" actId="123"/>
          <ac:spMkLst>
            <pc:docMk/>
            <pc:sldMk cId="776728922" sldId="305"/>
            <ac:spMk id="6" creationId="{2F954214-E454-B8E7-7F25-782452515217}"/>
          </ac:spMkLst>
        </pc:spChg>
      </pc:sldChg>
      <pc:sldChg chg="delSp modSp add del mod">
        <pc:chgData name="Eduardo Lucas" userId="2c32288683b74354" providerId="LiveId" clId="{1FE41F23-CFA1-4028-80DD-3EE9404D6AF5}" dt="2023-04-19T19:20:49.849" v="1072" actId="47"/>
        <pc:sldMkLst>
          <pc:docMk/>
          <pc:sldMk cId="1183754001" sldId="306"/>
        </pc:sldMkLst>
        <pc:spChg chg="mod">
          <ac:chgData name="Eduardo Lucas" userId="2c32288683b74354" providerId="LiveId" clId="{1FE41F23-CFA1-4028-80DD-3EE9404D6AF5}" dt="2023-04-18T20:06:26.310" v="376" actId="20577"/>
          <ac:spMkLst>
            <pc:docMk/>
            <pc:sldMk cId="1183754001" sldId="306"/>
            <ac:spMk id="2" creationId="{71CA36E5-C16C-B323-9708-48E4D6D10865}"/>
          </ac:spMkLst>
        </pc:spChg>
        <pc:spChg chg="del">
          <ac:chgData name="Eduardo Lucas" userId="2c32288683b74354" providerId="LiveId" clId="{1FE41F23-CFA1-4028-80DD-3EE9404D6AF5}" dt="2023-04-18T20:07:12.700" v="383" actId="478"/>
          <ac:spMkLst>
            <pc:docMk/>
            <pc:sldMk cId="1183754001" sldId="306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4:15.531" v="966" actId="123"/>
          <ac:spMkLst>
            <pc:docMk/>
            <pc:sldMk cId="1183754001" sldId="306"/>
            <ac:spMk id="4" creationId="{9CF5F437-D3CB-0B01-D41D-30EAAF90D04D}"/>
          </ac:spMkLst>
        </pc:spChg>
        <pc:spChg chg="del mod">
          <ac:chgData name="Eduardo Lucas" userId="2c32288683b74354" providerId="LiveId" clId="{1FE41F23-CFA1-4028-80DD-3EE9404D6AF5}" dt="2023-04-18T20:07:21.530" v="384" actId="478"/>
          <ac:spMkLst>
            <pc:docMk/>
            <pc:sldMk cId="1183754001" sldId="306"/>
            <ac:spMk id="5" creationId="{E1707ACB-64EA-DA73-9236-BCBB7FF756E6}"/>
          </ac:spMkLst>
        </pc:spChg>
        <pc:spChg chg="del mod">
          <ac:chgData name="Eduardo Lucas" userId="2c32288683b74354" providerId="LiveId" clId="{1FE41F23-CFA1-4028-80DD-3EE9404D6AF5}" dt="2023-04-18T20:07:23.130" v="385" actId="478"/>
          <ac:spMkLst>
            <pc:docMk/>
            <pc:sldMk cId="1183754001" sldId="306"/>
            <ac:spMk id="6" creationId="{2F954214-E454-B8E7-7F25-782452515217}"/>
          </ac:spMkLst>
        </pc:spChg>
      </pc:sldChg>
      <pc:sldChg chg="addSp modSp add del mod">
        <pc:chgData name="Eduardo Lucas" userId="2c32288683b74354" providerId="LiveId" clId="{1FE41F23-CFA1-4028-80DD-3EE9404D6AF5}" dt="2023-04-19T19:20:49.875" v="1073" actId="47"/>
        <pc:sldMkLst>
          <pc:docMk/>
          <pc:sldMk cId="1191388724" sldId="307"/>
        </pc:sldMkLst>
        <pc:spChg chg="add mod">
          <ac:chgData name="Eduardo Lucas" userId="2c32288683b74354" providerId="LiveId" clId="{1FE41F23-CFA1-4028-80DD-3EE9404D6AF5}" dt="2023-04-18T20:08:46.076" v="395" actId="14100"/>
          <ac:spMkLst>
            <pc:docMk/>
            <pc:sldMk cId="1191388724" sldId="307"/>
            <ac:spMk id="3" creationId="{0C35352A-C2ED-382A-1B55-9988FC95AAFA}"/>
          </ac:spMkLst>
        </pc:spChg>
        <pc:spChg chg="mod">
          <ac:chgData name="Eduardo Lucas" userId="2c32288683b74354" providerId="LiveId" clId="{1FE41F23-CFA1-4028-80DD-3EE9404D6AF5}" dt="2023-04-19T18:54:21.210" v="967" actId="123"/>
          <ac:spMkLst>
            <pc:docMk/>
            <pc:sldMk cId="1191388724" sldId="30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4:25.249" v="968" actId="123"/>
          <ac:spMkLst>
            <pc:docMk/>
            <pc:sldMk cId="1191388724" sldId="307"/>
            <ac:spMk id="5" creationId="{AAF479EB-CE02-C92C-88CE-964192C9F348}"/>
          </ac:spMkLst>
        </pc:spChg>
      </pc:sldChg>
      <pc:sldChg chg="add del">
        <pc:chgData name="Eduardo Lucas" userId="2c32288683b74354" providerId="LiveId" clId="{1FE41F23-CFA1-4028-80DD-3EE9404D6AF5}" dt="2023-04-19T18:54:39.587" v="969" actId="47"/>
        <pc:sldMkLst>
          <pc:docMk/>
          <pc:sldMk cId="4240048940" sldId="308"/>
        </pc:sldMkLst>
      </pc:sldChg>
      <pc:sldChg chg="addSp delSp modSp add del mod">
        <pc:chgData name="Eduardo Lucas" userId="2c32288683b74354" providerId="LiveId" clId="{1FE41F23-CFA1-4028-80DD-3EE9404D6AF5}" dt="2023-04-19T19:20:49.911" v="1074" actId="47"/>
        <pc:sldMkLst>
          <pc:docMk/>
          <pc:sldMk cId="2787946113" sldId="309"/>
        </pc:sldMkLst>
        <pc:spChg chg="del">
          <ac:chgData name="Eduardo Lucas" userId="2c32288683b74354" providerId="LiveId" clId="{1FE41F23-CFA1-4028-80DD-3EE9404D6AF5}" dt="2023-04-18T20:10:59.730" v="409" actId="478"/>
          <ac:spMkLst>
            <pc:docMk/>
            <pc:sldMk cId="2787946113" sldId="309"/>
            <ac:spMk id="3" creationId="{0C35352A-C2ED-382A-1B55-9988FC95AAFA}"/>
          </ac:spMkLst>
        </pc:spChg>
        <pc:spChg chg="del">
          <ac:chgData name="Eduardo Lucas" userId="2c32288683b74354" providerId="LiveId" clId="{1FE41F23-CFA1-4028-80DD-3EE9404D6AF5}" dt="2023-04-18T20:10:58.405" v="408" actId="478"/>
          <ac:spMkLst>
            <pc:docMk/>
            <pc:sldMk cId="2787946113" sldId="309"/>
            <ac:spMk id="4" creationId="{9CF5F437-D3CB-0B01-D41D-30EAAF90D04D}"/>
          </ac:spMkLst>
        </pc:spChg>
        <pc:spChg chg="del">
          <ac:chgData name="Eduardo Lucas" userId="2c32288683b74354" providerId="LiveId" clId="{1FE41F23-CFA1-4028-80DD-3EE9404D6AF5}" dt="2023-04-18T20:11:01.704" v="410" actId="478"/>
          <ac:spMkLst>
            <pc:docMk/>
            <pc:sldMk cId="2787946113" sldId="309"/>
            <ac:spMk id="5" creationId="{AAF479EB-CE02-C92C-88CE-964192C9F348}"/>
          </ac:spMkLst>
        </pc:spChg>
        <pc:picChg chg="add mod">
          <ac:chgData name="Eduardo Lucas" userId="2c32288683b74354" providerId="LiveId" clId="{1FE41F23-CFA1-4028-80DD-3EE9404D6AF5}" dt="2023-04-18T20:12:22.475" v="424" actId="1076"/>
          <ac:picMkLst>
            <pc:docMk/>
            <pc:sldMk cId="2787946113" sldId="309"/>
            <ac:picMk id="7" creationId="{554CC1AE-B025-373C-C9A8-F522076682A0}"/>
          </ac:picMkLst>
        </pc:picChg>
        <pc:picChg chg="add mod">
          <ac:chgData name="Eduardo Lucas" userId="2c32288683b74354" providerId="LiveId" clId="{1FE41F23-CFA1-4028-80DD-3EE9404D6AF5}" dt="2023-04-18T20:12:45.555" v="427" actId="1076"/>
          <ac:picMkLst>
            <pc:docMk/>
            <pc:sldMk cId="2787946113" sldId="309"/>
            <ac:picMk id="9" creationId="{80062EA9-82B7-1AB0-667B-FF2F92351824}"/>
          </ac:picMkLst>
        </pc:picChg>
        <pc:picChg chg="add mod">
          <ac:chgData name="Eduardo Lucas" userId="2c32288683b74354" providerId="LiveId" clId="{1FE41F23-CFA1-4028-80DD-3EE9404D6AF5}" dt="2023-04-18T20:13:18.343" v="432" actId="14100"/>
          <ac:picMkLst>
            <pc:docMk/>
            <pc:sldMk cId="2787946113" sldId="309"/>
            <ac:picMk id="11" creationId="{643CCC88-9425-99A8-4035-B740577AD113}"/>
          </ac:picMkLst>
        </pc:picChg>
        <pc:picChg chg="add mod">
          <ac:chgData name="Eduardo Lucas" userId="2c32288683b74354" providerId="LiveId" clId="{1FE41F23-CFA1-4028-80DD-3EE9404D6AF5}" dt="2023-04-18T20:13:49.088" v="437" actId="1076"/>
          <ac:picMkLst>
            <pc:docMk/>
            <pc:sldMk cId="2787946113" sldId="309"/>
            <ac:picMk id="13" creationId="{F1B79019-06D9-A8A0-B887-65DD39BB526C}"/>
          </ac:picMkLst>
        </pc:picChg>
      </pc:sldChg>
      <pc:sldChg chg="addSp delSp modSp add del mod">
        <pc:chgData name="Eduardo Lucas" userId="2c32288683b74354" providerId="LiveId" clId="{1FE41F23-CFA1-4028-80DD-3EE9404D6AF5}" dt="2023-04-19T19:20:49.962" v="1075" actId="47"/>
        <pc:sldMkLst>
          <pc:docMk/>
          <pc:sldMk cId="544664387" sldId="310"/>
        </pc:sldMkLst>
        <pc:spChg chg="mod">
          <ac:chgData name="Eduardo Lucas" userId="2c32288683b74354" providerId="LiveId" clId="{1FE41F23-CFA1-4028-80DD-3EE9404D6AF5}" dt="2023-04-18T20:15:06.395" v="450" actId="255"/>
          <ac:spMkLst>
            <pc:docMk/>
            <pc:sldMk cId="544664387" sldId="310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19T18:54:46.899" v="970" actId="123"/>
          <ac:spMkLst>
            <pc:docMk/>
            <pc:sldMk cId="544664387" sldId="310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8:26:56.233" v="609" actId="6549"/>
          <ac:spMkLst>
            <pc:docMk/>
            <pc:sldMk cId="544664387" sldId="310"/>
            <ac:spMk id="4" creationId="{A4163BFB-3ED8-287F-64E6-8F2D61B700D9}"/>
          </ac:spMkLst>
        </pc:spChg>
        <pc:spChg chg="add mod">
          <ac:chgData name="Eduardo Lucas" userId="2c32288683b74354" providerId="LiveId" clId="{1FE41F23-CFA1-4028-80DD-3EE9404D6AF5}" dt="2023-04-19T18:24:17.689" v="581" actId="14100"/>
          <ac:spMkLst>
            <pc:docMk/>
            <pc:sldMk cId="544664387" sldId="310"/>
            <ac:spMk id="5" creationId="{23B0ED9F-5A13-859A-0802-DCB42A19F788}"/>
          </ac:spMkLst>
        </pc:spChg>
        <pc:spChg chg="add mod">
          <ac:chgData name="Eduardo Lucas" userId="2c32288683b74354" providerId="LiveId" clId="{1FE41F23-CFA1-4028-80DD-3EE9404D6AF5}" dt="2023-04-19T18:54:52.815" v="971" actId="123"/>
          <ac:spMkLst>
            <pc:docMk/>
            <pc:sldMk cId="544664387" sldId="310"/>
            <ac:spMk id="7" creationId="{626D8973-5465-C262-8D18-A7712C49F654}"/>
          </ac:spMkLst>
        </pc:spChg>
        <pc:picChg chg="del">
          <ac:chgData name="Eduardo Lucas" userId="2c32288683b74354" providerId="LiveId" clId="{1FE41F23-CFA1-4028-80DD-3EE9404D6AF5}" dt="2023-04-18T20:14:54.790" v="439" actId="478"/>
          <ac:picMkLst>
            <pc:docMk/>
            <pc:sldMk cId="544664387" sldId="310"/>
            <ac:picMk id="7" creationId="{554CC1AE-B025-373C-C9A8-F522076682A0}"/>
          </ac:picMkLst>
        </pc:picChg>
        <pc:picChg chg="del">
          <ac:chgData name="Eduardo Lucas" userId="2c32288683b74354" providerId="LiveId" clId="{1FE41F23-CFA1-4028-80DD-3EE9404D6AF5}" dt="2023-04-18T20:14:55.535" v="440" actId="478"/>
          <ac:picMkLst>
            <pc:docMk/>
            <pc:sldMk cId="544664387" sldId="310"/>
            <ac:picMk id="9" creationId="{80062EA9-82B7-1AB0-667B-FF2F92351824}"/>
          </ac:picMkLst>
        </pc:picChg>
        <pc:picChg chg="del">
          <ac:chgData name="Eduardo Lucas" userId="2c32288683b74354" providerId="LiveId" clId="{1FE41F23-CFA1-4028-80DD-3EE9404D6AF5}" dt="2023-04-18T20:14:56.990" v="442" actId="478"/>
          <ac:picMkLst>
            <pc:docMk/>
            <pc:sldMk cId="544664387" sldId="310"/>
            <ac:picMk id="11" creationId="{643CCC88-9425-99A8-4035-B740577AD113}"/>
          </ac:picMkLst>
        </pc:picChg>
        <pc:picChg chg="del">
          <ac:chgData name="Eduardo Lucas" userId="2c32288683b74354" providerId="LiveId" clId="{1FE41F23-CFA1-4028-80DD-3EE9404D6AF5}" dt="2023-04-18T20:14:56.241" v="441" actId="478"/>
          <ac:picMkLst>
            <pc:docMk/>
            <pc:sldMk cId="544664387" sldId="310"/>
            <ac:picMk id="13" creationId="{F1B79019-06D9-A8A0-B887-65DD39BB526C}"/>
          </ac:picMkLst>
        </pc:picChg>
      </pc:sldChg>
      <pc:sldChg chg="modSp add del mod">
        <pc:chgData name="Eduardo Lucas" userId="2c32288683b74354" providerId="LiveId" clId="{1FE41F23-CFA1-4028-80DD-3EE9404D6AF5}" dt="2023-04-19T19:20:49.999" v="1076" actId="47"/>
        <pc:sldMkLst>
          <pc:docMk/>
          <pc:sldMk cId="1508485781" sldId="311"/>
        </pc:sldMkLst>
        <pc:spChg chg="mod">
          <ac:chgData name="Eduardo Lucas" userId="2c32288683b74354" providerId="LiveId" clId="{1FE41F23-CFA1-4028-80DD-3EE9404D6AF5}" dt="2023-04-19T18:55:01.396" v="972" actId="123"/>
          <ac:spMkLst>
            <pc:docMk/>
            <pc:sldMk cId="1508485781" sldId="311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59.623" v="610" actId="6549"/>
          <ac:spMkLst>
            <pc:docMk/>
            <pc:sldMk cId="1508485781" sldId="311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4.567" v="973" actId="123"/>
          <ac:spMkLst>
            <pc:docMk/>
            <pc:sldMk cId="1508485781" sldId="311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049" v="1077" actId="47"/>
        <pc:sldMkLst>
          <pc:docMk/>
          <pc:sldMk cId="2680441711" sldId="312"/>
        </pc:sldMkLst>
        <pc:spChg chg="mod">
          <ac:chgData name="Eduardo Lucas" userId="2c32288683b74354" providerId="LiveId" clId="{1FE41F23-CFA1-4028-80DD-3EE9404D6AF5}" dt="2023-04-19T18:55:12.467" v="975" actId="123"/>
          <ac:spMkLst>
            <pc:docMk/>
            <pc:sldMk cId="2680441711" sldId="312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46.483" v="608" actId="207"/>
          <ac:spMkLst>
            <pc:docMk/>
            <pc:sldMk cId="2680441711" sldId="312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9.411" v="974" actId="123"/>
          <ac:spMkLst>
            <pc:docMk/>
            <pc:sldMk cId="2680441711" sldId="312"/>
            <ac:spMk id="7" creationId="{626D8973-5465-C262-8D18-A7712C49F654}"/>
          </ac:spMkLst>
        </pc:spChg>
      </pc:sldChg>
      <pc:sldChg chg="delSp modSp add del mod">
        <pc:chgData name="Eduardo Lucas" userId="2c32288683b74354" providerId="LiveId" clId="{1FE41F23-CFA1-4028-80DD-3EE9404D6AF5}" dt="2023-04-19T19:20:50.082" v="1078" actId="47"/>
        <pc:sldMkLst>
          <pc:docMk/>
          <pc:sldMk cId="2620891743" sldId="313"/>
        </pc:sldMkLst>
        <pc:spChg chg="mod">
          <ac:chgData name="Eduardo Lucas" userId="2c32288683b74354" providerId="LiveId" clId="{1FE41F23-CFA1-4028-80DD-3EE9404D6AF5}" dt="2023-04-19T18:27:57.627" v="635" actId="6549"/>
          <ac:spMkLst>
            <pc:docMk/>
            <pc:sldMk cId="2620891743" sldId="31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17.320" v="976" actId="123"/>
          <ac:spMkLst>
            <pc:docMk/>
            <pc:sldMk cId="2620891743" sldId="313"/>
            <ac:spMk id="3" creationId="{F6A3DBA9-F4E1-E92C-8F06-7B66EB1F0704}"/>
          </ac:spMkLst>
        </pc:spChg>
        <pc:spChg chg="del mod">
          <ac:chgData name="Eduardo Lucas" userId="2c32288683b74354" providerId="LiveId" clId="{1FE41F23-CFA1-4028-80DD-3EE9404D6AF5}" dt="2023-04-19T18:28:40.139" v="642" actId="478"/>
          <ac:spMkLst>
            <pc:docMk/>
            <pc:sldMk cId="2620891743" sldId="313"/>
            <ac:spMk id="4" creationId="{A4163BFB-3ED8-287F-64E6-8F2D61B700D9}"/>
          </ac:spMkLst>
        </pc:spChg>
        <pc:spChg chg="del">
          <ac:chgData name="Eduardo Lucas" userId="2c32288683b74354" providerId="LiveId" clId="{1FE41F23-CFA1-4028-80DD-3EE9404D6AF5}" dt="2023-04-19T18:28:23.422" v="637" actId="478"/>
          <ac:spMkLst>
            <pc:docMk/>
            <pc:sldMk cId="2620891743" sldId="313"/>
            <ac:spMk id="5" creationId="{23B0ED9F-5A13-859A-0802-DCB42A19F788}"/>
          </ac:spMkLst>
        </pc:spChg>
        <pc:spChg chg="del">
          <ac:chgData name="Eduardo Lucas" userId="2c32288683b74354" providerId="LiveId" clId="{1FE41F23-CFA1-4028-80DD-3EE9404D6AF5}" dt="2023-04-19T18:28:52.659" v="644" actId="478"/>
          <ac:spMkLst>
            <pc:docMk/>
            <pc:sldMk cId="2620891743" sldId="313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115" v="1079" actId="47"/>
        <pc:sldMkLst>
          <pc:docMk/>
          <pc:sldMk cId="1447131806" sldId="314"/>
        </pc:sldMkLst>
        <pc:spChg chg="mod">
          <ac:chgData name="Eduardo Lucas" userId="2c32288683b74354" providerId="LiveId" clId="{1FE41F23-CFA1-4028-80DD-3EE9404D6AF5}" dt="2023-04-19T18:34:16.941" v="846" actId="255"/>
          <ac:spMkLst>
            <pc:docMk/>
            <pc:sldMk cId="1447131806" sldId="314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22.704" v="977" actId="123"/>
          <ac:spMkLst>
            <pc:docMk/>
            <pc:sldMk cId="1447131806" sldId="314"/>
            <ac:spMk id="3" creationId="{F6A3DBA9-F4E1-E92C-8F06-7B66EB1F0704}"/>
          </ac:spMkLst>
        </pc:spChg>
      </pc:sldChg>
      <pc:sldChg chg="addSp delSp modSp add del mod">
        <pc:chgData name="Eduardo Lucas" userId="2c32288683b74354" providerId="LiveId" clId="{1FE41F23-CFA1-4028-80DD-3EE9404D6AF5}" dt="2023-04-19T19:20:51.443" v="1080" actId="47"/>
        <pc:sldMkLst>
          <pc:docMk/>
          <pc:sldMk cId="182788559" sldId="315"/>
        </pc:sldMkLst>
        <pc:spChg chg="mod">
          <ac:chgData name="Eduardo Lucas" userId="2c32288683b74354" providerId="LiveId" clId="{1FE41F23-CFA1-4028-80DD-3EE9404D6AF5}" dt="2023-04-19T18:50:52.167" v="923" actId="20577"/>
          <ac:spMkLst>
            <pc:docMk/>
            <pc:sldMk cId="182788559" sldId="315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00:12.531" v="1040" actId="6549"/>
          <ac:spMkLst>
            <pc:docMk/>
            <pc:sldMk cId="182788559" sldId="315"/>
            <ac:spMk id="3" creationId="{F6A3DBA9-F4E1-E92C-8F06-7B66EB1F0704}"/>
          </ac:spMkLst>
        </pc:spChg>
        <pc:spChg chg="add del mod">
          <ac:chgData name="Eduardo Lucas" userId="2c32288683b74354" providerId="LiveId" clId="{1FE41F23-CFA1-4028-80DD-3EE9404D6AF5}" dt="2023-04-19T19:00:09.571" v="1039" actId="478"/>
          <ac:spMkLst>
            <pc:docMk/>
            <pc:sldMk cId="182788559" sldId="315"/>
            <ac:spMk id="4" creationId="{A905C2CE-10D9-C293-4FAC-C0DB99DBADB5}"/>
          </ac:spMkLst>
        </pc:spChg>
      </pc:sldChg>
      <pc:sldChg chg="modSp add del mod">
        <pc:chgData name="Eduardo Lucas" userId="2c32288683b74354" providerId="LiveId" clId="{1FE41F23-CFA1-4028-80DD-3EE9404D6AF5}" dt="2023-04-19T19:00:38.432" v="1045" actId="47"/>
        <pc:sldMkLst>
          <pc:docMk/>
          <pc:sldMk cId="108737621" sldId="316"/>
        </pc:sldMkLst>
        <pc:spChg chg="mod">
          <ac:chgData name="Eduardo Lucas" userId="2c32288683b74354" providerId="LiveId" clId="{1FE41F23-CFA1-4028-80DD-3EE9404D6AF5}" dt="2023-04-19T18:59:55.850" v="1037" actId="20577"/>
          <ac:spMkLst>
            <pc:docMk/>
            <pc:sldMk cId="108737621" sldId="316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9:00:01.374" v="1038" actId="1076"/>
          <ac:spMkLst>
            <pc:docMk/>
            <pc:sldMk cId="108737621" sldId="316"/>
            <ac:spMk id="4" creationId="{A905C2CE-10D9-C293-4FAC-C0DB99DBADB5}"/>
          </ac:spMkLst>
        </pc:spChg>
      </pc:sldChg>
      <pc:sldChg chg="addSp delSp modSp add del mod">
        <pc:chgData name="Eduardo Lucas" userId="2c32288683b74354" providerId="LiveId" clId="{1FE41F23-CFA1-4028-80DD-3EE9404D6AF5}" dt="2023-04-19T19:20:52.112" v="1081" actId="47"/>
        <pc:sldMkLst>
          <pc:docMk/>
          <pc:sldMk cId="1206597472" sldId="317"/>
        </pc:sldMkLst>
        <pc:spChg chg="del">
          <ac:chgData name="Eduardo Lucas" userId="2c32288683b74354" providerId="LiveId" clId="{1FE41F23-CFA1-4028-80DD-3EE9404D6AF5}" dt="2023-04-19T19:00:26.609" v="1042" actId="478"/>
          <ac:spMkLst>
            <pc:docMk/>
            <pc:sldMk cId="1206597472" sldId="317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9:01:30.742" v="1053" actId="6549"/>
          <ac:spMkLst>
            <pc:docMk/>
            <pc:sldMk cId="1206597472" sldId="317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163" v="1082" actId="47"/>
        <pc:sldMkLst>
          <pc:docMk/>
          <pc:sldMk cId="2429376543" sldId="318"/>
        </pc:sldMkLst>
        <pc:spChg chg="mod">
          <ac:chgData name="Eduardo Lucas" userId="2c32288683b74354" providerId="LiveId" clId="{1FE41F23-CFA1-4028-80DD-3EE9404D6AF5}" dt="2023-04-19T19:01:34.542" v="1054" actId="6549"/>
          <ac:spMkLst>
            <pc:docMk/>
            <pc:sldMk cId="2429376543" sldId="318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266" v="1084" actId="47"/>
        <pc:sldMkLst>
          <pc:docMk/>
          <pc:sldMk cId="309887061" sldId="319"/>
        </pc:sldMkLst>
        <pc:spChg chg="mod">
          <ac:chgData name="Eduardo Lucas" userId="2c32288683b74354" providerId="LiveId" clId="{1FE41F23-CFA1-4028-80DD-3EE9404D6AF5}" dt="2023-04-19T19:01:44.841" v="1056" actId="6549"/>
          <ac:spMkLst>
            <pc:docMk/>
            <pc:sldMk cId="309887061" sldId="319"/>
            <ac:spMk id="4" creationId="{74D9F06A-9EE8-D7B1-9C7D-4848A0E4710A}"/>
          </ac:spMkLst>
        </pc:spChg>
      </pc:sldChg>
      <pc:sldChg chg="add del">
        <pc:chgData name="Eduardo Lucas" userId="2c32288683b74354" providerId="LiveId" clId="{1FE41F23-CFA1-4028-80DD-3EE9404D6AF5}" dt="2023-04-19T19:20:52.276" v="1085" actId="47"/>
        <pc:sldMkLst>
          <pc:docMk/>
          <pc:sldMk cId="1851760593" sldId="320"/>
        </pc:sldMkLst>
      </pc:sldChg>
      <pc:sldChg chg="modSp add del mod">
        <pc:chgData name="Eduardo Lucas" userId="2c32288683b74354" providerId="LiveId" clId="{1FE41F23-CFA1-4028-80DD-3EE9404D6AF5}" dt="2023-04-19T19:20:52.209" v="1083" actId="47"/>
        <pc:sldMkLst>
          <pc:docMk/>
          <pc:sldMk cId="443557454" sldId="321"/>
        </pc:sldMkLst>
        <pc:spChg chg="mod">
          <ac:chgData name="Eduardo Lucas" userId="2c32288683b74354" providerId="LiveId" clId="{1FE41F23-CFA1-4028-80DD-3EE9404D6AF5}" dt="2023-04-19T19:01:39.938" v="1055" actId="6549"/>
          <ac:spMkLst>
            <pc:docMk/>
            <pc:sldMk cId="443557454" sldId="321"/>
            <ac:spMk id="4" creationId="{74D9F06A-9EE8-D7B1-9C7D-4848A0E4710A}"/>
          </ac:spMkLst>
        </pc:spChg>
      </pc:sldChg>
      <pc:sldChg chg="addSp delSp modSp add del mod">
        <pc:chgData name="Eduardo Lucas" userId="2c32288683b74354" providerId="LiveId" clId="{1FE41F23-CFA1-4028-80DD-3EE9404D6AF5}" dt="2023-04-19T19:20:52.319" v="1086" actId="47"/>
        <pc:sldMkLst>
          <pc:docMk/>
          <pc:sldMk cId="3109194255" sldId="322"/>
        </pc:sldMkLst>
        <pc:spChg chg="del">
          <ac:chgData name="Eduardo Lucas" userId="2c32288683b74354" providerId="LiveId" clId="{1FE41F23-CFA1-4028-80DD-3EE9404D6AF5}" dt="2023-04-19T19:03:54.024" v="1058" actId="478"/>
          <ac:spMkLst>
            <pc:docMk/>
            <pc:sldMk cId="3109194255" sldId="322"/>
            <ac:spMk id="4" creationId="{74D9F06A-9EE8-D7B1-9C7D-4848A0E4710A}"/>
          </ac:spMkLst>
        </pc:spChg>
        <pc:picChg chg="add mod">
          <ac:chgData name="Eduardo Lucas" userId="2c32288683b74354" providerId="LiveId" clId="{1FE41F23-CFA1-4028-80DD-3EE9404D6AF5}" dt="2023-04-19T19:04:18.358" v="1061" actId="1076"/>
          <ac:picMkLst>
            <pc:docMk/>
            <pc:sldMk cId="3109194255" sldId="322"/>
            <ac:picMk id="5" creationId="{68381A73-6753-5F0B-31A5-2341A3F7E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9F53-A1BF-4BAE-9815-26B9CE584B04}" type="datetimeFigureOut">
              <a:rPr lang="pt-BR" smtClean="0"/>
              <a:t>27/05/2025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6F6B-C777-407C-BE9E-EAC56A524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1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795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459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052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133F-601C-FDA5-508C-1224EB4DE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2C7E9F-8C8C-1139-3651-8CBF6A71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C6A17-F52B-3906-EA9D-95030CE6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C59A24-A78C-5A65-7AF1-9448859F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FB4DB-29A5-4D57-3A86-0C6805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Forma">
            <a:extLst>
              <a:ext uri="{FF2B5EF4-FFF2-40B4-BE49-F238E27FC236}">
                <a16:creationId xmlns:a16="http://schemas.microsoft.com/office/drawing/2014/main" id="{79F6BB0D-B64C-DDF3-B7DD-906CEE9F8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t="38889" r="12186" b="30185"/>
          <a:stretch/>
        </p:blipFill>
        <p:spPr>
          <a:xfrm>
            <a:off x="9964632" y="8522"/>
            <a:ext cx="2180040" cy="54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04CE-5F95-0874-834E-7CE54976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3D567-D0AB-F0AB-BE7A-352F3B3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1B462D-0EFB-99A1-05B0-29E2EEF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15FD9-27E0-EE39-5333-DDB4295D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22FB83-4611-D193-1525-28E0DC68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7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3F66-CE78-81C4-F734-AD676272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D425EE-1A15-BD76-BB7B-F81DD50B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74B5E-D8DA-65C6-C2B3-A326AFE9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BE078-1C7C-7BC0-8FD3-BD5752A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9430-AF46-B6F5-BA5E-21D71393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96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0CC422B-334E-E536-CAC1-1908389790CA}"/>
              </a:ext>
            </a:extLst>
          </p:cNvPr>
          <p:cNvSpPr/>
          <p:nvPr userDrawn="1"/>
        </p:nvSpPr>
        <p:spPr>
          <a:xfrm>
            <a:off x="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629BD0-168B-849B-4048-10BCFFF8F4E6}"/>
              </a:ext>
            </a:extLst>
          </p:cNvPr>
          <p:cNvSpPr/>
          <p:nvPr userDrawn="1"/>
        </p:nvSpPr>
        <p:spPr>
          <a:xfrm>
            <a:off x="1216914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6394EE-8753-94B4-E695-DFAC4B1C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FBA014-BE8C-0AEF-8819-4D41D7A0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2E27C-CCBB-1A53-1CE6-BA371458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2F16-1A3A-4447-9A56-4E229A5B8700}" type="datetimeFigureOut">
              <a:rPr lang="pt-BR" smtClean="0"/>
              <a:t>27/05/2025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2E228-D68E-A8A8-A569-C752EAB9E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C146B-59D6-DB6D-077E-6BD07599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6FF8C-FA21-4ED7-CD93-A7EE5296C973}"/>
              </a:ext>
            </a:extLst>
          </p:cNvPr>
          <p:cNvSpPr/>
          <p:nvPr userDrawn="1"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MODELAGEM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685526-A840-7DF2-EDC6-F386C55FA4F7}"/>
              </a:ext>
            </a:extLst>
          </p:cNvPr>
          <p:cNvSpPr/>
          <p:nvPr userDrawn="1"/>
        </p:nvSpPr>
        <p:spPr>
          <a:xfrm rot="5400000">
            <a:off x="6091820" y="711620"/>
            <a:ext cx="45719" cy="122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5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47C5AD-AE12-9C94-AB6A-5B550021EC60}"/>
              </a:ext>
            </a:extLst>
          </p:cNvPr>
          <p:cNvSpPr txBox="1"/>
          <p:nvPr/>
        </p:nvSpPr>
        <p:spPr>
          <a:xfrm>
            <a:off x="407368" y="2090172"/>
            <a:ext cx="1137726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400" b="1" dirty="0">
                <a:solidFill>
                  <a:schemeClr val="accent2">
                    <a:lumMod val="50000"/>
                  </a:schemeClr>
                </a:solidFill>
              </a:rPr>
              <a:t>MODELAGEM DE DADOS</a:t>
            </a:r>
          </a:p>
          <a:p>
            <a:pPr algn="ctr"/>
            <a:r>
              <a:rPr lang="pt-BR" sz="2900" b="1" dirty="0">
                <a:solidFill>
                  <a:schemeClr val="accent2">
                    <a:lumMod val="50000"/>
                  </a:schemeClr>
                </a:solidFill>
              </a:rPr>
              <a:t>TRANSFORMAÇÃO 1FN E 2FN</a:t>
            </a:r>
          </a:p>
        </p:txBody>
      </p:sp>
    </p:spTree>
    <p:extLst>
      <p:ext uri="{BB962C8B-B14F-4D97-AF65-F5344CB8AC3E}">
        <p14:creationId xmlns:p14="http://schemas.microsoft.com/office/powerpoint/2010/main" val="361173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A normalização de tabelas é um método para avaliar e corrigir estruturas de tabelas com o propósito de reduzir as redundâncias de dados, diminuindo desta forma a possibilidade de erros e anomalias em uma tabela.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CA138D-7813-42F1-774C-A9B1C402331D}"/>
              </a:ext>
            </a:extLst>
          </p:cNvPr>
          <p:cNvSpPr txBox="1"/>
          <p:nvPr/>
        </p:nvSpPr>
        <p:spPr>
          <a:xfrm>
            <a:off x="264112" y="2971467"/>
            <a:ext cx="3814513" cy="52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Assunto Tabela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4223792" y="2971467"/>
            <a:ext cx="7740001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4310796" y="2971209"/>
            <a:ext cx="7420826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33333"/>
                </a:solidFill>
                <a:effectLst/>
              </a:rPr>
              <a:t>Cada tabela deverá tratar somente de um único assunto, por exemplo:</a:t>
            </a:r>
          </a:p>
          <a:p>
            <a:r>
              <a:rPr lang="pt-BR" dirty="0">
                <a:solidFill>
                  <a:srgbClr val="333333"/>
                </a:solidFill>
              </a:rPr>
              <a:t>U</a:t>
            </a:r>
            <a:r>
              <a:rPr lang="pt-BR" b="0" i="0" dirty="0">
                <a:solidFill>
                  <a:srgbClr val="333333"/>
                </a:solidFill>
                <a:effectLst/>
              </a:rPr>
              <a:t>ma tabela com informações sobre remédio não poderá ter informações de um médico.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14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A normalização de tabelas é um método para avaliar e corrigir estruturas de tabelas com o propósito de reduzir as redundâncias de dados, diminuindo desta forma a possibilidade de erros e anomalias em uma tabela.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4223792" y="2971467"/>
            <a:ext cx="7740001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4310796" y="2971209"/>
            <a:ext cx="7420826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O mesmo campo não poderá ser armazenado em mais de uma tabela, sendo esta uma garantia que não será necessário atualizar o mesmo campo, em mais de uma tabela.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0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Assunto Tabela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Campos nas tabelas</a:t>
            </a:r>
          </a:p>
        </p:txBody>
      </p:sp>
    </p:spTree>
    <p:extLst>
      <p:ext uri="{BB962C8B-B14F-4D97-AF65-F5344CB8AC3E}">
        <p14:creationId xmlns:p14="http://schemas.microsoft.com/office/powerpoint/2010/main" val="301695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A normalização de tabelas é um método para avaliar e corrigir estruturas de tabelas com o propósito de reduzir as redundâncias de dados, diminuindo desta forma a possibilidade de erros e anomalias em uma tabela.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4223792" y="2971467"/>
            <a:ext cx="7740001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4310796" y="2971209"/>
            <a:ext cx="7420826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33333"/>
                </a:solidFill>
                <a:effectLst/>
              </a:rPr>
              <a:t>Os campos de uma tabela são dependentes da chave primária desta tabela e de mais nenhum campo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4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Assunto Tabela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Campos nas tabelas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Chave Primária</a:t>
            </a:r>
          </a:p>
        </p:txBody>
      </p:sp>
    </p:spTree>
    <p:extLst>
      <p:ext uri="{BB962C8B-B14F-4D97-AF65-F5344CB8AC3E}">
        <p14:creationId xmlns:p14="http://schemas.microsoft.com/office/powerpoint/2010/main" val="31761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A normalização de tabelas é um método para avaliar e corrigir estruturas de tabelas com o propósito de reduzir as redundâncias de dados, diminuindo desta forma a possibilidade de erros e anomalias em uma tabela.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4223792" y="2971467"/>
            <a:ext cx="7740001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4310796" y="2971209"/>
            <a:ext cx="7420826" cy="2950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33333"/>
                </a:solidFill>
                <a:effectLst/>
              </a:rPr>
              <a:t>A tabela deverá estar livre de anomalias de inserção, atualização e exclusão, garantindo a integridade e a consistência dos dados, por exemplo:</a:t>
            </a:r>
          </a:p>
          <a:p>
            <a:r>
              <a:rPr lang="pt-BR" dirty="0">
                <a:solidFill>
                  <a:srgbClr val="333333"/>
                </a:solidFill>
              </a:rPr>
              <a:t>N</a:t>
            </a:r>
            <a:r>
              <a:rPr lang="pt-BR" b="0" i="0" dirty="0">
                <a:solidFill>
                  <a:srgbClr val="333333"/>
                </a:solidFill>
                <a:effectLst/>
              </a:rPr>
              <a:t>a tabela cliente será necessário informar a cidade de seu nascimento, para tanto não devemos deixá-lo informar a cidade, mas escolher a cidade dentre as cidades previamente cadastradas.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98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Assunto Tabela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Campos nas tabelas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Chave Primária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Integridade e Consistência</a:t>
            </a:r>
          </a:p>
        </p:txBody>
      </p:sp>
    </p:spTree>
    <p:extLst>
      <p:ext uri="{BB962C8B-B14F-4D97-AF65-F5344CB8AC3E}">
        <p14:creationId xmlns:p14="http://schemas.microsoft.com/office/powerpoint/2010/main" val="406800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149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É o atributo que não é divisível e que possui um sentido único, como o RG ou o CPF de uma pessoa, que não podem ser divididos em dois outros campos.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52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simples ou atômico</a:t>
            </a:r>
          </a:p>
        </p:txBody>
      </p:sp>
    </p:spTree>
    <p:extLst>
      <p:ext uri="{BB962C8B-B14F-4D97-AF65-F5344CB8AC3E}">
        <p14:creationId xmlns:p14="http://schemas.microsoft.com/office/powerpoint/2010/main" val="393022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É um atributo que pode ser dividido em várias partes. Um bom exemplo é o endereço.</a:t>
            </a:r>
          </a:p>
          <a:p>
            <a:endParaRPr lang="pt-BR" dirty="0">
              <a:solidFill>
                <a:srgbClr val="323642"/>
              </a:solidFill>
            </a:endParaRPr>
          </a:p>
          <a:p>
            <a:r>
              <a:rPr lang="pt-BR" b="0" i="0" dirty="0">
                <a:solidFill>
                  <a:srgbClr val="323642"/>
                </a:solidFill>
                <a:effectLst/>
              </a:rPr>
              <a:t>Podemos dividir esse atributo em: rua, número, complemento, bairro.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0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simples ou atômico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composto</a:t>
            </a:r>
            <a:endParaRPr lang="pt-BR" sz="21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735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149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É um atributo que possui apenas um valor para a tabela, por exemplo a matrícula de um aluno, dado este que não poderá se repetir na tabela.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4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simples ou atômico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composto</a:t>
            </a:r>
            <a:endParaRPr lang="pt-BR" sz="2100" b="1" dirty="0">
              <a:solidFill>
                <a:srgbClr val="323642"/>
              </a:solidFill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monovalorado</a:t>
            </a:r>
          </a:p>
        </p:txBody>
      </p:sp>
    </p:spTree>
    <p:extLst>
      <p:ext uri="{BB962C8B-B14F-4D97-AF65-F5344CB8AC3E}">
        <p14:creationId xmlns:p14="http://schemas.microsoft.com/office/powerpoint/2010/main" val="390421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149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É um atributo que pode receber mais de uma informação. O melhor exemplo é o telefone, que pode receber mais de um valor.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198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simples ou atômico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composto</a:t>
            </a:r>
            <a:endParaRPr lang="pt-BR" sz="2100" b="1" dirty="0">
              <a:solidFill>
                <a:srgbClr val="323642"/>
              </a:solidFill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monovalorado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multivalorado</a:t>
            </a:r>
          </a:p>
        </p:txBody>
      </p:sp>
    </p:spTree>
    <p:extLst>
      <p:ext uri="{BB962C8B-B14F-4D97-AF65-F5344CB8AC3E}">
        <p14:creationId xmlns:p14="http://schemas.microsoft.com/office/powerpoint/2010/main" val="326334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2950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O valor deste atributo pode vir de outra tabela ou de outros campos.</a:t>
            </a:r>
          </a:p>
          <a:p>
            <a:r>
              <a:rPr lang="pt-BR" b="0" i="0" dirty="0">
                <a:solidFill>
                  <a:srgbClr val="323642"/>
                </a:solidFill>
                <a:effectLst/>
              </a:rPr>
              <a:t>Por exemplo, para um médico, a idade (em anos e dias) é necessária, pois ela pode ser calculada a partir da data de nascimento e da data de atendimento no ato da consulta médica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246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simples ou atômico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composto</a:t>
            </a:r>
            <a:endParaRPr lang="pt-BR" sz="2100" b="1" dirty="0">
              <a:solidFill>
                <a:srgbClr val="323642"/>
              </a:solidFill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monovalorado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multivalorado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derivado</a:t>
            </a:r>
            <a:endParaRPr lang="pt-BR" sz="21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055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5987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 DE DADOS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 DOS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as regras da normalização, um dos alvos a ser observado são os campos (ou atributos) que fazem parte das tabelas. </a:t>
            </a: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Podemos classificar os atributos de um Modelo Entidade-Relacionamentos como: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ED443B7-58A0-C2C2-6062-C71C105260C2}"/>
              </a:ext>
            </a:extLst>
          </p:cNvPr>
          <p:cNvSpPr/>
          <p:nvPr/>
        </p:nvSpPr>
        <p:spPr>
          <a:xfrm>
            <a:off x="5015880" y="2971467"/>
            <a:ext cx="6947913" cy="3481869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1BDDE-39D5-D937-0490-010E345020EE}"/>
              </a:ext>
            </a:extLst>
          </p:cNvPr>
          <p:cNvSpPr txBox="1"/>
          <p:nvPr/>
        </p:nvSpPr>
        <p:spPr>
          <a:xfrm>
            <a:off x="5070220" y="2971209"/>
            <a:ext cx="6661401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0" i="0" dirty="0">
                <a:solidFill>
                  <a:srgbClr val="323642"/>
                </a:solidFill>
                <a:effectLst/>
              </a:rPr>
              <a:t>É o atributo escolhido ou criado para indicar o registro (a linha) da tabela.</a:t>
            </a:r>
            <a:endParaRPr lang="pt-B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971467"/>
            <a:ext cx="3814513" cy="295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simples ou atômico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composto</a:t>
            </a:r>
            <a:endParaRPr lang="pt-BR" sz="2100" b="1" dirty="0">
              <a:solidFill>
                <a:srgbClr val="323642"/>
              </a:solidFill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monovalorado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multivalorado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23642"/>
                </a:solidFill>
                <a:effectLst/>
                <a:latin typeface="+mj-lt"/>
              </a:rPr>
              <a:t>Atributo derivado</a:t>
            </a:r>
            <a:endParaRPr lang="pt-BR" sz="2100" b="1" dirty="0">
              <a:solidFill>
                <a:srgbClr val="323642"/>
              </a:solidFill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Atributo chave</a:t>
            </a:r>
            <a:endParaRPr lang="pt-BR" sz="21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2363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CARACTERISTICAS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estar na 1FN os seguintes passos devem ser realizados: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2330011"/>
            <a:ext cx="11664536" cy="246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Identificar a chave primária da tabela.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Identificar a coluna que possua dados repetidos.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Remover a coluna que tenha dados repetidos.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Criar uma nova tabela para armazenar as dados repetidos.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Criar um relacionamento entre a tabela que está sendo normalizada e a sua tabela secundária.</a:t>
            </a:r>
            <a:endParaRPr lang="pt-BR" sz="21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408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185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DE TABELA FORA DA 1°FN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9B6963-A5B0-FC54-F0FD-33BE53C7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764110"/>
            <a:ext cx="11358227" cy="164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5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185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DE TABELA FORA DA 1°FN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12E675-82F8-8D3B-83B6-2962558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764110"/>
            <a:ext cx="11358227" cy="1647497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EA9A04F-D2F4-A5B9-49B6-B6D3CD73B06F}"/>
              </a:ext>
            </a:extLst>
          </p:cNvPr>
          <p:cNvCxnSpPr>
            <a:cxnSpLocks/>
          </p:cNvCxnSpPr>
          <p:nvPr/>
        </p:nvCxnSpPr>
        <p:spPr>
          <a:xfrm flipV="1">
            <a:off x="1405962" y="3411607"/>
            <a:ext cx="648072" cy="56158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2C6889-B1B4-09F0-B319-688B65E72E65}"/>
              </a:ext>
            </a:extLst>
          </p:cNvPr>
          <p:cNvSpPr txBox="1"/>
          <p:nvPr/>
        </p:nvSpPr>
        <p:spPr>
          <a:xfrm>
            <a:off x="387322" y="4084765"/>
            <a:ext cx="26029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CAMPOS COMPOSTOS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9FCDF64-B671-B3CB-C76B-B9C3972AAE95}"/>
              </a:ext>
            </a:extLst>
          </p:cNvPr>
          <p:cNvCxnSpPr>
            <a:cxnSpLocks/>
          </p:cNvCxnSpPr>
          <p:nvPr/>
        </p:nvCxnSpPr>
        <p:spPr>
          <a:xfrm flipV="1">
            <a:off x="2486082" y="3493010"/>
            <a:ext cx="2167016" cy="205561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D355FF-B99B-E305-3A7D-40064A0089E4}"/>
              </a:ext>
            </a:extLst>
          </p:cNvPr>
          <p:cNvSpPr txBox="1"/>
          <p:nvPr/>
        </p:nvSpPr>
        <p:spPr>
          <a:xfrm>
            <a:off x="851729" y="5686866"/>
            <a:ext cx="26029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CAMPOS COMPOSTOS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831456D-BA0F-34EB-2AA3-ECA9D62F7880}"/>
              </a:ext>
            </a:extLst>
          </p:cNvPr>
          <p:cNvCxnSpPr>
            <a:cxnSpLocks/>
          </p:cNvCxnSpPr>
          <p:nvPr/>
        </p:nvCxnSpPr>
        <p:spPr>
          <a:xfrm flipV="1">
            <a:off x="7806230" y="3477417"/>
            <a:ext cx="2677851" cy="186668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D8952B-880E-D703-D119-FEEB42F03614}"/>
              </a:ext>
            </a:extLst>
          </p:cNvPr>
          <p:cNvSpPr txBox="1"/>
          <p:nvPr/>
        </p:nvSpPr>
        <p:spPr>
          <a:xfrm>
            <a:off x="6432713" y="5363958"/>
            <a:ext cx="32194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CAMPOS MULTIVALORADOS</a:t>
            </a:r>
          </a:p>
        </p:txBody>
      </p:sp>
    </p:spTree>
    <p:extLst>
      <p:ext uri="{BB962C8B-B14F-4D97-AF65-F5344CB8AC3E}">
        <p14:creationId xmlns:p14="http://schemas.microsoft.com/office/powerpoint/2010/main" val="1797215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9532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DE TABELA NORMALIZADA  1°FN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1" name="Tabela 9">
            <a:extLst>
              <a:ext uri="{FF2B5EF4-FFF2-40B4-BE49-F238E27FC236}">
                <a16:creationId xmlns:a16="http://schemas.microsoft.com/office/drawing/2014/main" id="{A177413F-CC48-DFEF-A3EE-2F98D025D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07250"/>
              </p:ext>
            </p:extLst>
          </p:nvPr>
        </p:nvGraphicFramePr>
        <p:xfrm>
          <a:off x="427903" y="3752814"/>
          <a:ext cx="112237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90">
                  <a:extLst>
                    <a:ext uri="{9D8B030D-6E8A-4147-A177-3AD203B41FA5}">
                      <a16:colId xmlns:a16="http://schemas.microsoft.com/office/drawing/2014/main" val="3017990707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385184140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34287219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78890389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83194581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0453547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224937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COD_CLIENTE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SOBRENOME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CEP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44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SANTANA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RUA ANCHIETA, 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+mj-lt"/>
                        </a:rPr>
                        <a:t>72230-256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5501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948958-68BB-3CF8-1F2A-D429A8FC47D7}"/>
              </a:ext>
            </a:extLst>
          </p:cNvPr>
          <p:cNvSpPr txBox="1"/>
          <p:nvPr/>
        </p:nvSpPr>
        <p:spPr>
          <a:xfrm>
            <a:off x="3249160" y="5386852"/>
            <a:ext cx="4072718" cy="415498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pt-BR" sz="2100" b="1" dirty="0">
                <a:solidFill>
                  <a:schemeClr val="bg1"/>
                </a:solidFill>
                <a:latin typeface="+mj-lt"/>
              </a:rPr>
              <a:t>ATENÇÃO PARA O CAMPO TELEFONE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445A81-63EA-578C-ACFE-3D5DDC2C3928}"/>
              </a:ext>
            </a:extLst>
          </p:cNvPr>
          <p:cNvSpPr txBox="1"/>
          <p:nvPr/>
        </p:nvSpPr>
        <p:spPr>
          <a:xfrm>
            <a:off x="4439816" y="3383482"/>
            <a:ext cx="2369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TABELA DE CLIENTES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3BE5D8A-ECC6-E4D8-E3D9-670FB1F42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764110"/>
            <a:ext cx="11358227" cy="164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5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9532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DE TABELA NORMALIZADA  1°FN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3BE5D8A-ECC6-E4D8-E3D9-670FB1F42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764110"/>
            <a:ext cx="11358227" cy="1647497"/>
          </a:xfrm>
          <a:prstGeom prst="rect">
            <a:avLst/>
          </a:prstGeom>
        </p:spPr>
      </p:pic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53837C0F-D87E-D4A2-6320-36AC54078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981431"/>
              </p:ext>
            </p:extLst>
          </p:nvPr>
        </p:nvGraphicFramePr>
        <p:xfrm>
          <a:off x="2613218" y="5186797"/>
          <a:ext cx="43204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70573830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288613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COD_CLIENTE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TELEFONE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03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374752848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17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327393992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44405"/>
                  </a:ext>
                </a:extLst>
              </a:tr>
            </a:tbl>
          </a:graphicData>
        </a:graphic>
      </p:graphicFrame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8AD3C8EE-59BB-C12A-508E-6B1C30627E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6219" y="4218525"/>
            <a:ext cx="1254818" cy="12241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BF1ADE8-7DE9-7F6D-5185-3FE9A2DA4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0787"/>
              </p:ext>
            </p:extLst>
          </p:nvPr>
        </p:nvGraphicFramePr>
        <p:xfrm>
          <a:off x="427903" y="3752814"/>
          <a:ext cx="112237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90">
                  <a:extLst>
                    <a:ext uri="{9D8B030D-6E8A-4147-A177-3AD203B41FA5}">
                      <a16:colId xmlns:a16="http://schemas.microsoft.com/office/drawing/2014/main" val="3017990707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385184140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34287219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78890389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83194581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0453547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224937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SOBRENOME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44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SANTANA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RUA ANCHIETA, 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72230-256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5501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64B3EDB8-D163-EB43-EB68-7D06A1838A43}"/>
              </a:ext>
            </a:extLst>
          </p:cNvPr>
          <p:cNvSpPr txBox="1"/>
          <p:nvPr/>
        </p:nvSpPr>
        <p:spPr>
          <a:xfrm>
            <a:off x="4439816" y="3383482"/>
            <a:ext cx="2369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TABELA DE CLIENTES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41C6E5F-B9E2-8441-6458-9DE59B0EA328}"/>
              </a:ext>
            </a:extLst>
          </p:cNvPr>
          <p:cNvSpPr txBox="1"/>
          <p:nvPr/>
        </p:nvSpPr>
        <p:spPr>
          <a:xfrm>
            <a:off x="3445673" y="4809381"/>
            <a:ext cx="2586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TABELA DE TELEFONES</a:t>
            </a:r>
          </a:p>
        </p:txBody>
      </p:sp>
    </p:spTree>
    <p:extLst>
      <p:ext uri="{BB962C8B-B14F-4D97-AF65-F5344CB8AC3E}">
        <p14:creationId xmlns:p14="http://schemas.microsoft.com/office/powerpoint/2010/main" val="109620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9532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1°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DE TABELA NORMALIZADA  1°FN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3BE5D8A-ECC6-E4D8-E3D9-670FB1F42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764110"/>
            <a:ext cx="11358227" cy="1647497"/>
          </a:xfrm>
          <a:prstGeom prst="rect">
            <a:avLst/>
          </a:prstGeom>
        </p:spPr>
      </p:pic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53837C0F-D87E-D4A2-6320-36AC54078291}"/>
              </a:ext>
            </a:extLst>
          </p:cNvPr>
          <p:cNvGraphicFramePr>
            <a:graphicFrameLocks noGrp="1"/>
          </p:cNvGraphicFramePr>
          <p:nvPr/>
        </p:nvGraphicFramePr>
        <p:xfrm>
          <a:off x="2613218" y="5186797"/>
          <a:ext cx="43204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70573830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288613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COD_CLIENTE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TELEFONE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03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374752848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17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327393992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44405"/>
                  </a:ext>
                </a:extLst>
              </a:tr>
            </a:tbl>
          </a:graphicData>
        </a:graphic>
      </p:graphicFrame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8AD3C8EE-59BB-C12A-508E-6B1C30627E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6219" y="4218525"/>
            <a:ext cx="1254818" cy="12241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BF1ADE8-7DE9-7F6D-5185-3FE9A2DA45A4}"/>
              </a:ext>
            </a:extLst>
          </p:cNvPr>
          <p:cNvGraphicFramePr>
            <a:graphicFrameLocks noGrp="1"/>
          </p:cNvGraphicFramePr>
          <p:nvPr/>
        </p:nvGraphicFramePr>
        <p:xfrm>
          <a:off x="427903" y="3752814"/>
          <a:ext cx="112237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90">
                  <a:extLst>
                    <a:ext uri="{9D8B030D-6E8A-4147-A177-3AD203B41FA5}">
                      <a16:colId xmlns:a16="http://schemas.microsoft.com/office/drawing/2014/main" val="3017990707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385184140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34287219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78890389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83194581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2604535473"/>
                    </a:ext>
                  </a:extLst>
                </a:gridCol>
                <a:gridCol w="1603390">
                  <a:extLst>
                    <a:ext uri="{9D8B030D-6E8A-4147-A177-3AD203B41FA5}">
                      <a16:colId xmlns:a16="http://schemas.microsoft.com/office/drawing/2014/main" val="1224937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SOBRENOME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44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SANTANA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RUA ANCHIETA, 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72230-256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5501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64B3EDB8-D163-EB43-EB68-7D06A1838A43}"/>
              </a:ext>
            </a:extLst>
          </p:cNvPr>
          <p:cNvSpPr txBox="1"/>
          <p:nvPr/>
        </p:nvSpPr>
        <p:spPr>
          <a:xfrm>
            <a:off x="4439816" y="3383482"/>
            <a:ext cx="2369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TABELA DE CLIENTES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41C6E5F-B9E2-8441-6458-9DE59B0EA328}"/>
              </a:ext>
            </a:extLst>
          </p:cNvPr>
          <p:cNvSpPr txBox="1"/>
          <p:nvPr/>
        </p:nvSpPr>
        <p:spPr>
          <a:xfrm>
            <a:off x="3445673" y="4809381"/>
            <a:ext cx="2586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100" b="1" dirty="0">
                <a:latin typeface="+mj-lt"/>
              </a:rPr>
              <a:t>TABELA DE TELEFONES</a:t>
            </a:r>
          </a:p>
        </p:txBody>
      </p:sp>
    </p:spTree>
    <p:extLst>
      <p:ext uri="{BB962C8B-B14F-4D97-AF65-F5344CB8AC3E}">
        <p14:creationId xmlns:p14="http://schemas.microsoft.com/office/powerpoint/2010/main" val="362659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2°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CARACTERISTICAS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4965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  <a:defRPr sz="2100" b="0" i="0">
                <a:solidFill>
                  <a:srgbClr val="333333"/>
                </a:solidFill>
                <a:effectLst/>
                <a:latin typeface="+mj-lt"/>
              </a:defRPr>
            </a:lvl1pPr>
          </a:lstStyle>
          <a:p>
            <a:pPr marL="0" indent="0">
              <a:buNone/>
            </a:pPr>
            <a:r>
              <a:rPr lang="pt-BR" dirty="0"/>
              <a:t>Uma tabela está na 2FN, se e somente se estiver na 1FN e se todas as suas colunas que não são chaves dependerem exclusivamente da chave primária (de toda a chave primária e não só de parte dela).</a:t>
            </a:r>
          </a:p>
          <a:p>
            <a:pPr marL="0" indent="0">
              <a:buNone/>
            </a:pPr>
            <a:r>
              <a:rPr lang="pt-BR" dirty="0"/>
              <a:t>Para estar na 2FN devemos aplicar as seguintes ações: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A0997-1656-C385-5068-E56400D3762D}"/>
              </a:ext>
            </a:extLst>
          </p:cNvPr>
          <p:cNvSpPr txBox="1"/>
          <p:nvPr/>
        </p:nvSpPr>
        <p:spPr>
          <a:xfrm>
            <a:off x="264112" y="3411013"/>
            <a:ext cx="11664536" cy="10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Identificar as colunas que não são funcionalmente dependentes da chave primária da tabela.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Remover o campo da tabela e criar uma nova tabela com esses dados.</a:t>
            </a:r>
            <a:endParaRPr lang="pt-BR" sz="21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2277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2°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3C9FAA-6897-D6FF-BFCF-06C7D170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755969"/>
            <a:ext cx="11550377" cy="188905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8882777-0183-C640-7CC3-BA73CDCD1312}"/>
              </a:ext>
            </a:extLst>
          </p:cNvPr>
          <p:cNvSpPr txBox="1"/>
          <p:nvPr/>
        </p:nvSpPr>
        <p:spPr>
          <a:xfrm>
            <a:off x="263352" y="3933056"/>
            <a:ext cx="11550376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aplicar a 2FN, devemos criar uma tabela:</a:t>
            </a:r>
          </a:p>
          <a:p>
            <a:endParaRPr lang="pt-BR" sz="2100" dirty="0">
              <a:solidFill>
                <a:srgbClr val="333333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Cidade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Inserir a chave estrangeira na tabela Funcionário.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pt-BR" sz="2100" b="0" i="0" dirty="0">
              <a:solidFill>
                <a:srgbClr val="333333"/>
              </a:solidFill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333333"/>
                </a:solidFill>
                <a:latin typeface="+mj-lt"/>
              </a:rPr>
              <a:t>D</a:t>
            </a:r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epartamento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Inserir a chave estrangeira na tabela Funcionário.</a:t>
            </a:r>
          </a:p>
        </p:txBody>
      </p:sp>
    </p:spTree>
    <p:extLst>
      <p:ext uri="{BB962C8B-B14F-4D97-AF65-F5344CB8AC3E}">
        <p14:creationId xmlns:p14="http://schemas.microsoft.com/office/powerpoint/2010/main" val="331267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2°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– SOLUÇÃO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0E14D5-9297-88A6-5634-27D37499F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760221"/>
            <a:ext cx="7381795" cy="361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08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185698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EXERCICIO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FN E 2° 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A1ADB0-C74A-1ED7-9688-B241E5DF73F5}"/>
              </a:ext>
            </a:extLst>
          </p:cNvPr>
          <p:cNvSpPr txBox="1"/>
          <p:nvPr/>
        </p:nvSpPr>
        <p:spPr>
          <a:xfrm>
            <a:off x="263352" y="1773238"/>
            <a:ext cx="11161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100" dirty="0">
                <a:latin typeface="+mj-lt"/>
              </a:rPr>
              <a:t>Inscrição (Código do Aluno, Nome do Aluno, , Telefone para contato, Ano de Admissão, Código da Disciplina, Nome da Disciplina, Nome do Curso, Data da Matricula).</a:t>
            </a:r>
          </a:p>
        </p:txBody>
      </p:sp>
    </p:spTree>
    <p:extLst>
      <p:ext uri="{BB962C8B-B14F-4D97-AF65-F5344CB8AC3E}">
        <p14:creationId xmlns:p14="http://schemas.microsoft.com/office/powerpoint/2010/main" val="1710288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FA1ADB0-C74A-1ED7-9688-B241E5DF73F5}"/>
              </a:ext>
            </a:extLst>
          </p:cNvPr>
          <p:cNvSpPr txBox="1"/>
          <p:nvPr/>
        </p:nvSpPr>
        <p:spPr>
          <a:xfrm>
            <a:off x="263352" y="1773238"/>
            <a:ext cx="11161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100" dirty="0">
                <a:latin typeface="+mj-lt"/>
              </a:rPr>
              <a:t>Inscrição (Código do Aluno, Nome do Aluno, Telefone para contato, Ano de Admissão, Código da Disciplina, Nome da Disciplina, Nome do Curso, Data da Matricula).</a:t>
            </a:r>
          </a:p>
        </p:txBody>
      </p:sp>
      <p:graphicFrame>
        <p:nvGraphicFramePr>
          <p:cNvPr id="3" name="Tabela 5">
            <a:extLst>
              <a:ext uri="{FF2B5EF4-FFF2-40B4-BE49-F238E27FC236}">
                <a16:creationId xmlns:a16="http://schemas.microsoft.com/office/drawing/2014/main" id="{D954AE4A-17EB-7395-7008-F56B5EA46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770698"/>
              </p:ext>
            </p:extLst>
          </p:nvPr>
        </p:nvGraphicFramePr>
        <p:xfrm>
          <a:off x="767408" y="2839836"/>
          <a:ext cx="87369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243">
                  <a:extLst>
                    <a:ext uri="{9D8B030D-6E8A-4147-A177-3AD203B41FA5}">
                      <a16:colId xmlns:a16="http://schemas.microsoft.com/office/drawing/2014/main" val="428003880"/>
                    </a:ext>
                  </a:extLst>
                </a:gridCol>
                <a:gridCol w="2184243">
                  <a:extLst>
                    <a:ext uri="{9D8B030D-6E8A-4147-A177-3AD203B41FA5}">
                      <a16:colId xmlns:a16="http://schemas.microsoft.com/office/drawing/2014/main" val="2529661448"/>
                    </a:ext>
                  </a:extLst>
                </a:gridCol>
                <a:gridCol w="2184243">
                  <a:extLst>
                    <a:ext uri="{9D8B030D-6E8A-4147-A177-3AD203B41FA5}">
                      <a16:colId xmlns:a16="http://schemas.microsoft.com/office/drawing/2014/main" val="1285248534"/>
                    </a:ext>
                  </a:extLst>
                </a:gridCol>
                <a:gridCol w="2184243">
                  <a:extLst>
                    <a:ext uri="{9D8B030D-6E8A-4147-A177-3AD203B41FA5}">
                      <a16:colId xmlns:a16="http://schemas.microsoft.com/office/drawing/2014/main" val="1533185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+mj-lt"/>
                        </a:rPr>
                        <a:t>COD_ALUNO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+mj-lt"/>
                        </a:rPr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+mj-lt"/>
                        </a:rPr>
                        <a:t>SOBRENOME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+mj-lt"/>
                        </a:rPr>
                        <a:t>TELEFONE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0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18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8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8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0461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C2ECA54-91C0-BEE8-535E-48C5008CA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02362"/>
              </p:ext>
            </p:extLst>
          </p:nvPr>
        </p:nvGraphicFramePr>
        <p:xfrm>
          <a:off x="767408" y="3909450"/>
          <a:ext cx="813690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301">
                  <a:extLst>
                    <a:ext uri="{9D8B030D-6E8A-4147-A177-3AD203B41FA5}">
                      <a16:colId xmlns:a16="http://schemas.microsoft.com/office/drawing/2014/main" val="428003880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1285248534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1533185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COD_ALUNO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NOME DO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ANO ADMISSAO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0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04611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CEFE754-6C20-DC21-571A-5B679A457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292102"/>
              </p:ext>
            </p:extLst>
          </p:nvPr>
        </p:nvGraphicFramePr>
        <p:xfrm>
          <a:off x="767408" y="5091091"/>
          <a:ext cx="100811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42800388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529661448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285248534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533185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COD_ALUNO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COD_DISCIPLINA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NOME DISCIPLINA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DATA MATRICULA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0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04611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D4CA3222-807A-5E6C-2414-E5622E3D0849}"/>
              </a:ext>
            </a:extLst>
          </p:cNvPr>
          <p:cNvSpPr txBox="1"/>
          <p:nvPr/>
        </p:nvSpPr>
        <p:spPr>
          <a:xfrm>
            <a:off x="263352" y="764704"/>
            <a:ext cx="400853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EXERCICIO - RESULTADO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FN E 2° FN</a:t>
            </a:r>
            <a:endParaRPr lang="pt-BR" sz="3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286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1290</Words>
  <Application>Microsoft Office PowerPoint</Application>
  <PresentationFormat>Widescreen</PresentationFormat>
  <Paragraphs>199</Paragraphs>
  <Slides>22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Lucas</dc:creator>
  <cp:lastModifiedBy>Eduardo Lucas</cp:lastModifiedBy>
  <cp:revision>56</cp:revision>
  <dcterms:created xsi:type="dcterms:W3CDTF">2022-08-10T14:27:29Z</dcterms:created>
  <dcterms:modified xsi:type="dcterms:W3CDTF">2025-05-27T14:07:22Z</dcterms:modified>
</cp:coreProperties>
</file>