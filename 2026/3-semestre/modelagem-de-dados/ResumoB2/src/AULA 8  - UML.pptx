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4" r:id="rId2"/>
    <p:sldId id="277" r:id="rId3"/>
    <p:sldId id="278" r:id="rId4"/>
    <p:sldId id="279" r:id="rId5"/>
    <p:sldId id="280" r:id="rId6"/>
    <p:sldId id="292" r:id="rId7"/>
    <p:sldId id="281" r:id="rId8"/>
    <p:sldId id="282" r:id="rId9"/>
    <p:sldId id="283" r:id="rId10"/>
    <p:sldId id="290" r:id="rId11"/>
    <p:sldId id="284" r:id="rId12"/>
    <p:sldId id="291" r:id="rId13"/>
    <p:sldId id="285" r:id="rId14"/>
    <p:sldId id="293" r:id="rId15"/>
    <p:sldId id="286" r:id="rId16"/>
    <p:sldId id="294" r:id="rId17"/>
    <p:sldId id="287" r:id="rId18"/>
    <p:sldId id="295" r:id="rId19"/>
    <p:sldId id="288" r:id="rId20"/>
    <p:sldId id="289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1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E41F23-CFA1-4028-80DD-3EE9404D6AF5}" v="32" dt="2023-04-20T13:13:59.9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38" autoAdjust="0"/>
    <p:restoredTop sz="93957" autoAdjust="0"/>
  </p:normalViewPr>
  <p:slideViewPr>
    <p:cSldViewPr>
      <p:cViewPr varScale="1">
        <p:scale>
          <a:sx n="61" d="100"/>
          <a:sy n="61" d="100"/>
        </p:scale>
        <p:origin x="1146" y="66"/>
      </p:cViewPr>
      <p:guideLst>
        <p:guide orient="horz" pos="111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Lucas" userId="2c32288683b74354" providerId="LiveId" clId="{B4D07AFD-002A-4956-90D7-7581EE6FC581}"/>
    <pc:docChg chg="undo custSel addSld delSld modSld sldOrd modMainMaster">
      <pc:chgData name="Eduardo Lucas" userId="2c32288683b74354" providerId="LiveId" clId="{B4D07AFD-002A-4956-90D7-7581EE6FC581}" dt="2023-02-15T19:16:00.139" v="1021" actId="5793"/>
      <pc:docMkLst>
        <pc:docMk/>
      </pc:docMkLst>
      <pc:sldChg chg="delSp modSp mod setBg">
        <pc:chgData name="Eduardo Lucas" userId="2c32288683b74354" providerId="LiveId" clId="{B4D07AFD-002A-4956-90D7-7581EE6FC581}" dt="2023-02-15T19:06:14.683" v="185"/>
        <pc:sldMkLst>
          <pc:docMk/>
          <pc:sldMk cId="1674236269" sldId="262"/>
        </pc:sldMkLst>
        <pc:spChg chg="mod">
          <ac:chgData name="Eduardo Lucas" userId="2c32288683b74354" providerId="LiveId" clId="{B4D07AFD-002A-4956-90D7-7581EE6FC581}" dt="2023-02-15T19:03:49.559" v="136" actId="1076"/>
          <ac:spMkLst>
            <pc:docMk/>
            <pc:sldMk cId="1674236269" sldId="262"/>
            <ac:spMk id="30" creationId="{24F627DB-9D59-2908-FD5C-DD7228021A27}"/>
          </ac:spMkLst>
        </pc:spChg>
        <pc:spChg chg="del">
          <ac:chgData name="Eduardo Lucas" userId="2c32288683b74354" providerId="LiveId" clId="{B4D07AFD-002A-4956-90D7-7581EE6FC581}" dt="2023-02-15T19:03:45.409" v="135" actId="478"/>
          <ac:spMkLst>
            <pc:docMk/>
            <pc:sldMk cId="1674236269" sldId="262"/>
            <ac:spMk id="32" creationId="{65D16D4A-91A8-3FE4-CA17-FC2E3CDAA8F6}"/>
          </ac:spMkLst>
        </pc:spChg>
      </pc:sldChg>
      <pc:sldChg chg="setBg">
        <pc:chgData name="Eduardo Lucas" userId="2c32288683b74354" providerId="LiveId" clId="{B4D07AFD-002A-4956-90D7-7581EE6FC581}" dt="2023-02-15T19:06:14.683" v="185"/>
        <pc:sldMkLst>
          <pc:docMk/>
          <pc:sldMk cId="2743134754" sldId="263"/>
        </pc:sldMkLst>
      </pc:sldChg>
      <pc:sldChg chg="setBg">
        <pc:chgData name="Eduardo Lucas" userId="2c32288683b74354" providerId="LiveId" clId="{B4D07AFD-002A-4956-90D7-7581EE6FC581}" dt="2023-02-15T19:06:14.683" v="185"/>
        <pc:sldMkLst>
          <pc:docMk/>
          <pc:sldMk cId="1663007374" sldId="264"/>
        </pc:sldMkLst>
      </pc:sldChg>
      <pc:sldChg chg="addSp modSp mod setBg">
        <pc:chgData name="Eduardo Lucas" userId="2c32288683b74354" providerId="LiveId" clId="{B4D07AFD-002A-4956-90D7-7581EE6FC581}" dt="2023-02-15T19:14:01.127" v="889" actId="207"/>
        <pc:sldMkLst>
          <pc:docMk/>
          <pc:sldMk cId="958025528" sldId="266"/>
        </pc:sldMkLst>
        <pc:spChg chg="add mod">
          <ac:chgData name="Eduardo Lucas" userId="2c32288683b74354" providerId="LiveId" clId="{B4D07AFD-002A-4956-90D7-7581EE6FC581}" dt="2023-02-15T19:14:01.127" v="889" actId="207"/>
          <ac:spMkLst>
            <pc:docMk/>
            <pc:sldMk cId="958025528" sldId="266"/>
            <ac:spMk id="2" creationId="{48DFE88D-E680-41C0-C946-637D0F574BEF}"/>
          </ac:spMkLst>
        </pc:spChg>
        <pc:spChg chg="mod">
          <ac:chgData name="Eduardo Lucas" userId="2c32288683b74354" providerId="LiveId" clId="{B4D07AFD-002A-4956-90D7-7581EE6FC581}" dt="2023-02-15T18:58:17.820" v="42" actId="20577"/>
          <ac:spMkLst>
            <pc:docMk/>
            <pc:sldMk cId="958025528" sldId="266"/>
            <ac:spMk id="4" creationId="{FC140873-4178-B439-537A-C7375290CC48}"/>
          </ac:spMkLst>
        </pc:spChg>
      </pc:sldChg>
      <pc:sldChg chg="ord setBg">
        <pc:chgData name="Eduardo Lucas" userId="2c32288683b74354" providerId="LiveId" clId="{B4D07AFD-002A-4956-90D7-7581EE6FC581}" dt="2023-02-15T19:07:22.815" v="197"/>
        <pc:sldMkLst>
          <pc:docMk/>
          <pc:sldMk cId="1875088248" sldId="267"/>
        </pc:sldMkLst>
      </pc:sldChg>
      <pc:sldChg chg="addSp delSp modSp del mod setBg">
        <pc:chgData name="Eduardo Lucas" userId="2c32288683b74354" providerId="LiveId" clId="{B4D07AFD-002A-4956-90D7-7581EE6FC581}" dt="2023-02-15T19:07:01.282" v="194" actId="47"/>
        <pc:sldMkLst>
          <pc:docMk/>
          <pc:sldMk cId="3634622159" sldId="268"/>
        </pc:sldMkLst>
        <pc:spChg chg="del">
          <ac:chgData name="Eduardo Lucas" userId="2c32288683b74354" providerId="LiveId" clId="{B4D07AFD-002A-4956-90D7-7581EE6FC581}" dt="2023-02-15T18:58:48.439" v="43" actId="478"/>
          <ac:spMkLst>
            <pc:docMk/>
            <pc:sldMk cId="3634622159" sldId="268"/>
            <ac:spMk id="2" creationId="{988CEADD-41A2-0307-CBEA-D604393EF049}"/>
          </ac:spMkLst>
        </pc:spChg>
        <pc:spChg chg="mod">
          <ac:chgData name="Eduardo Lucas" userId="2c32288683b74354" providerId="LiveId" clId="{B4D07AFD-002A-4956-90D7-7581EE6FC581}" dt="2023-02-15T19:02:25.580" v="134" actId="26606"/>
          <ac:spMkLst>
            <pc:docMk/>
            <pc:sldMk cId="3634622159" sldId="268"/>
            <ac:spMk id="8" creationId="{72F65A63-5FD0-B217-3EF5-5A15F9917043}"/>
          </ac:spMkLst>
        </pc:spChg>
        <pc:spChg chg="add del">
          <ac:chgData name="Eduardo Lucas" userId="2c32288683b74354" providerId="LiveId" clId="{B4D07AFD-002A-4956-90D7-7581EE6FC581}" dt="2023-02-15T19:02:20.549" v="131" actId="26606"/>
          <ac:spMkLst>
            <pc:docMk/>
            <pc:sldMk cId="3634622159" sldId="268"/>
            <ac:spMk id="13" creationId="{D12DDE76-C203-4047-9998-63900085B5E8}"/>
          </ac:spMkLst>
        </pc:spChg>
        <pc:spChg chg="add del">
          <ac:chgData name="Eduardo Lucas" userId="2c32288683b74354" providerId="LiveId" clId="{B4D07AFD-002A-4956-90D7-7581EE6FC581}" dt="2023-02-15T19:02:25.572" v="133" actId="26606"/>
          <ac:spMkLst>
            <pc:docMk/>
            <pc:sldMk cId="3634622159" sldId="268"/>
            <ac:spMk id="15" creationId="{D4771268-CB57-404A-9271-370EB28F6090}"/>
          </ac:spMkLst>
        </pc:spChg>
        <pc:spChg chg="add">
          <ac:chgData name="Eduardo Lucas" userId="2c32288683b74354" providerId="LiveId" clId="{B4D07AFD-002A-4956-90D7-7581EE6FC581}" dt="2023-02-15T19:02:25.580" v="134" actId="26606"/>
          <ac:spMkLst>
            <pc:docMk/>
            <pc:sldMk cId="3634622159" sldId="268"/>
            <ac:spMk id="17" creationId="{6753252F-4873-4F63-801D-CC719279A7D5}"/>
          </ac:spMkLst>
        </pc:spChg>
        <pc:spChg chg="add">
          <ac:chgData name="Eduardo Lucas" userId="2c32288683b74354" providerId="LiveId" clId="{B4D07AFD-002A-4956-90D7-7581EE6FC581}" dt="2023-02-15T19:02:25.580" v="134" actId="26606"/>
          <ac:spMkLst>
            <pc:docMk/>
            <pc:sldMk cId="3634622159" sldId="268"/>
            <ac:spMk id="18" creationId="{047C8CCB-F95D-4249-92DD-651249D3535A}"/>
          </ac:spMkLst>
        </pc:spChg>
        <pc:picChg chg="add mod">
          <ac:chgData name="Eduardo Lucas" userId="2c32288683b74354" providerId="LiveId" clId="{B4D07AFD-002A-4956-90D7-7581EE6FC581}" dt="2023-02-15T19:02:25.580" v="134" actId="26606"/>
          <ac:picMkLst>
            <pc:docMk/>
            <pc:sldMk cId="3634622159" sldId="268"/>
            <ac:picMk id="4" creationId="{1FFB2E0B-57E7-20A8-77E1-05BCAA7FA866}"/>
          </ac:picMkLst>
        </pc:picChg>
      </pc:sldChg>
      <pc:sldChg chg="ord setBg">
        <pc:chgData name="Eduardo Lucas" userId="2c32288683b74354" providerId="LiveId" clId="{B4D07AFD-002A-4956-90D7-7581EE6FC581}" dt="2023-02-15T19:14:10.373" v="891"/>
        <pc:sldMkLst>
          <pc:docMk/>
          <pc:sldMk cId="2026832597" sldId="269"/>
        </pc:sldMkLst>
      </pc:sldChg>
      <pc:sldChg chg="delSp modSp add del mod ord setBg">
        <pc:chgData name="Eduardo Lucas" userId="2c32288683b74354" providerId="LiveId" clId="{B4D07AFD-002A-4956-90D7-7581EE6FC581}" dt="2023-02-15T19:07:00.549" v="193" actId="47"/>
        <pc:sldMkLst>
          <pc:docMk/>
          <pc:sldMk cId="2204272440" sldId="270"/>
        </pc:sldMkLst>
        <pc:spChg chg="mod">
          <ac:chgData name="Eduardo Lucas" userId="2c32288683b74354" providerId="LiveId" clId="{B4D07AFD-002A-4956-90D7-7581EE6FC581}" dt="2023-02-15T19:05:03.661" v="180" actId="27636"/>
          <ac:spMkLst>
            <pc:docMk/>
            <pc:sldMk cId="2204272440" sldId="270"/>
            <ac:spMk id="8" creationId="{72F65A63-5FD0-B217-3EF5-5A15F9917043}"/>
          </ac:spMkLst>
        </pc:spChg>
        <pc:picChg chg="del">
          <ac:chgData name="Eduardo Lucas" userId="2c32288683b74354" providerId="LiveId" clId="{B4D07AFD-002A-4956-90D7-7581EE6FC581}" dt="2023-02-15T19:06:53.605" v="190" actId="21"/>
          <ac:picMkLst>
            <pc:docMk/>
            <pc:sldMk cId="2204272440" sldId="270"/>
            <ac:picMk id="4" creationId="{1FFB2E0B-57E7-20A8-77E1-05BCAA7FA866}"/>
          </ac:picMkLst>
        </pc:picChg>
      </pc:sldChg>
      <pc:sldChg chg="addSp delSp modSp add mod ord">
        <pc:chgData name="Eduardo Lucas" userId="2c32288683b74354" providerId="LiveId" clId="{B4D07AFD-002A-4956-90D7-7581EE6FC581}" dt="2023-02-15T19:16:00.139" v="1021" actId="5793"/>
        <pc:sldMkLst>
          <pc:docMk/>
          <pc:sldMk cId="3318804063" sldId="271"/>
        </pc:sldMkLst>
        <pc:spChg chg="del">
          <ac:chgData name="Eduardo Lucas" userId="2c32288683b74354" providerId="LiveId" clId="{B4D07AFD-002A-4956-90D7-7581EE6FC581}" dt="2023-02-15T19:06:57.064" v="191" actId="478"/>
          <ac:spMkLst>
            <pc:docMk/>
            <pc:sldMk cId="3318804063" sldId="271"/>
            <ac:spMk id="2" creationId="{988CEADD-41A2-0307-CBEA-D604393EF049}"/>
          </ac:spMkLst>
        </pc:spChg>
        <pc:spChg chg="add mod">
          <ac:chgData name="Eduardo Lucas" userId="2c32288683b74354" providerId="LiveId" clId="{B4D07AFD-002A-4956-90D7-7581EE6FC581}" dt="2023-02-15T19:16:00.139" v="1021" actId="5793"/>
          <ac:spMkLst>
            <pc:docMk/>
            <pc:sldMk cId="3318804063" sldId="271"/>
            <ac:spMk id="4" creationId="{0FEE5E21-AD6C-2D36-0AA2-323F12E8F3C3}"/>
          </ac:spMkLst>
        </pc:spChg>
        <pc:spChg chg="mod">
          <ac:chgData name="Eduardo Lucas" userId="2c32288683b74354" providerId="LiveId" clId="{B4D07AFD-002A-4956-90D7-7581EE6FC581}" dt="2023-02-15T19:14:41.704" v="898" actId="20577"/>
          <ac:spMkLst>
            <pc:docMk/>
            <pc:sldMk cId="3318804063" sldId="271"/>
            <ac:spMk id="8" creationId="{72F65A63-5FD0-B217-3EF5-5A15F9917043}"/>
          </ac:spMkLst>
        </pc:spChg>
        <pc:picChg chg="add mod">
          <ac:chgData name="Eduardo Lucas" userId="2c32288683b74354" providerId="LiveId" clId="{B4D07AFD-002A-4956-90D7-7581EE6FC581}" dt="2023-02-15T19:10:17.600" v="549" actId="1076"/>
          <ac:picMkLst>
            <pc:docMk/>
            <pc:sldMk cId="3318804063" sldId="271"/>
            <ac:picMk id="3" creationId="{E1BFB370-781A-6194-DD09-C52C216B0AE1}"/>
          </ac:picMkLst>
        </pc:picChg>
      </pc:sldChg>
      <pc:sldMasterChg chg="setBg modSldLayout">
        <pc:chgData name="Eduardo Lucas" userId="2c32288683b74354" providerId="LiveId" clId="{B4D07AFD-002A-4956-90D7-7581EE6FC581}" dt="2023-02-15T19:06:14.683" v="185"/>
        <pc:sldMasterMkLst>
          <pc:docMk/>
          <pc:sldMasterMk cId="3869511821" sldId="2147483648"/>
        </pc:sldMasterMkLst>
        <pc:sldLayoutChg chg="modSp 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937266074" sldId="2147483649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1441576218" sldId="2147483650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2406965253" sldId="2147483651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1832137025" sldId="2147483652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4073592598" sldId="2147483653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163791817" sldId="2147483654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796001952" sldId="2147483655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2496309732" sldId="2147483656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2173571330" sldId="2147483657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2558188750" sldId="2147483658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448192461" sldId="2147483659"/>
          </pc:sldLayoutMkLst>
        </pc:sldLayoutChg>
      </pc:sldMasterChg>
    </pc:docChg>
  </pc:docChgLst>
  <pc:docChgLst>
    <pc:chgData name="Eduardo Lucas" userId="2c32288683b74354" providerId="LiveId" clId="{B835D068-D7E8-47EC-9C17-6189D1D676B4}"/>
    <pc:docChg chg="custSel addSld modSld">
      <pc:chgData name="Eduardo Lucas" userId="2c32288683b74354" providerId="LiveId" clId="{B835D068-D7E8-47EC-9C17-6189D1D676B4}" dt="2023-02-15T19:55:06.904" v="676" actId="20577"/>
      <pc:docMkLst>
        <pc:docMk/>
      </pc:docMkLst>
      <pc:sldChg chg="addSp delSp modSp mod">
        <pc:chgData name="Eduardo Lucas" userId="2c32288683b74354" providerId="LiveId" clId="{B835D068-D7E8-47EC-9C17-6189D1D676B4}" dt="2023-02-15T19:17:37.507" v="2"/>
        <pc:sldMkLst>
          <pc:docMk/>
          <pc:sldMk cId="2026832597" sldId="269"/>
        </pc:sldMkLst>
        <pc:spChg chg="del">
          <ac:chgData name="Eduardo Lucas" userId="2c32288683b74354" providerId="LiveId" clId="{B835D068-D7E8-47EC-9C17-6189D1D676B4}" dt="2023-02-15T19:17:28.820" v="0" actId="21"/>
          <ac:spMkLst>
            <pc:docMk/>
            <pc:sldMk cId="2026832597" sldId="269"/>
            <ac:spMk id="2" creationId="{3D06D28C-2981-E7B7-872F-5BA562F131B2}"/>
          </ac:spMkLst>
        </pc:spChg>
        <pc:spChg chg="del">
          <ac:chgData name="Eduardo Lucas" userId="2c32288683b74354" providerId="LiveId" clId="{B835D068-D7E8-47EC-9C17-6189D1D676B4}" dt="2023-02-15T19:17:36.376" v="1" actId="478"/>
          <ac:spMkLst>
            <pc:docMk/>
            <pc:sldMk cId="2026832597" sldId="269"/>
            <ac:spMk id="3" creationId="{ABC50711-90BC-BCA4-6787-47B33C2CE440}"/>
          </ac:spMkLst>
        </pc:spChg>
        <pc:spChg chg="del">
          <ac:chgData name="Eduardo Lucas" userId="2c32288683b74354" providerId="LiveId" clId="{B835D068-D7E8-47EC-9C17-6189D1D676B4}" dt="2023-02-15T19:17:36.376" v="1" actId="478"/>
          <ac:spMkLst>
            <pc:docMk/>
            <pc:sldMk cId="2026832597" sldId="269"/>
            <ac:spMk id="4" creationId="{FC140873-4178-B439-537A-C7375290CC48}"/>
          </ac:spMkLst>
        </pc:spChg>
        <pc:spChg chg="add mod">
          <ac:chgData name="Eduardo Lucas" userId="2c32288683b74354" providerId="LiveId" clId="{B835D068-D7E8-47EC-9C17-6189D1D676B4}" dt="2023-02-15T19:17:37.507" v="2"/>
          <ac:spMkLst>
            <pc:docMk/>
            <pc:sldMk cId="2026832597" sldId="269"/>
            <ac:spMk id="5" creationId="{2B39DB33-9C1D-DAC1-6F4E-B9A33DEF722B}"/>
          </ac:spMkLst>
        </pc:spChg>
        <pc:spChg chg="del">
          <ac:chgData name="Eduardo Lucas" userId="2c32288683b74354" providerId="LiveId" clId="{B835D068-D7E8-47EC-9C17-6189D1D676B4}" dt="2023-02-15T19:17:36.376" v="1" actId="478"/>
          <ac:spMkLst>
            <pc:docMk/>
            <pc:sldMk cId="2026832597" sldId="269"/>
            <ac:spMk id="6" creationId="{CDDB6E8F-ACF6-FEE6-0E41-05652C634028}"/>
          </ac:spMkLst>
        </pc:spChg>
        <pc:spChg chg="del">
          <ac:chgData name="Eduardo Lucas" userId="2c32288683b74354" providerId="LiveId" clId="{B835D068-D7E8-47EC-9C17-6189D1D676B4}" dt="2023-02-15T19:17:36.376" v="1" actId="478"/>
          <ac:spMkLst>
            <pc:docMk/>
            <pc:sldMk cId="2026832597" sldId="269"/>
            <ac:spMk id="7" creationId="{BE16D933-2961-C328-F60F-AB781CE48189}"/>
          </ac:spMkLst>
        </pc:spChg>
      </pc:sldChg>
      <pc:sldChg chg="addSp delSp modSp add mod">
        <pc:chgData name="Eduardo Lucas" userId="2c32288683b74354" providerId="LiveId" clId="{B835D068-D7E8-47EC-9C17-6189D1D676B4}" dt="2023-02-15T19:47:09.398" v="194" actId="20577"/>
        <pc:sldMkLst>
          <pc:docMk/>
          <pc:sldMk cId="3199378571" sldId="272"/>
        </pc:sldMkLst>
        <pc:spChg chg="mod">
          <ac:chgData name="Eduardo Lucas" userId="2c32288683b74354" providerId="LiveId" clId="{B835D068-D7E8-47EC-9C17-6189D1D676B4}" dt="2023-02-15T19:47:09.398" v="194" actId="20577"/>
          <ac:spMkLst>
            <pc:docMk/>
            <pc:sldMk cId="3199378571" sldId="272"/>
            <ac:spMk id="4" creationId="{0FEE5E21-AD6C-2D36-0AA2-323F12E8F3C3}"/>
          </ac:spMkLst>
        </pc:spChg>
        <pc:picChg chg="del">
          <ac:chgData name="Eduardo Lucas" userId="2c32288683b74354" providerId="LiveId" clId="{B835D068-D7E8-47EC-9C17-6189D1D676B4}" dt="2023-02-15T19:33:30.856" v="4" actId="478"/>
          <ac:picMkLst>
            <pc:docMk/>
            <pc:sldMk cId="3199378571" sldId="272"/>
            <ac:picMk id="3" creationId="{E1BFB370-781A-6194-DD09-C52C216B0AE1}"/>
          </ac:picMkLst>
        </pc:picChg>
        <pc:picChg chg="add mod">
          <ac:chgData name="Eduardo Lucas" userId="2c32288683b74354" providerId="LiveId" clId="{B835D068-D7E8-47EC-9C17-6189D1D676B4}" dt="2023-02-15T19:36:24.367" v="9" actId="1076"/>
          <ac:picMkLst>
            <pc:docMk/>
            <pc:sldMk cId="3199378571" sldId="272"/>
            <ac:picMk id="5" creationId="{07FFD113-07D3-57A6-CA56-46276528253A}"/>
          </ac:picMkLst>
        </pc:picChg>
      </pc:sldChg>
      <pc:sldChg chg="addSp delSp modSp add mod setBg">
        <pc:chgData name="Eduardo Lucas" userId="2c32288683b74354" providerId="LiveId" clId="{B835D068-D7E8-47EC-9C17-6189D1D676B4}" dt="2023-02-15T19:55:06.904" v="676" actId="20577"/>
        <pc:sldMkLst>
          <pc:docMk/>
          <pc:sldMk cId="3782100652" sldId="273"/>
        </pc:sldMkLst>
        <pc:spChg chg="add mod">
          <ac:chgData name="Eduardo Lucas" userId="2c32288683b74354" providerId="LiveId" clId="{B835D068-D7E8-47EC-9C17-6189D1D676B4}" dt="2023-02-15T19:54:42.992" v="648" actId="1076"/>
          <ac:spMkLst>
            <pc:docMk/>
            <pc:sldMk cId="3782100652" sldId="273"/>
            <ac:spMk id="2" creationId="{97020630-7E06-F616-43BE-C6AFD02CB3A6}"/>
          </ac:spMkLst>
        </pc:spChg>
        <pc:spChg chg="mod">
          <ac:chgData name="Eduardo Lucas" userId="2c32288683b74354" providerId="LiveId" clId="{B835D068-D7E8-47EC-9C17-6189D1D676B4}" dt="2023-02-15T19:55:06.904" v="676" actId="20577"/>
          <ac:spMkLst>
            <pc:docMk/>
            <pc:sldMk cId="3782100652" sldId="273"/>
            <ac:spMk id="4" creationId="{0FEE5E21-AD6C-2D36-0AA2-323F12E8F3C3}"/>
          </ac:spMkLst>
        </pc:spChg>
        <pc:spChg chg="mod">
          <ac:chgData name="Eduardo Lucas" userId="2c32288683b74354" providerId="LiveId" clId="{B835D068-D7E8-47EC-9C17-6189D1D676B4}" dt="2023-02-15T19:47:55.377" v="209" actId="20577"/>
          <ac:spMkLst>
            <pc:docMk/>
            <pc:sldMk cId="3782100652" sldId="273"/>
            <ac:spMk id="8" creationId="{72F65A63-5FD0-B217-3EF5-5A15F9917043}"/>
          </ac:spMkLst>
        </pc:spChg>
        <pc:picChg chg="del">
          <ac:chgData name="Eduardo Lucas" userId="2c32288683b74354" providerId="LiveId" clId="{B835D068-D7E8-47EC-9C17-6189D1D676B4}" dt="2023-02-15T19:48:18.170" v="229" actId="478"/>
          <ac:picMkLst>
            <pc:docMk/>
            <pc:sldMk cId="3782100652" sldId="273"/>
            <ac:picMk id="5" creationId="{07FFD113-07D3-57A6-CA56-46276528253A}"/>
          </ac:picMkLst>
        </pc:picChg>
        <pc:picChg chg="add mod">
          <ac:chgData name="Eduardo Lucas" userId="2c32288683b74354" providerId="LiveId" clId="{B835D068-D7E8-47EC-9C17-6189D1D676B4}" dt="2023-02-15T19:54:49.333" v="649" actId="1076"/>
          <ac:picMkLst>
            <pc:docMk/>
            <pc:sldMk cId="3782100652" sldId="273"/>
            <ac:picMk id="6" creationId="{51E48D5F-892D-162F-5AE0-BA127CF6C9CB}"/>
          </ac:picMkLst>
        </pc:picChg>
      </pc:sldChg>
    </pc:docChg>
  </pc:docChgLst>
  <pc:docChgLst>
    <pc:chgData name="Eduardo Lucas" userId="c21d3465c4c8d455" providerId="LiveId" clId="{F28D0698-1128-4B52-AF1D-282A4DF8717C}"/>
    <pc:docChg chg="modSld sldOrd">
      <pc:chgData name="Eduardo Lucas" userId="c21d3465c4c8d455" providerId="LiveId" clId="{F28D0698-1128-4B52-AF1D-282A4DF8717C}" dt="2023-02-14T20:27:33.651" v="26"/>
      <pc:docMkLst>
        <pc:docMk/>
      </pc:docMkLst>
      <pc:sldChg chg="modSp mod">
        <pc:chgData name="Eduardo Lucas" userId="c21d3465c4c8d455" providerId="LiveId" clId="{F28D0698-1128-4B52-AF1D-282A4DF8717C}" dt="2023-02-14T20:20:40.538" v="24" actId="20577"/>
        <pc:sldMkLst>
          <pc:docMk/>
          <pc:sldMk cId="1674236269" sldId="262"/>
        </pc:sldMkLst>
        <pc:spChg chg="mod">
          <ac:chgData name="Eduardo Lucas" userId="c21d3465c4c8d455" providerId="LiveId" clId="{F28D0698-1128-4B52-AF1D-282A4DF8717C}" dt="2023-02-14T20:20:40.538" v="24" actId="20577"/>
          <ac:spMkLst>
            <pc:docMk/>
            <pc:sldMk cId="1674236269" sldId="262"/>
            <ac:spMk id="32" creationId="{65D16D4A-91A8-3FE4-CA17-FC2E3CDAA8F6}"/>
          </ac:spMkLst>
        </pc:spChg>
      </pc:sldChg>
      <pc:sldChg chg="ord">
        <pc:chgData name="Eduardo Lucas" userId="c21d3465c4c8d455" providerId="LiveId" clId="{F28D0698-1128-4B52-AF1D-282A4DF8717C}" dt="2023-02-14T20:27:33.651" v="26"/>
        <pc:sldMkLst>
          <pc:docMk/>
          <pc:sldMk cId="2026832597" sldId="269"/>
        </pc:sldMkLst>
      </pc:sldChg>
    </pc:docChg>
  </pc:docChgLst>
  <pc:docChgLst>
    <pc:chgData name="Eduardo Lucas" userId="2c32288683b74354" providerId="LiveId" clId="{9C8ECB29-97C0-403F-8266-0F9E62B6E178}"/>
    <pc:docChg chg="undo redo custSel addSld delSld modSld sldOrd modMainMaster">
      <pc:chgData name="Eduardo Lucas" userId="2c32288683b74354" providerId="LiveId" clId="{9C8ECB29-97C0-403F-8266-0F9E62B6E178}" dt="2023-03-28T19:58:13.882" v="2368" actId="1076"/>
      <pc:docMkLst>
        <pc:docMk/>
      </pc:docMkLst>
      <pc:sldChg chg="modSp mod">
        <pc:chgData name="Eduardo Lucas" userId="2c32288683b74354" providerId="LiveId" clId="{9C8ECB29-97C0-403F-8266-0F9E62B6E178}" dt="2023-03-28T18:14:56.834" v="990" actId="255"/>
        <pc:sldMkLst>
          <pc:docMk/>
          <pc:sldMk cId="3611735909" sldId="264"/>
        </pc:sldMkLst>
        <pc:spChg chg="mod">
          <ac:chgData name="Eduardo Lucas" userId="2c32288683b74354" providerId="LiveId" clId="{9C8ECB29-97C0-403F-8266-0F9E62B6E178}" dt="2023-03-28T18:14:56.834" v="990" actId="255"/>
          <ac:spMkLst>
            <pc:docMk/>
            <pc:sldMk cId="3611735909" sldId="264"/>
            <ac:spMk id="4" creationId="{B147C5AD-AE12-9C94-AB6A-5B550021EC60}"/>
          </ac:spMkLst>
        </pc:spChg>
      </pc:sldChg>
      <pc:sldChg chg="addSp delSp modSp mod">
        <pc:chgData name="Eduardo Lucas" userId="2c32288683b74354" providerId="LiveId" clId="{9C8ECB29-97C0-403F-8266-0F9E62B6E178}" dt="2023-03-28T18:47:57.940" v="1284" actId="478"/>
        <pc:sldMkLst>
          <pc:docMk/>
          <pc:sldMk cId="67721199" sldId="277"/>
        </pc:sldMkLst>
        <pc:spChg chg="mod">
          <ac:chgData name="Eduardo Lucas" userId="2c32288683b74354" providerId="LiveId" clId="{9C8ECB29-97C0-403F-8266-0F9E62B6E178}" dt="2023-03-28T18:18:16.420" v="1077" actId="20577"/>
          <ac:spMkLst>
            <pc:docMk/>
            <pc:sldMk cId="67721199" sldId="277"/>
            <ac:spMk id="2" creationId="{71CA36E5-C16C-B323-9708-48E4D6D10865}"/>
          </ac:spMkLst>
        </pc:spChg>
        <pc:spChg chg="add del mod">
          <ac:chgData name="Eduardo Lucas" userId="2c32288683b74354" providerId="LiveId" clId="{9C8ECB29-97C0-403F-8266-0F9E62B6E178}" dt="2023-03-28T18:47:57.940" v="1284" actId="478"/>
          <ac:spMkLst>
            <pc:docMk/>
            <pc:sldMk cId="67721199" sldId="277"/>
            <ac:spMk id="3" creationId="{ED1FBE5C-4BA1-1585-65EF-32DDA95D9CF6}"/>
          </ac:spMkLst>
        </pc:spChg>
        <pc:spChg chg="mod">
          <ac:chgData name="Eduardo Lucas" userId="2c32288683b74354" providerId="LiveId" clId="{9C8ECB29-97C0-403F-8266-0F9E62B6E178}" dt="2023-03-28T18:43:12.611" v="1109" actId="21"/>
          <ac:spMkLst>
            <pc:docMk/>
            <pc:sldMk cId="67721199" sldId="277"/>
            <ac:spMk id="4" creationId="{9CF5F437-D3CB-0B01-D41D-30EAAF90D04D}"/>
          </ac:spMkLst>
        </pc:spChg>
        <pc:spChg chg="add del mod">
          <ac:chgData name="Eduardo Lucas" userId="2c32288683b74354" providerId="LiveId" clId="{9C8ECB29-97C0-403F-8266-0F9E62B6E178}" dt="2023-03-28T18:47:57.940" v="1284" actId="478"/>
          <ac:spMkLst>
            <pc:docMk/>
            <pc:sldMk cId="67721199" sldId="277"/>
            <ac:spMk id="6" creationId="{3B42E5A0-2F34-C698-7F7D-A1C055A8A18E}"/>
          </ac:spMkLst>
        </pc:spChg>
        <pc:spChg chg="add del mod">
          <ac:chgData name="Eduardo Lucas" userId="2c32288683b74354" providerId="LiveId" clId="{9C8ECB29-97C0-403F-8266-0F9E62B6E178}" dt="2023-03-28T18:45:12.467" v="1230" actId="478"/>
          <ac:spMkLst>
            <pc:docMk/>
            <pc:sldMk cId="67721199" sldId="277"/>
            <ac:spMk id="7" creationId="{7EA768FF-5971-47A0-BA08-90786243A457}"/>
          </ac:spMkLst>
        </pc:spChg>
      </pc:sldChg>
      <pc:sldChg chg="addSp modSp add mod">
        <pc:chgData name="Eduardo Lucas" userId="2c32288683b74354" providerId="LiveId" clId="{9C8ECB29-97C0-403F-8266-0F9E62B6E178}" dt="2023-03-28T18:47:47.918" v="1283" actId="20577"/>
        <pc:sldMkLst>
          <pc:docMk/>
          <pc:sldMk cId="1316774732" sldId="278"/>
        </pc:sldMkLst>
        <pc:spChg chg="add mod">
          <ac:chgData name="Eduardo Lucas" userId="2c32288683b74354" providerId="LiveId" clId="{9C8ECB29-97C0-403F-8266-0F9E62B6E178}" dt="2023-03-28T18:47:26.555" v="1270" actId="20577"/>
          <ac:spMkLst>
            <pc:docMk/>
            <pc:sldMk cId="1316774732" sldId="278"/>
            <ac:spMk id="5" creationId="{4FE630DB-945D-3F52-5ABE-D0DA615220B8}"/>
          </ac:spMkLst>
        </pc:spChg>
        <pc:spChg chg="mod">
          <ac:chgData name="Eduardo Lucas" userId="2c32288683b74354" providerId="LiveId" clId="{9C8ECB29-97C0-403F-8266-0F9E62B6E178}" dt="2023-03-28T18:47:47.918" v="1283" actId="20577"/>
          <ac:spMkLst>
            <pc:docMk/>
            <pc:sldMk cId="1316774732" sldId="278"/>
            <ac:spMk id="6" creationId="{3B42E5A0-2F34-C698-7F7D-A1C055A8A18E}"/>
          </ac:spMkLst>
        </pc:spChg>
      </pc:sldChg>
      <pc:sldChg chg="add del">
        <pc:chgData name="Eduardo Lucas" userId="2c32288683b74354" providerId="LiveId" clId="{9C8ECB29-97C0-403F-8266-0F9E62B6E178}" dt="2023-03-28T18:42:45.763" v="1108" actId="47"/>
        <pc:sldMkLst>
          <pc:docMk/>
          <pc:sldMk cId="2130564816" sldId="278"/>
        </pc:sldMkLst>
      </pc:sldChg>
      <pc:sldChg chg="modSp add mod">
        <pc:chgData name="Eduardo Lucas" userId="2c32288683b74354" providerId="LiveId" clId="{9C8ECB29-97C0-403F-8266-0F9E62B6E178}" dt="2023-03-28T18:50:32.068" v="1307" actId="108"/>
        <pc:sldMkLst>
          <pc:docMk/>
          <pc:sldMk cId="1451590909" sldId="279"/>
        </pc:sldMkLst>
        <pc:spChg chg="mod">
          <ac:chgData name="Eduardo Lucas" userId="2c32288683b74354" providerId="LiveId" clId="{9C8ECB29-97C0-403F-8266-0F9E62B6E178}" dt="2023-03-28T18:49:27.259" v="1297" actId="20577"/>
          <ac:spMkLst>
            <pc:docMk/>
            <pc:sldMk cId="1451590909" sldId="279"/>
            <ac:spMk id="5" creationId="{4FE630DB-945D-3F52-5ABE-D0DA615220B8}"/>
          </ac:spMkLst>
        </pc:spChg>
        <pc:spChg chg="mod">
          <ac:chgData name="Eduardo Lucas" userId="2c32288683b74354" providerId="LiveId" clId="{9C8ECB29-97C0-403F-8266-0F9E62B6E178}" dt="2023-03-28T18:50:32.068" v="1307" actId="108"/>
          <ac:spMkLst>
            <pc:docMk/>
            <pc:sldMk cId="1451590909" sldId="279"/>
            <ac:spMk id="6" creationId="{3B42E5A0-2F34-C698-7F7D-A1C055A8A18E}"/>
          </ac:spMkLst>
        </pc:spChg>
      </pc:sldChg>
      <pc:sldChg chg="modSp add mod ord">
        <pc:chgData name="Eduardo Lucas" userId="2c32288683b74354" providerId="LiveId" clId="{9C8ECB29-97C0-403F-8266-0F9E62B6E178}" dt="2023-03-28T18:51:32.890" v="1331" actId="20577"/>
        <pc:sldMkLst>
          <pc:docMk/>
          <pc:sldMk cId="25520498" sldId="280"/>
        </pc:sldMkLst>
        <pc:spChg chg="mod">
          <ac:chgData name="Eduardo Lucas" userId="2c32288683b74354" providerId="LiveId" clId="{9C8ECB29-97C0-403F-8266-0F9E62B6E178}" dt="2023-03-28T18:51:32.890" v="1331" actId="20577"/>
          <ac:spMkLst>
            <pc:docMk/>
            <pc:sldMk cId="25520498" sldId="280"/>
            <ac:spMk id="5" creationId="{4FE630DB-945D-3F52-5ABE-D0DA615220B8}"/>
          </ac:spMkLst>
        </pc:spChg>
        <pc:spChg chg="mod">
          <ac:chgData name="Eduardo Lucas" userId="2c32288683b74354" providerId="LiveId" clId="{9C8ECB29-97C0-403F-8266-0F9E62B6E178}" dt="2023-03-28T18:50:07.868" v="1302" actId="20577"/>
          <ac:spMkLst>
            <pc:docMk/>
            <pc:sldMk cId="25520498" sldId="280"/>
            <ac:spMk id="6" creationId="{3B42E5A0-2F34-C698-7F7D-A1C055A8A18E}"/>
          </ac:spMkLst>
        </pc:spChg>
      </pc:sldChg>
      <pc:sldChg chg="addSp delSp modSp add del mod">
        <pc:chgData name="Eduardo Lucas" userId="2c32288683b74354" providerId="LiveId" clId="{9C8ECB29-97C0-403F-8266-0F9E62B6E178}" dt="2023-03-28T19:36:46.704" v="1863" actId="47"/>
        <pc:sldMkLst>
          <pc:docMk/>
          <pc:sldMk cId="4116918669" sldId="281"/>
        </pc:sldMkLst>
        <pc:spChg chg="mod">
          <ac:chgData name="Eduardo Lucas" userId="2c32288683b74354" providerId="LiveId" clId="{9C8ECB29-97C0-403F-8266-0F9E62B6E178}" dt="2023-03-28T19:32:24.502" v="1794" actId="20577"/>
          <ac:spMkLst>
            <pc:docMk/>
            <pc:sldMk cId="4116918669" sldId="281"/>
            <ac:spMk id="2" creationId="{71CA36E5-C16C-B323-9708-48E4D6D10865}"/>
          </ac:spMkLst>
        </pc:spChg>
        <pc:spChg chg="del">
          <ac:chgData name="Eduardo Lucas" userId="2c32288683b74354" providerId="LiveId" clId="{9C8ECB29-97C0-403F-8266-0F9E62B6E178}" dt="2023-03-28T18:52:41.021" v="1350" actId="478"/>
          <ac:spMkLst>
            <pc:docMk/>
            <pc:sldMk cId="4116918669" sldId="281"/>
            <ac:spMk id="3" creationId="{ED1FBE5C-4BA1-1585-65EF-32DDA95D9CF6}"/>
          </ac:spMkLst>
        </pc:spChg>
        <pc:spChg chg="mod">
          <ac:chgData name="Eduardo Lucas" userId="2c32288683b74354" providerId="LiveId" clId="{9C8ECB29-97C0-403F-8266-0F9E62B6E178}" dt="2023-03-28T19:36:00.853" v="1857" actId="255"/>
          <ac:spMkLst>
            <pc:docMk/>
            <pc:sldMk cId="4116918669" sldId="281"/>
            <ac:spMk id="4" creationId="{9CF5F437-D3CB-0B01-D41D-30EAAF90D04D}"/>
          </ac:spMkLst>
        </pc:spChg>
        <pc:spChg chg="del">
          <ac:chgData name="Eduardo Lucas" userId="2c32288683b74354" providerId="LiveId" clId="{9C8ECB29-97C0-403F-8266-0F9E62B6E178}" dt="2023-03-28T18:52:43.006" v="1351" actId="478"/>
          <ac:spMkLst>
            <pc:docMk/>
            <pc:sldMk cId="4116918669" sldId="281"/>
            <ac:spMk id="5" creationId="{4FE630DB-945D-3F52-5ABE-D0DA615220B8}"/>
          </ac:spMkLst>
        </pc:spChg>
        <pc:spChg chg="del">
          <ac:chgData name="Eduardo Lucas" userId="2c32288683b74354" providerId="LiveId" clId="{9C8ECB29-97C0-403F-8266-0F9E62B6E178}" dt="2023-03-28T18:52:40.207" v="1349" actId="478"/>
          <ac:spMkLst>
            <pc:docMk/>
            <pc:sldMk cId="4116918669" sldId="281"/>
            <ac:spMk id="6" creationId="{3B42E5A0-2F34-C698-7F7D-A1C055A8A18E}"/>
          </ac:spMkLst>
        </pc:spChg>
        <pc:spChg chg="del">
          <ac:chgData name="Eduardo Lucas" userId="2c32288683b74354" providerId="LiveId" clId="{9C8ECB29-97C0-403F-8266-0F9E62B6E178}" dt="2023-03-28T18:52:39.345" v="1348" actId="478"/>
          <ac:spMkLst>
            <pc:docMk/>
            <pc:sldMk cId="4116918669" sldId="281"/>
            <ac:spMk id="7" creationId="{7EA768FF-5971-47A0-BA08-90786243A457}"/>
          </ac:spMkLst>
        </pc:spChg>
        <pc:spChg chg="add del mod">
          <ac:chgData name="Eduardo Lucas" userId="2c32288683b74354" providerId="LiveId" clId="{9C8ECB29-97C0-403F-8266-0F9E62B6E178}" dt="2023-03-28T19:36:28.875" v="1860" actId="478"/>
          <ac:spMkLst>
            <pc:docMk/>
            <pc:sldMk cId="4116918669" sldId="281"/>
            <ac:spMk id="8" creationId="{1883C352-33D6-BFA4-D46B-4B0AE270AE5C}"/>
          </ac:spMkLst>
        </pc:spChg>
        <pc:spChg chg="add del mod">
          <ac:chgData name="Eduardo Lucas" userId="2c32288683b74354" providerId="LiveId" clId="{9C8ECB29-97C0-403F-8266-0F9E62B6E178}" dt="2023-03-28T19:36:28.120" v="1859" actId="478"/>
          <ac:spMkLst>
            <pc:docMk/>
            <pc:sldMk cId="4116918669" sldId="281"/>
            <ac:spMk id="9" creationId="{41941F91-D867-A305-A623-30161F86F48C}"/>
          </ac:spMkLst>
        </pc:spChg>
        <pc:spChg chg="add del mod">
          <ac:chgData name="Eduardo Lucas" userId="2c32288683b74354" providerId="LiveId" clId="{9C8ECB29-97C0-403F-8266-0F9E62B6E178}" dt="2023-03-28T19:36:31.596" v="1862" actId="478"/>
          <ac:spMkLst>
            <pc:docMk/>
            <pc:sldMk cId="4116918669" sldId="281"/>
            <ac:spMk id="10" creationId="{7A3CFAAA-5493-21B9-257F-EBE446E54559}"/>
          </ac:spMkLst>
        </pc:spChg>
        <pc:spChg chg="add del mod">
          <ac:chgData name="Eduardo Lucas" userId="2c32288683b74354" providerId="LiveId" clId="{9C8ECB29-97C0-403F-8266-0F9E62B6E178}" dt="2023-03-28T19:36:30.902" v="1861" actId="478"/>
          <ac:spMkLst>
            <pc:docMk/>
            <pc:sldMk cId="4116918669" sldId="281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16:47.699" v="1499" actId="6549"/>
        <pc:sldMkLst>
          <pc:docMk/>
          <pc:sldMk cId="460464943" sldId="282"/>
        </pc:sldMkLst>
        <pc:spChg chg="mod">
          <ac:chgData name="Eduardo Lucas" userId="2c32288683b74354" providerId="LiveId" clId="{9C8ECB29-97C0-403F-8266-0F9E62B6E178}" dt="2023-03-28T19:16:47.699" v="1499" actId="6549"/>
          <ac:spMkLst>
            <pc:docMk/>
            <pc:sldMk cId="460464943" sldId="282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16:32.450" v="1496" actId="20577"/>
          <ac:spMkLst>
            <pc:docMk/>
            <pc:sldMk cId="460464943" sldId="282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18:18.315" v="1528" actId="6549"/>
        <pc:sldMkLst>
          <pc:docMk/>
          <pc:sldMk cId="1218619394" sldId="283"/>
        </pc:sldMkLst>
        <pc:spChg chg="mod">
          <ac:chgData name="Eduardo Lucas" userId="2c32288683b74354" providerId="LiveId" clId="{9C8ECB29-97C0-403F-8266-0F9E62B6E178}" dt="2023-03-28T19:18:18.315" v="1528" actId="6549"/>
          <ac:spMkLst>
            <pc:docMk/>
            <pc:sldMk cId="1218619394" sldId="283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17:49.480" v="1523" actId="2711"/>
          <ac:spMkLst>
            <pc:docMk/>
            <pc:sldMk cId="1218619394" sldId="283"/>
            <ac:spMk id="10" creationId="{7A3CFAAA-5493-21B9-257F-EBE446E54559}"/>
          </ac:spMkLst>
        </pc:spChg>
        <pc:spChg chg="mod">
          <ac:chgData name="Eduardo Lucas" userId="2c32288683b74354" providerId="LiveId" clId="{9C8ECB29-97C0-403F-8266-0F9E62B6E178}" dt="2023-03-28T19:17:58.628" v="1525" actId="255"/>
          <ac:spMkLst>
            <pc:docMk/>
            <pc:sldMk cId="1218619394" sldId="283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1:10.338" v="1567" actId="6549"/>
        <pc:sldMkLst>
          <pc:docMk/>
          <pc:sldMk cId="4286895945" sldId="284"/>
        </pc:sldMkLst>
        <pc:spChg chg="mod">
          <ac:chgData name="Eduardo Lucas" userId="2c32288683b74354" providerId="LiveId" clId="{9C8ECB29-97C0-403F-8266-0F9E62B6E178}" dt="2023-03-28T19:19:08.913" v="1531" actId="20577"/>
          <ac:spMkLst>
            <pc:docMk/>
            <pc:sldMk cId="4286895945" sldId="284"/>
            <ac:spMk id="8" creationId="{1883C352-33D6-BFA4-D46B-4B0AE270AE5C}"/>
          </ac:spMkLst>
        </pc:spChg>
        <pc:spChg chg="mod">
          <ac:chgData name="Eduardo Lucas" userId="2c32288683b74354" providerId="LiveId" clId="{9C8ECB29-97C0-403F-8266-0F9E62B6E178}" dt="2023-03-28T19:21:10.338" v="1567" actId="6549"/>
          <ac:spMkLst>
            <pc:docMk/>
            <pc:sldMk cId="4286895945" sldId="284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0:19.291" v="1564" actId="113"/>
          <ac:spMkLst>
            <pc:docMk/>
            <pc:sldMk cId="4286895945" sldId="284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3:11.123" v="1623" actId="6549"/>
        <pc:sldMkLst>
          <pc:docMk/>
          <pc:sldMk cId="1515290486" sldId="285"/>
        </pc:sldMkLst>
        <pc:spChg chg="mod">
          <ac:chgData name="Eduardo Lucas" userId="2c32288683b74354" providerId="LiveId" clId="{9C8ECB29-97C0-403F-8266-0F9E62B6E178}" dt="2023-03-28T19:23:11.123" v="1623" actId="6549"/>
          <ac:spMkLst>
            <pc:docMk/>
            <pc:sldMk cId="1515290486" sldId="285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2:43.948" v="1620" actId="113"/>
          <ac:spMkLst>
            <pc:docMk/>
            <pc:sldMk cId="1515290486" sldId="285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5:32.260" v="1668" actId="20577"/>
        <pc:sldMkLst>
          <pc:docMk/>
          <pc:sldMk cId="92999037" sldId="286"/>
        </pc:sldMkLst>
        <pc:spChg chg="mod">
          <ac:chgData name="Eduardo Lucas" userId="2c32288683b74354" providerId="LiveId" clId="{9C8ECB29-97C0-403F-8266-0F9E62B6E178}" dt="2023-03-28T19:24:38.754" v="1662" actId="6549"/>
          <ac:spMkLst>
            <pc:docMk/>
            <pc:sldMk cId="92999037" sldId="286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5:32.260" v="1668" actId="20577"/>
          <ac:spMkLst>
            <pc:docMk/>
            <pc:sldMk cId="92999037" sldId="286"/>
            <ac:spMk id="11" creationId="{3D9DA35C-8872-A705-51C6-21E0C0FD8BB4}"/>
          </ac:spMkLst>
        </pc:spChg>
      </pc:sldChg>
      <pc:sldChg chg="addSp delSp modSp add mod">
        <pc:chgData name="Eduardo Lucas" userId="2c32288683b74354" providerId="LiveId" clId="{9C8ECB29-97C0-403F-8266-0F9E62B6E178}" dt="2023-03-28T19:26:56.318" v="1700" actId="6549"/>
        <pc:sldMkLst>
          <pc:docMk/>
          <pc:sldMk cId="2563533058" sldId="287"/>
        </pc:sldMkLst>
        <pc:spChg chg="add del mod">
          <ac:chgData name="Eduardo Lucas" userId="2c32288683b74354" providerId="LiveId" clId="{9C8ECB29-97C0-403F-8266-0F9E62B6E178}" dt="2023-03-28T19:26:56.318" v="1700" actId="6549"/>
          <ac:spMkLst>
            <pc:docMk/>
            <pc:sldMk cId="2563533058" sldId="287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6:18.911" v="1693" actId="113"/>
          <ac:spMkLst>
            <pc:docMk/>
            <pc:sldMk cId="2563533058" sldId="287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8:22.292" v="1739" actId="20577"/>
        <pc:sldMkLst>
          <pc:docMk/>
          <pc:sldMk cId="802307199" sldId="288"/>
        </pc:sldMkLst>
        <pc:spChg chg="mod">
          <ac:chgData name="Eduardo Lucas" userId="2c32288683b74354" providerId="LiveId" clId="{9C8ECB29-97C0-403F-8266-0F9E62B6E178}" dt="2023-03-28T19:28:22.292" v="1739" actId="20577"/>
          <ac:spMkLst>
            <pc:docMk/>
            <pc:sldMk cId="802307199" sldId="288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8:08.951" v="1735" actId="113"/>
          <ac:spMkLst>
            <pc:docMk/>
            <pc:sldMk cId="802307199" sldId="288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9:38.820" v="1784" actId="207"/>
        <pc:sldMkLst>
          <pc:docMk/>
          <pc:sldMk cId="1390208546" sldId="289"/>
        </pc:sldMkLst>
        <pc:spChg chg="mod">
          <ac:chgData name="Eduardo Lucas" userId="2c32288683b74354" providerId="LiveId" clId="{9C8ECB29-97C0-403F-8266-0F9E62B6E178}" dt="2023-03-28T19:29:38.820" v="1784" actId="207"/>
          <ac:spMkLst>
            <pc:docMk/>
            <pc:sldMk cId="1390208546" sldId="289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9:34.381" v="1783" actId="255"/>
          <ac:spMkLst>
            <pc:docMk/>
            <pc:sldMk cId="1390208546" sldId="289"/>
            <ac:spMk id="11" creationId="{3D9DA35C-8872-A705-51C6-21E0C0FD8BB4}"/>
          </ac:spMkLst>
        </pc:spChg>
      </pc:sldChg>
      <pc:sldChg chg="add">
        <pc:chgData name="Eduardo Lucas" userId="2c32288683b74354" providerId="LiveId" clId="{9C8ECB29-97C0-403F-8266-0F9E62B6E178}" dt="2023-03-28T19:32:18.516" v="1785" actId="2890"/>
        <pc:sldMkLst>
          <pc:docMk/>
          <pc:sldMk cId="2517394480" sldId="290"/>
        </pc:sldMkLst>
      </pc:sldChg>
      <pc:sldChg chg="modSp add mod">
        <pc:chgData name="Eduardo Lucas" userId="2c32288683b74354" providerId="LiveId" clId="{9C8ECB29-97C0-403F-8266-0F9E62B6E178}" dt="2023-03-28T19:39:24.266" v="1931" actId="6549"/>
        <pc:sldMkLst>
          <pc:docMk/>
          <pc:sldMk cId="2202899175" sldId="291"/>
        </pc:sldMkLst>
        <pc:spChg chg="mod">
          <ac:chgData name="Eduardo Lucas" userId="2c32288683b74354" providerId="LiveId" clId="{9C8ECB29-97C0-403F-8266-0F9E62B6E178}" dt="2023-03-28T19:37:23.645" v="1898" actId="1076"/>
          <ac:spMkLst>
            <pc:docMk/>
            <pc:sldMk cId="2202899175" sldId="291"/>
            <ac:spMk id="4" creationId="{9CF5F437-D3CB-0B01-D41D-30EAAF90D04D}"/>
          </ac:spMkLst>
        </pc:spChg>
        <pc:spChg chg="mod">
          <ac:chgData name="Eduardo Lucas" userId="2c32288683b74354" providerId="LiveId" clId="{9C8ECB29-97C0-403F-8266-0F9E62B6E178}" dt="2023-03-28T19:39:24.266" v="1931" actId="6549"/>
          <ac:spMkLst>
            <pc:docMk/>
            <pc:sldMk cId="2202899175" sldId="291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39:12.369" v="1928" actId="6549"/>
          <ac:spMkLst>
            <pc:docMk/>
            <pc:sldMk cId="2202899175" sldId="291"/>
            <ac:spMk id="11" creationId="{3D9DA35C-8872-A705-51C6-21E0C0FD8BB4}"/>
          </ac:spMkLst>
        </pc:spChg>
      </pc:sldChg>
      <pc:sldChg chg="modSp del mod">
        <pc:chgData name="Eduardo Lucas" userId="2c32288683b74354" providerId="LiveId" clId="{9C8ECB29-97C0-403F-8266-0F9E62B6E178}" dt="2023-03-28T18:15:03.599" v="991" actId="47"/>
        <pc:sldMkLst>
          <pc:docMk/>
          <pc:sldMk cId="2837403444" sldId="291"/>
        </pc:sldMkLst>
        <pc:spChg chg="mod">
          <ac:chgData name="Eduardo Lucas" userId="2c32288683b74354" providerId="LiveId" clId="{9C8ECB29-97C0-403F-8266-0F9E62B6E178}" dt="2023-03-16T19:32:49.793" v="153" actId="207"/>
          <ac:spMkLst>
            <pc:docMk/>
            <pc:sldMk cId="2837403444" sldId="291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20:22.979" v="0" actId="6549"/>
          <ac:spMkLst>
            <pc:docMk/>
            <pc:sldMk cId="2837403444" sldId="291"/>
            <ac:spMk id="6" creationId="{F6DD6CB4-AA61-F2BB-A745-69A4DC455558}"/>
          </ac:spMkLst>
        </pc:spChg>
      </pc:sldChg>
      <pc:sldChg chg="modSp del mod">
        <pc:chgData name="Eduardo Lucas" userId="2c32288683b74354" providerId="LiveId" clId="{9C8ECB29-97C0-403F-8266-0F9E62B6E178}" dt="2023-03-28T18:15:05.092" v="992" actId="47"/>
        <pc:sldMkLst>
          <pc:docMk/>
          <pc:sldMk cId="625945542" sldId="292"/>
        </pc:sldMkLst>
        <pc:spChg chg="mod">
          <ac:chgData name="Eduardo Lucas" userId="2c32288683b74354" providerId="LiveId" clId="{9C8ECB29-97C0-403F-8266-0F9E62B6E178}" dt="2023-03-16T19:32:57.625" v="154" actId="207"/>
          <ac:spMkLst>
            <pc:docMk/>
            <pc:sldMk cId="625945542" sldId="292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20:30.155" v="1" actId="6549"/>
          <ac:spMkLst>
            <pc:docMk/>
            <pc:sldMk cId="625945542" sldId="292"/>
            <ac:spMk id="6" creationId="{08188670-3AE5-3EC5-791D-DDDF0639380A}"/>
          </ac:spMkLst>
        </pc:spChg>
      </pc:sldChg>
      <pc:sldChg chg="modSp add mod">
        <pc:chgData name="Eduardo Lucas" userId="2c32288683b74354" providerId="LiveId" clId="{9C8ECB29-97C0-403F-8266-0F9E62B6E178}" dt="2023-03-28T19:41:28.919" v="1984" actId="20577"/>
        <pc:sldMkLst>
          <pc:docMk/>
          <pc:sldMk cId="2815285750" sldId="292"/>
        </pc:sldMkLst>
        <pc:spChg chg="mod">
          <ac:chgData name="Eduardo Lucas" userId="2c32288683b74354" providerId="LiveId" clId="{9C8ECB29-97C0-403F-8266-0F9E62B6E178}" dt="2023-03-28T19:41:28.919" v="1984" actId="20577"/>
          <ac:spMkLst>
            <pc:docMk/>
            <pc:sldMk cId="2815285750" sldId="292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41:08.042" v="1946" actId="113"/>
          <ac:spMkLst>
            <pc:docMk/>
            <pc:sldMk cId="2815285750" sldId="292"/>
            <ac:spMk id="11" creationId="{3D9DA35C-8872-A705-51C6-21E0C0FD8BB4}"/>
          </ac:spMkLst>
        </pc:spChg>
      </pc:sldChg>
      <pc:sldChg chg="modSp del mod">
        <pc:chgData name="Eduardo Lucas" userId="2c32288683b74354" providerId="LiveId" clId="{9C8ECB29-97C0-403F-8266-0F9E62B6E178}" dt="2023-03-28T18:15:05.374" v="993" actId="47"/>
        <pc:sldMkLst>
          <pc:docMk/>
          <pc:sldMk cId="2229417533" sldId="293"/>
        </pc:sldMkLst>
        <pc:spChg chg="mod">
          <ac:chgData name="Eduardo Lucas" userId="2c32288683b74354" providerId="LiveId" clId="{9C8ECB29-97C0-403F-8266-0F9E62B6E178}" dt="2023-03-16T19:33:03.373" v="155" actId="207"/>
          <ac:spMkLst>
            <pc:docMk/>
            <pc:sldMk cId="2229417533" sldId="293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20:35.507" v="2" actId="6549"/>
          <ac:spMkLst>
            <pc:docMk/>
            <pc:sldMk cId="2229417533" sldId="293"/>
            <ac:spMk id="6" creationId="{D077AA95-DAD1-1B58-91F3-EA33857071A8}"/>
          </ac:spMkLst>
        </pc:spChg>
      </pc:sldChg>
      <pc:sldChg chg="modSp add mod">
        <pc:chgData name="Eduardo Lucas" userId="2c32288683b74354" providerId="LiveId" clId="{9C8ECB29-97C0-403F-8266-0F9E62B6E178}" dt="2023-03-28T19:43:05.232" v="2006" actId="6549"/>
        <pc:sldMkLst>
          <pc:docMk/>
          <pc:sldMk cId="2766655319" sldId="293"/>
        </pc:sldMkLst>
        <pc:spChg chg="mod">
          <ac:chgData name="Eduardo Lucas" userId="2c32288683b74354" providerId="LiveId" clId="{9C8ECB29-97C0-403F-8266-0F9E62B6E178}" dt="2023-03-28T19:43:05.232" v="2006" actId="6549"/>
          <ac:spMkLst>
            <pc:docMk/>
            <pc:sldMk cId="2766655319" sldId="293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42:45.901" v="2003" actId="255"/>
          <ac:spMkLst>
            <pc:docMk/>
            <pc:sldMk cId="2766655319" sldId="293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44:52.997" v="2033" actId="207"/>
        <pc:sldMkLst>
          <pc:docMk/>
          <pc:sldMk cId="1084925176" sldId="294"/>
        </pc:sldMkLst>
        <pc:spChg chg="mod">
          <ac:chgData name="Eduardo Lucas" userId="2c32288683b74354" providerId="LiveId" clId="{9C8ECB29-97C0-403F-8266-0F9E62B6E178}" dt="2023-03-28T19:44:52.997" v="2033" actId="207"/>
          <ac:spMkLst>
            <pc:docMk/>
            <pc:sldMk cId="1084925176" sldId="294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44:35.086" v="2031" actId="20577"/>
          <ac:spMkLst>
            <pc:docMk/>
            <pc:sldMk cId="1084925176" sldId="294"/>
            <ac:spMk id="11" creationId="{3D9DA35C-8872-A705-51C6-21E0C0FD8BB4}"/>
          </ac:spMkLst>
        </pc:spChg>
      </pc:sldChg>
      <pc:sldChg chg="addSp delSp modSp del mod">
        <pc:chgData name="Eduardo Lucas" userId="2c32288683b74354" providerId="LiveId" clId="{9C8ECB29-97C0-403F-8266-0F9E62B6E178}" dt="2023-03-28T18:15:05.590" v="994" actId="47"/>
        <pc:sldMkLst>
          <pc:docMk/>
          <pc:sldMk cId="3810949471" sldId="294"/>
        </pc:sldMkLst>
        <pc:spChg chg="mod">
          <ac:chgData name="Eduardo Lucas" userId="2c32288683b74354" providerId="LiveId" clId="{9C8ECB29-97C0-403F-8266-0F9E62B6E178}" dt="2023-03-16T19:33:08.041" v="156" actId="207"/>
          <ac:spMkLst>
            <pc:docMk/>
            <pc:sldMk cId="3810949471" sldId="294"/>
            <ac:spMk id="3" creationId="{416F2013-1BAE-CD9A-65A9-74F2606DDCE6}"/>
          </ac:spMkLst>
        </pc:spChg>
        <pc:spChg chg="add del mod">
          <ac:chgData name="Eduardo Lucas" userId="2c32288683b74354" providerId="LiveId" clId="{9C8ECB29-97C0-403F-8266-0F9E62B6E178}" dt="2023-03-16T19:20:44.625" v="5" actId="6549"/>
          <ac:spMkLst>
            <pc:docMk/>
            <pc:sldMk cId="3810949471" sldId="294"/>
            <ac:spMk id="6" creationId="{06D65B0E-72B1-C58C-8975-AFADF780A777}"/>
          </ac:spMkLst>
        </pc:spChg>
      </pc:sldChg>
      <pc:sldChg chg="modSp del mod">
        <pc:chgData name="Eduardo Lucas" userId="2c32288683b74354" providerId="LiveId" clId="{9C8ECB29-97C0-403F-8266-0F9E62B6E178}" dt="2023-03-28T18:15:05.768" v="995" actId="47"/>
        <pc:sldMkLst>
          <pc:docMk/>
          <pc:sldMk cId="789733603" sldId="295"/>
        </pc:sldMkLst>
        <pc:spChg chg="mod">
          <ac:chgData name="Eduardo Lucas" userId="2c32288683b74354" providerId="LiveId" clId="{9C8ECB29-97C0-403F-8266-0F9E62B6E178}" dt="2023-03-16T19:33:13.333" v="157" actId="207"/>
          <ac:spMkLst>
            <pc:docMk/>
            <pc:sldMk cId="789733603" sldId="295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20:50.773" v="13" actId="20577"/>
          <ac:spMkLst>
            <pc:docMk/>
            <pc:sldMk cId="789733603" sldId="295"/>
            <ac:spMk id="4" creationId="{9CF5F437-D3CB-0B01-D41D-30EAAF90D04D}"/>
          </ac:spMkLst>
        </pc:spChg>
      </pc:sldChg>
      <pc:sldChg chg="modSp add mod">
        <pc:chgData name="Eduardo Lucas" userId="2c32288683b74354" providerId="LiveId" clId="{9C8ECB29-97C0-403F-8266-0F9E62B6E178}" dt="2023-03-28T19:49:25.967" v="2217" actId="20577"/>
        <pc:sldMkLst>
          <pc:docMk/>
          <pc:sldMk cId="3127333677" sldId="295"/>
        </pc:sldMkLst>
        <pc:spChg chg="mod">
          <ac:chgData name="Eduardo Lucas" userId="2c32288683b74354" providerId="LiveId" clId="{9C8ECB29-97C0-403F-8266-0F9E62B6E178}" dt="2023-03-28T19:45:52.240" v="2034" actId="207"/>
          <ac:spMkLst>
            <pc:docMk/>
            <pc:sldMk cId="3127333677" sldId="295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49:25.967" v="2217" actId="20577"/>
          <ac:spMkLst>
            <pc:docMk/>
            <pc:sldMk cId="3127333677" sldId="295"/>
            <ac:spMk id="11" creationId="{3D9DA35C-8872-A705-51C6-21E0C0FD8BB4}"/>
          </ac:spMkLst>
        </pc:spChg>
      </pc:sldChg>
      <pc:sldChg chg="modSp del mod">
        <pc:chgData name="Eduardo Lucas" userId="2c32288683b74354" providerId="LiveId" clId="{9C8ECB29-97C0-403F-8266-0F9E62B6E178}" dt="2023-03-28T18:15:05.869" v="996" actId="47"/>
        <pc:sldMkLst>
          <pc:docMk/>
          <pc:sldMk cId="195980359" sldId="296"/>
        </pc:sldMkLst>
        <pc:spChg chg="mod">
          <ac:chgData name="Eduardo Lucas" userId="2c32288683b74354" providerId="LiveId" clId="{9C8ECB29-97C0-403F-8266-0F9E62B6E178}" dt="2023-03-16T19:33:17.785" v="158" actId="207"/>
          <ac:spMkLst>
            <pc:docMk/>
            <pc:sldMk cId="195980359" sldId="296"/>
            <ac:spMk id="3" creationId="{416F2013-1BAE-CD9A-65A9-74F2606DDCE6}"/>
          </ac:spMkLst>
        </pc:spChg>
      </pc:sldChg>
      <pc:sldChg chg="addSp delSp modSp add mod">
        <pc:chgData name="Eduardo Lucas" userId="2c32288683b74354" providerId="LiveId" clId="{9C8ECB29-97C0-403F-8266-0F9E62B6E178}" dt="2023-03-28T19:57:26.111" v="2348" actId="1076"/>
        <pc:sldMkLst>
          <pc:docMk/>
          <pc:sldMk cId="2550689628" sldId="296"/>
        </pc:sldMkLst>
        <pc:spChg chg="mod">
          <ac:chgData name="Eduardo Lucas" userId="2c32288683b74354" providerId="LiveId" clId="{9C8ECB29-97C0-403F-8266-0F9E62B6E178}" dt="2023-03-28T19:53:32.085" v="2318" actId="12"/>
          <ac:spMkLst>
            <pc:docMk/>
            <pc:sldMk cId="2550689628" sldId="296"/>
            <ac:spMk id="2" creationId="{71CA36E5-C16C-B323-9708-48E4D6D10865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4" creationId="{9CF5F437-D3CB-0B01-D41D-30EAAF90D04D}"/>
          </ac:spMkLst>
        </pc:spChg>
        <pc:spChg chg="add mod">
          <ac:chgData name="Eduardo Lucas" userId="2c32288683b74354" providerId="LiveId" clId="{9C8ECB29-97C0-403F-8266-0F9E62B6E178}" dt="2023-03-28T19:55:11.717" v="2327" actId="164"/>
          <ac:spMkLst>
            <pc:docMk/>
            <pc:sldMk cId="2550689628" sldId="296"/>
            <ac:spMk id="6" creationId="{5884BDDA-B856-DA42-6AF7-08D693DEA826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8" creationId="{1883C352-33D6-BFA4-D46B-4B0AE270AE5C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9" creationId="{41941F91-D867-A305-A623-30161F86F48C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10" creationId="{7A3CFAAA-5493-21B9-257F-EBE446E54559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11" creationId="{3D9DA35C-8872-A705-51C6-21E0C0FD8BB4}"/>
          </ac:spMkLst>
        </pc:spChg>
        <pc:grpChg chg="add del mod">
          <ac:chgData name="Eduardo Lucas" userId="2c32288683b74354" providerId="LiveId" clId="{9C8ECB29-97C0-403F-8266-0F9E62B6E178}" dt="2023-03-28T19:55:21.216" v="2331" actId="478"/>
          <ac:grpSpMkLst>
            <pc:docMk/>
            <pc:sldMk cId="2550689628" sldId="296"/>
            <ac:grpSpMk id="7" creationId="{5B8B730E-4B03-C473-B821-3D10293BD737}"/>
          </ac:grpSpMkLst>
        </pc:grpChg>
        <pc:picChg chg="add mod">
          <ac:chgData name="Eduardo Lucas" userId="2c32288683b74354" providerId="LiveId" clId="{9C8ECB29-97C0-403F-8266-0F9E62B6E178}" dt="2023-03-28T19:55:11.717" v="2327" actId="164"/>
          <ac:picMkLst>
            <pc:docMk/>
            <pc:sldMk cId="2550689628" sldId="296"/>
            <ac:picMk id="5" creationId="{D3DAD1E7-8B1D-F9FB-5A4C-6CBC2BD32335}"/>
          </ac:picMkLst>
        </pc:picChg>
        <pc:picChg chg="add mod">
          <ac:chgData name="Eduardo Lucas" userId="2c32288683b74354" providerId="LiveId" clId="{9C8ECB29-97C0-403F-8266-0F9E62B6E178}" dt="2023-03-28T19:56:23.507" v="2334" actId="1076"/>
          <ac:picMkLst>
            <pc:docMk/>
            <pc:sldMk cId="2550689628" sldId="296"/>
            <ac:picMk id="13" creationId="{5AE81841-30C1-75F0-8A2C-612BEE3DFF19}"/>
          </ac:picMkLst>
        </pc:picChg>
        <pc:picChg chg="add mod">
          <ac:chgData name="Eduardo Lucas" userId="2c32288683b74354" providerId="LiveId" clId="{9C8ECB29-97C0-403F-8266-0F9E62B6E178}" dt="2023-03-28T19:56:40.193" v="2339" actId="1076"/>
          <ac:picMkLst>
            <pc:docMk/>
            <pc:sldMk cId="2550689628" sldId="296"/>
            <ac:picMk id="15" creationId="{08CEFC83-2B5C-A577-57F6-A132418BD1C3}"/>
          </ac:picMkLst>
        </pc:picChg>
        <pc:picChg chg="add mod">
          <ac:chgData name="Eduardo Lucas" userId="2c32288683b74354" providerId="LiveId" clId="{9C8ECB29-97C0-403F-8266-0F9E62B6E178}" dt="2023-03-28T19:56:54.816" v="2342" actId="1076"/>
          <ac:picMkLst>
            <pc:docMk/>
            <pc:sldMk cId="2550689628" sldId="296"/>
            <ac:picMk id="17" creationId="{B2070D8D-7F88-88AB-903C-2D73E7C514BE}"/>
          </ac:picMkLst>
        </pc:picChg>
        <pc:picChg chg="add mod">
          <ac:chgData name="Eduardo Lucas" userId="2c32288683b74354" providerId="LiveId" clId="{9C8ECB29-97C0-403F-8266-0F9E62B6E178}" dt="2023-03-28T19:57:08.724" v="2345" actId="1076"/>
          <ac:picMkLst>
            <pc:docMk/>
            <pc:sldMk cId="2550689628" sldId="296"/>
            <ac:picMk id="19" creationId="{0DA9ABD0-147F-7FE0-E64F-21B5CD72D547}"/>
          </ac:picMkLst>
        </pc:picChg>
        <pc:picChg chg="add mod">
          <ac:chgData name="Eduardo Lucas" userId="2c32288683b74354" providerId="LiveId" clId="{9C8ECB29-97C0-403F-8266-0F9E62B6E178}" dt="2023-03-28T19:57:26.111" v="2348" actId="1076"/>
          <ac:picMkLst>
            <pc:docMk/>
            <pc:sldMk cId="2550689628" sldId="296"/>
            <ac:picMk id="21" creationId="{9AF15412-0509-8E3A-C88E-1BCDA91AB0D8}"/>
          </ac:picMkLst>
        </pc:picChg>
      </pc:sldChg>
      <pc:sldChg chg="addSp delSp modSp add mod">
        <pc:chgData name="Eduardo Lucas" userId="2c32288683b74354" providerId="LiveId" clId="{9C8ECB29-97C0-403F-8266-0F9E62B6E178}" dt="2023-03-28T19:58:13.882" v="2368" actId="1076"/>
        <pc:sldMkLst>
          <pc:docMk/>
          <pc:sldMk cId="1778458384" sldId="297"/>
        </pc:sldMkLst>
        <pc:spChg chg="mod">
          <ac:chgData name="Eduardo Lucas" userId="2c32288683b74354" providerId="LiveId" clId="{9C8ECB29-97C0-403F-8266-0F9E62B6E178}" dt="2023-03-28T19:57:49.851" v="2363" actId="20577"/>
          <ac:spMkLst>
            <pc:docMk/>
            <pc:sldMk cId="1778458384" sldId="297"/>
            <ac:spMk id="2" creationId="{71CA36E5-C16C-B323-9708-48E4D6D10865}"/>
          </ac:spMkLst>
        </pc:spChg>
        <pc:picChg chg="add mod">
          <ac:chgData name="Eduardo Lucas" userId="2c32288683b74354" providerId="LiveId" clId="{9C8ECB29-97C0-403F-8266-0F9E62B6E178}" dt="2023-03-28T19:58:13.882" v="2368" actId="1076"/>
          <ac:picMkLst>
            <pc:docMk/>
            <pc:sldMk cId="1778458384" sldId="297"/>
            <ac:picMk id="4" creationId="{76F989DF-DDDF-FC47-6C92-3BECC71D3196}"/>
          </ac:picMkLst>
        </pc:picChg>
        <pc:picChg chg="del">
          <ac:chgData name="Eduardo Lucas" userId="2c32288683b74354" providerId="LiveId" clId="{9C8ECB29-97C0-403F-8266-0F9E62B6E178}" dt="2023-03-28T19:57:45.022" v="2358" actId="478"/>
          <ac:picMkLst>
            <pc:docMk/>
            <pc:sldMk cId="1778458384" sldId="297"/>
            <ac:picMk id="13" creationId="{5AE81841-30C1-75F0-8A2C-612BEE3DFF19}"/>
          </ac:picMkLst>
        </pc:picChg>
        <pc:picChg chg="del">
          <ac:chgData name="Eduardo Lucas" userId="2c32288683b74354" providerId="LiveId" clId="{9C8ECB29-97C0-403F-8266-0F9E62B6E178}" dt="2023-03-28T19:57:47.722" v="2362" actId="478"/>
          <ac:picMkLst>
            <pc:docMk/>
            <pc:sldMk cId="1778458384" sldId="297"/>
            <ac:picMk id="15" creationId="{08CEFC83-2B5C-A577-57F6-A132418BD1C3}"/>
          </ac:picMkLst>
        </pc:picChg>
        <pc:picChg chg="del">
          <ac:chgData name="Eduardo Lucas" userId="2c32288683b74354" providerId="LiveId" clId="{9C8ECB29-97C0-403F-8266-0F9E62B6E178}" dt="2023-03-28T19:57:45.745" v="2359" actId="478"/>
          <ac:picMkLst>
            <pc:docMk/>
            <pc:sldMk cId="1778458384" sldId="297"/>
            <ac:picMk id="17" creationId="{B2070D8D-7F88-88AB-903C-2D73E7C514BE}"/>
          </ac:picMkLst>
        </pc:picChg>
        <pc:picChg chg="del">
          <ac:chgData name="Eduardo Lucas" userId="2c32288683b74354" providerId="LiveId" clId="{9C8ECB29-97C0-403F-8266-0F9E62B6E178}" dt="2023-03-28T19:57:47.106" v="2361" actId="478"/>
          <ac:picMkLst>
            <pc:docMk/>
            <pc:sldMk cId="1778458384" sldId="297"/>
            <ac:picMk id="19" creationId="{0DA9ABD0-147F-7FE0-E64F-21B5CD72D547}"/>
          </ac:picMkLst>
        </pc:picChg>
        <pc:picChg chg="del">
          <ac:chgData name="Eduardo Lucas" userId="2c32288683b74354" providerId="LiveId" clId="{9C8ECB29-97C0-403F-8266-0F9E62B6E178}" dt="2023-03-28T19:57:46.326" v="2360" actId="478"/>
          <ac:picMkLst>
            <pc:docMk/>
            <pc:sldMk cId="1778458384" sldId="297"/>
            <ac:picMk id="21" creationId="{9AF15412-0509-8E3A-C88E-1BCDA91AB0D8}"/>
          </ac:picMkLst>
        </pc:picChg>
      </pc:sldChg>
      <pc:sldChg chg="modSp add del mod">
        <pc:chgData name="Eduardo Lucas" userId="2c32288683b74354" providerId="LiveId" clId="{9C8ECB29-97C0-403F-8266-0F9E62B6E178}" dt="2023-03-28T18:15:06.045" v="997" actId="47"/>
        <pc:sldMkLst>
          <pc:docMk/>
          <pc:sldMk cId="3011106593" sldId="297"/>
        </pc:sldMkLst>
        <pc:spChg chg="mod">
          <ac:chgData name="Eduardo Lucas" userId="2c32288683b74354" providerId="LiveId" clId="{9C8ECB29-97C0-403F-8266-0F9E62B6E178}" dt="2023-03-16T19:33:21.936" v="159" actId="207"/>
          <ac:spMkLst>
            <pc:docMk/>
            <pc:sldMk cId="3011106593" sldId="297"/>
            <ac:spMk id="3" creationId="{416F2013-1BAE-CD9A-65A9-74F2606DDCE6}"/>
          </ac:spMkLst>
        </pc:spChg>
      </pc:sldChg>
      <pc:sldChg chg="addSp delSp modSp add del mod">
        <pc:chgData name="Eduardo Lucas" userId="2c32288683b74354" providerId="LiveId" clId="{9C8ECB29-97C0-403F-8266-0F9E62B6E178}" dt="2023-03-28T18:15:06.315" v="998" actId="47"/>
        <pc:sldMkLst>
          <pc:docMk/>
          <pc:sldMk cId="2744864907" sldId="298"/>
        </pc:sldMkLst>
        <pc:spChg chg="mod">
          <ac:chgData name="Eduardo Lucas" userId="2c32288683b74354" providerId="LiveId" clId="{9C8ECB29-97C0-403F-8266-0F9E62B6E178}" dt="2023-03-16T19:28:51.857" v="31" actId="20577"/>
          <ac:spMkLst>
            <pc:docMk/>
            <pc:sldMk cId="2744864907" sldId="298"/>
            <ac:spMk id="2" creationId="{71CA36E5-C16C-B323-9708-48E4D6D10865}"/>
          </ac:spMkLst>
        </pc:spChg>
        <pc:spChg chg="del">
          <ac:chgData name="Eduardo Lucas" userId="2c32288683b74354" providerId="LiveId" clId="{9C8ECB29-97C0-403F-8266-0F9E62B6E178}" dt="2023-03-16T19:29:04.653" v="32" actId="478"/>
          <ac:spMkLst>
            <pc:docMk/>
            <pc:sldMk cId="2744864907" sldId="298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30:41.527" v="85" actId="20577"/>
          <ac:spMkLst>
            <pc:docMk/>
            <pc:sldMk cId="2744864907" sldId="298"/>
            <ac:spMk id="4" creationId="{9CF5F437-D3CB-0B01-D41D-30EAAF90D04D}"/>
          </ac:spMkLst>
        </pc:spChg>
        <pc:spChg chg="del">
          <ac:chgData name="Eduardo Lucas" userId="2c32288683b74354" providerId="LiveId" clId="{9C8ECB29-97C0-403F-8266-0F9E62B6E178}" dt="2023-03-16T19:29:04.653" v="32" actId="478"/>
          <ac:spMkLst>
            <pc:docMk/>
            <pc:sldMk cId="2744864907" sldId="298"/>
            <ac:spMk id="5" creationId="{0758C619-9B57-F302-AD89-C6607FE3AA4D}"/>
          </ac:spMkLst>
        </pc:spChg>
        <pc:spChg chg="add mod">
          <ac:chgData name="Eduardo Lucas" userId="2c32288683b74354" providerId="LiveId" clId="{9C8ECB29-97C0-403F-8266-0F9E62B6E178}" dt="2023-03-16T19:34:45.327" v="234" actId="207"/>
          <ac:spMkLst>
            <pc:docMk/>
            <pc:sldMk cId="2744864907" sldId="298"/>
            <ac:spMk id="6" creationId="{45280D1A-F172-8160-1C18-175BE71FB0B2}"/>
          </ac:spMkLst>
        </pc:spChg>
        <pc:spChg chg="add mod">
          <ac:chgData name="Eduardo Lucas" userId="2c32288683b74354" providerId="LiveId" clId="{9C8ECB29-97C0-403F-8266-0F9E62B6E178}" dt="2023-03-16T19:33:35.509" v="164" actId="14100"/>
          <ac:spMkLst>
            <pc:docMk/>
            <pc:sldMk cId="2744864907" sldId="298"/>
            <ac:spMk id="7" creationId="{E52143B8-78F3-70DD-F613-460A82A5CCA0}"/>
          </ac:spMkLst>
        </pc:spChg>
        <pc:spChg chg="add mod">
          <ac:chgData name="Eduardo Lucas" userId="2c32288683b74354" providerId="LiveId" clId="{9C8ECB29-97C0-403F-8266-0F9E62B6E178}" dt="2023-03-16T19:34:24.488" v="183" actId="20577"/>
          <ac:spMkLst>
            <pc:docMk/>
            <pc:sldMk cId="2744864907" sldId="298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7.020" v="1003" actId="47"/>
        <pc:sldMkLst>
          <pc:docMk/>
          <pc:sldMk cId="780095215" sldId="299"/>
        </pc:sldMkLst>
        <pc:spChg chg="mod">
          <ac:chgData name="Eduardo Lucas" userId="2c32288683b74354" providerId="LiveId" clId="{9C8ECB29-97C0-403F-8266-0F9E62B6E178}" dt="2023-03-16T19:36:05.153" v="283" actId="207"/>
          <ac:spMkLst>
            <pc:docMk/>
            <pc:sldMk cId="780095215" sldId="299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35:42.850" v="250" actId="20577"/>
          <ac:spMkLst>
            <pc:docMk/>
            <pc:sldMk cId="780095215" sldId="299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7.224" v="1004" actId="47"/>
        <pc:sldMkLst>
          <pc:docMk/>
          <pc:sldMk cId="2469024178" sldId="300"/>
        </pc:sldMkLst>
        <pc:spChg chg="mod">
          <ac:chgData name="Eduardo Lucas" userId="2c32288683b74354" providerId="LiveId" clId="{9C8ECB29-97C0-403F-8266-0F9E62B6E178}" dt="2023-03-16T19:37:07.463" v="443" actId="207"/>
          <ac:spMkLst>
            <pc:docMk/>
            <pc:sldMk cId="2469024178" sldId="300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36:45.412" v="425" actId="113"/>
          <ac:spMkLst>
            <pc:docMk/>
            <pc:sldMk cId="2469024178" sldId="300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7.507" v="1005" actId="47"/>
        <pc:sldMkLst>
          <pc:docMk/>
          <pc:sldMk cId="1362882797" sldId="301"/>
        </pc:sldMkLst>
        <pc:spChg chg="mod">
          <ac:chgData name="Eduardo Lucas" userId="2c32288683b74354" providerId="LiveId" clId="{9C8ECB29-97C0-403F-8266-0F9E62B6E178}" dt="2023-03-16T19:37:20.543" v="444" actId="207"/>
          <ac:spMkLst>
            <pc:docMk/>
            <pc:sldMk cId="1362882797" sldId="301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38:04.179" v="574" actId="20577"/>
          <ac:spMkLst>
            <pc:docMk/>
            <pc:sldMk cId="1362882797" sldId="301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6.467" v="999" actId="47"/>
        <pc:sldMkLst>
          <pc:docMk/>
          <pc:sldMk cId="169977473" sldId="302"/>
        </pc:sldMkLst>
        <pc:spChg chg="mod">
          <ac:chgData name="Eduardo Lucas" userId="2c32288683b74354" providerId="LiveId" clId="{9C8ECB29-97C0-403F-8266-0F9E62B6E178}" dt="2023-03-16T19:42:45.326" v="590" actId="14"/>
          <ac:spMkLst>
            <pc:docMk/>
            <pc:sldMk cId="169977473" sldId="302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42:25.640" v="587" actId="113"/>
          <ac:spMkLst>
            <pc:docMk/>
            <pc:sldMk cId="169977473" sldId="302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6.565" v="1000" actId="47"/>
        <pc:sldMkLst>
          <pc:docMk/>
          <pc:sldMk cId="2885548168" sldId="303"/>
        </pc:sldMkLst>
        <pc:spChg chg="mod">
          <ac:chgData name="Eduardo Lucas" userId="2c32288683b74354" providerId="LiveId" clId="{9C8ECB29-97C0-403F-8266-0F9E62B6E178}" dt="2023-03-16T19:43:16.745" v="615" actId="207"/>
          <ac:spMkLst>
            <pc:docMk/>
            <pc:sldMk cId="2885548168" sldId="303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43:50.265" v="622" actId="113"/>
          <ac:spMkLst>
            <pc:docMk/>
            <pc:sldMk cId="2885548168" sldId="303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6.773" v="1001" actId="47"/>
        <pc:sldMkLst>
          <pc:docMk/>
          <pc:sldMk cId="3179473778" sldId="304"/>
        </pc:sldMkLst>
        <pc:spChg chg="mod">
          <ac:chgData name="Eduardo Lucas" userId="2c32288683b74354" providerId="LiveId" clId="{9C8ECB29-97C0-403F-8266-0F9E62B6E178}" dt="2023-03-16T19:44:53.425" v="635" actId="207"/>
          <ac:spMkLst>
            <pc:docMk/>
            <pc:sldMk cId="3179473778" sldId="304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44:36.906" v="630" actId="1076"/>
          <ac:spMkLst>
            <pc:docMk/>
            <pc:sldMk cId="3179473778" sldId="304"/>
            <ac:spMk id="7" creationId="{E52143B8-78F3-70DD-F613-460A82A5CCA0}"/>
          </ac:spMkLst>
        </pc:spChg>
        <pc:spChg chg="mod">
          <ac:chgData name="Eduardo Lucas" userId="2c32288683b74354" providerId="LiveId" clId="{9C8ECB29-97C0-403F-8266-0F9E62B6E178}" dt="2023-03-16T19:45:27.847" v="646" actId="113"/>
          <ac:spMkLst>
            <pc:docMk/>
            <pc:sldMk cId="3179473778" sldId="304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6.924" v="1002" actId="47"/>
        <pc:sldMkLst>
          <pc:docMk/>
          <pc:sldMk cId="1893396464" sldId="305"/>
        </pc:sldMkLst>
        <pc:spChg chg="mod">
          <ac:chgData name="Eduardo Lucas" userId="2c32288683b74354" providerId="LiveId" clId="{9C8ECB29-97C0-403F-8266-0F9E62B6E178}" dt="2023-03-16T19:46:13.199" v="651" actId="207"/>
          <ac:spMkLst>
            <pc:docMk/>
            <pc:sldMk cId="1893396464" sldId="305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47:02.140" v="662" actId="113"/>
          <ac:spMkLst>
            <pc:docMk/>
            <pc:sldMk cId="1893396464" sldId="305"/>
            <ac:spMk id="8" creationId="{9C5F46B3-E27F-AC20-2E3C-DC87680C6CD6}"/>
          </ac:spMkLst>
        </pc:spChg>
      </pc:sldChg>
      <pc:sldChg chg="delSp modSp add del mod">
        <pc:chgData name="Eduardo Lucas" userId="2c32288683b74354" providerId="LiveId" clId="{9C8ECB29-97C0-403F-8266-0F9E62B6E178}" dt="2023-03-28T18:15:08.311" v="1006" actId="47"/>
        <pc:sldMkLst>
          <pc:docMk/>
          <pc:sldMk cId="327651134" sldId="306"/>
        </pc:sldMkLst>
        <pc:spChg chg="mod">
          <ac:chgData name="Eduardo Lucas" userId="2c32288683b74354" providerId="LiveId" clId="{9C8ECB29-97C0-403F-8266-0F9E62B6E178}" dt="2023-03-16T19:47:54.024" v="696" actId="20577"/>
          <ac:spMkLst>
            <pc:docMk/>
            <pc:sldMk cId="327651134" sldId="306"/>
            <ac:spMk id="2" creationId="{71CA36E5-C16C-B323-9708-48E4D6D10865}"/>
          </ac:spMkLst>
        </pc:spChg>
        <pc:spChg chg="mod">
          <ac:chgData name="Eduardo Lucas" userId="2c32288683b74354" providerId="LiveId" clId="{9C8ECB29-97C0-403F-8266-0F9E62B6E178}" dt="2023-03-16T19:49:47.377" v="969" actId="20577"/>
          <ac:spMkLst>
            <pc:docMk/>
            <pc:sldMk cId="327651134" sldId="306"/>
            <ac:spMk id="4" creationId="{9CF5F437-D3CB-0B01-D41D-30EAAF90D04D}"/>
          </ac:spMkLst>
        </pc:spChg>
        <pc:spChg chg="del">
          <ac:chgData name="Eduardo Lucas" userId="2c32288683b74354" providerId="LiveId" clId="{9C8ECB29-97C0-403F-8266-0F9E62B6E178}" dt="2023-03-16T19:48:03.230" v="699" actId="478"/>
          <ac:spMkLst>
            <pc:docMk/>
            <pc:sldMk cId="327651134" sldId="306"/>
            <ac:spMk id="6" creationId="{45280D1A-F172-8160-1C18-175BE71FB0B2}"/>
          </ac:spMkLst>
        </pc:spChg>
        <pc:spChg chg="del">
          <ac:chgData name="Eduardo Lucas" userId="2c32288683b74354" providerId="LiveId" clId="{9C8ECB29-97C0-403F-8266-0F9E62B6E178}" dt="2023-03-16T19:47:56.445" v="697" actId="478"/>
          <ac:spMkLst>
            <pc:docMk/>
            <pc:sldMk cId="327651134" sldId="306"/>
            <ac:spMk id="7" creationId="{E52143B8-78F3-70DD-F613-460A82A5CCA0}"/>
          </ac:spMkLst>
        </pc:spChg>
        <pc:spChg chg="del">
          <ac:chgData name="Eduardo Lucas" userId="2c32288683b74354" providerId="LiveId" clId="{9C8ECB29-97C0-403F-8266-0F9E62B6E178}" dt="2023-03-16T19:47:59.986" v="698" actId="478"/>
          <ac:spMkLst>
            <pc:docMk/>
            <pc:sldMk cId="327651134" sldId="306"/>
            <ac:spMk id="8" creationId="{9C5F46B3-E27F-AC20-2E3C-DC87680C6CD6}"/>
          </ac:spMkLst>
        </pc:spChg>
      </pc:sldChg>
      <pc:sldMasterChg chg="modSldLayout">
        <pc:chgData name="Eduardo Lucas" userId="2c32288683b74354" providerId="LiveId" clId="{9C8ECB29-97C0-403F-8266-0F9E62B6E178}" dt="2023-03-28T18:17:10.439" v="1036" actId="1038"/>
        <pc:sldMasterMkLst>
          <pc:docMk/>
          <pc:sldMasterMk cId="3869511821" sldId="2147483648"/>
        </pc:sldMasterMkLst>
        <pc:sldLayoutChg chg="addSp delSp modSp mod">
          <pc:chgData name="Eduardo Lucas" userId="2c32288683b74354" providerId="LiveId" clId="{9C8ECB29-97C0-403F-8266-0F9E62B6E178}" dt="2023-03-28T18:17:10.439" v="1036" actId="1038"/>
          <pc:sldLayoutMkLst>
            <pc:docMk/>
            <pc:sldMasterMk cId="3869511821" sldId="2147483648"/>
            <pc:sldLayoutMk cId="937266074" sldId="2147483649"/>
          </pc:sldLayoutMkLst>
          <pc:picChg chg="del">
            <ac:chgData name="Eduardo Lucas" userId="2c32288683b74354" providerId="LiveId" clId="{9C8ECB29-97C0-403F-8266-0F9E62B6E178}" dt="2023-03-28T18:15:24.036" v="1007" actId="478"/>
            <ac:picMkLst>
              <pc:docMk/>
              <pc:sldMasterMk cId="3869511821" sldId="2147483648"/>
              <pc:sldLayoutMk cId="937266074" sldId="2147483649"/>
              <ac:picMk id="7" creationId="{77E4BCEE-9C71-826A-9FB6-0DCCECAB3E92}"/>
            </ac:picMkLst>
          </pc:picChg>
          <pc:picChg chg="add mod modCrop">
            <ac:chgData name="Eduardo Lucas" userId="2c32288683b74354" providerId="LiveId" clId="{9C8ECB29-97C0-403F-8266-0F9E62B6E178}" dt="2023-03-28T18:17:10.439" v="1036" actId="1038"/>
            <ac:picMkLst>
              <pc:docMk/>
              <pc:sldMasterMk cId="3869511821" sldId="2147483648"/>
              <pc:sldLayoutMk cId="937266074" sldId="2147483649"/>
              <ac:picMk id="9" creationId="{79F6BB0D-B64C-DDF3-B7DD-906CEE9F89B2}"/>
            </ac:picMkLst>
          </pc:picChg>
        </pc:sldLayoutChg>
      </pc:sldMasterChg>
    </pc:docChg>
  </pc:docChgLst>
  <pc:docChgLst>
    <pc:chgData name="Eduardo Lucas" userId="2c32288683b74354" providerId="LiveId" clId="{1FE41F23-CFA1-4028-80DD-3EE9404D6AF5}"/>
    <pc:docChg chg="undo custSel addSld delSld modSld sldOrd">
      <pc:chgData name="Eduardo Lucas" userId="2c32288683b74354" providerId="LiveId" clId="{1FE41F23-CFA1-4028-80DD-3EE9404D6AF5}" dt="2023-04-20T13:25:04.888" v="2888" actId="1076"/>
      <pc:docMkLst>
        <pc:docMk/>
      </pc:docMkLst>
      <pc:sldChg chg="modSp add del mod">
        <pc:chgData name="Eduardo Lucas" userId="2c32288683b74354" providerId="LiveId" clId="{1FE41F23-CFA1-4028-80DD-3EE9404D6AF5}" dt="2023-04-19T19:23:33.543" v="1206" actId="255"/>
        <pc:sldMkLst>
          <pc:docMk/>
          <pc:sldMk cId="3611735909" sldId="264"/>
        </pc:sldMkLst>
        <pc:spChg chg="mod">
          <ac:chgData name="Eduardo Lucas" userId="2c32288683b74354" providerId="LiveId" clId="{1FE41F23-CFA1-4028-80DD-3EE9404D6AF5}" dt="2023-04-19T19:23:33.543" v="1206" actId="255"/>
          <ac:spMkLst>
            <pc:docMk/>
            <pc:sldMk cId="3611735909" sldId="264"/>
            <ac:spMk id="4" creationId="{B147C5AD-AE12-9C94-AB6A-5B550021EC60}"/>
          </ac:spMkLst>
        </pc:spChg>
      </pc:sldChg>
      <pc:sldChg chg="modSp add del mod">
        <pc:chgData name="Eduardo Lucas" userId="2c32288683b74354" providerId="LiveId" clId="{1FE41F23-CFA1-4028-80DD-3EE9404D6AF5}" dt="2023-04-19T19:55:12.510" v="1299" actId="123"/>
        <pc:sldMkLst>
          <pc:docMk/>
          <pc:sldMk cId="67721199" sldId="277"/>
        </pc:sldMkLst>
        <pc:spChg chg="mod">
          <ac:chgData name="Eduardo Lucas" userId="2c32288683b74354" providerId="LiveId" clId="{1FE41F23-CFA1-4028-80DD-3EE9404D6AF5}" dt="2023-04-19T19:23:57.667" v="1242" actId="20577"/>
          <ac:spMkLst>
            <pc:docMk/>
            <pc:sldMk cId="67721199" sldId="277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9:55:12.510" v="1299" actId="123"/>
          <ac:spMkLst>
            <pc:docMk/>
            <pc:sldMk cId="67721199" sldId="277"/>
            <ac:spMk id="4" creationId="{9CF5F437-D3CB-0B01-D41D-30EAAF90D04D}"/>
          </ac:spMkLst>
        </pc:spChg>
      </pc:sldChg>
      <pc:sldChg chg="del">
        <pc:chgData name="Eduardo Lucas" userId="2c32288683b74354" providerId="LiveId" clId="{1FE41F23-CFA1-4028-80DD-3EE9404D6AF5}" dt="2023-04-18T19:50:01.589" v="34" actId="47"/>
        <pc:sldMkLst>
          <pc:docMk/>
          <pc:sldMk cId="1316774732" sldId="278"/>
        </pc:sldMkLst>
      </pc:sldChg>
      <pc:sldChg chg="modSp add mod">
        <pc:chgData name="Eduardo Lucas" userId="2c32288683b74354" providerId="LiveId" clId="{1FE41F23-CFA1-4028-80DD-3EE9404D6AF5}" dt="2023-04-19T19:56:43.065" v="1368" actId="20577"/>
        <pc:sldMkLst>
          <pc:docMk/>
          <pc:sldMk cId="2827409084" sldId="278"/>
        </pc:sldMkLst>
        <pc:spChg chg="mod">
          <ac:chgData name="Eduardo Lucas" userId="2c32288683b74354" providerId="LiveId" clId="{1FE41F23-CFA1-4028-80DD-3EE9404D6AF5}" dt="2023-04-19T19:54:31.172" v="1293" actId="1076"/>
          <ac:spMkLst>
            <pc:docMk/>
            <pc:sldMk cId="2827409084" sldId="278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9:56:43.065" v="1368" actId="20577"/>
          <ac:spMkLst>
            <pc:docMk/>
            <pc:sldMk cId="2827409084" sldId="278"/>
            <ac:spMk id="4" creationId="{9CF5F437-D3CB-0B01-D41D-30EAAF90D04D}"/>
          </ac:spMkLst>
        </pc:spChg>
      </pc:sldChg>
      <pc:sldChg chg="modSp add mod">
        <pc:chgData name="Eduardo Lucas" userId="2c32288683b74354" providerId="LiveId" clId="{1FE41F23-CFA1-4028-80DD-3EE9404D6AF5}" dt="2023-04-19T20:27:04.271" v="1619" actId="20577"/>
        <pc:sldMkLst>
          <pc:docMk/>
          <pc:sldMk cId="705570304" sldId="279"/>
        </pc:sldMkLst>
        <pc:spChg chg="mod">
          <ac:chgData name="Eduardo Lucas" userId="2c32288683b74354" providerId="LiveId" clId="{1FE41F23-CFA1-4028-80DD-3EE9404D6AF5}" dt="2023-04-19T20:02:38.497" v="1379" actId="20577"/>
          <ac:spMkLst>
            <pc:docMk/>
            <pc:sldMk cId="705570304" sldId="279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20:27:04.271" v="1619" actId="20577"/>
          <ac:spMkLst>
            <pc:docMk/>
            <pc:sldMk cId="705570304" sldId="279"/>
            <ac:spMk id="4" creationId="{9CF5F437-D3CB-0B01-D41D-30EAAF90D04D}"/>
          </ac:spMkLst>
        </pc:spChg>
      </pc:sldChg>
      <pc:sldChg chg="del">
        <pc:chgData name="Eduardo Lucas" userId="2c32288683b74354" providerId="LiveId" clId="{1FE41F23-CFA1-4028-80DD-3EE9404D6AF5}" dt="2023-04-18T19:50:02.401" v="36" actId="47"/>
        <pc:sldMkLst>
          <pc:docMk/>
          <pc:sldMk cId="1451590909" sldId="279"/>
        </pc:sldMkLst>
      </pc:sldChg>
      <pc:sldChg chg="del">
        <pc:chgData name="Eduardo Lucas" userId="2c32288683b74354" providerId="LiveId" clId="{1FE41F23-CFA1-4028-80DD-3EE9404D6AF5}" dt="2023-04-18T19:50:02.222" v="35" actId="47"/>
        <pc:sldMkLst>
          <pc:docMk/>
          <pc:sldMk cId="25520498" sldId="280"/>
        </pc:sldMkLst>
      </pc:sldChg>
      <pc:sldChg chg="addSp delSp modSp add mod">
        <pc:chgData name="Eduardo Lucas" userId="2c32288683b74354" providerId="LiveId" clId="{1FE41F23-CFA1-4028-80DD-3EE9404D6AF5}" dt="2023-04-20T13:14:09.031" v="2860" actId="1076"/>
        <pc:sldMkLst>
          <pc:docMk/>
          <pc:sldMk cId="2677052256" sldId="280"/>
        </pc:sldMkLst>
        <pc:spChg chg="mod">
          <ac:chgData name="Eduardo Lucas" userId="2c32288683b74354" providerId="LiveId" clId="{1FE41F23-CFA1-4028-80DD-3EE9404D6AF5}" dt="2023-04-20T13:13:52.291" v="2853" actId="20577"/>
          <ac:spMkLst>
            <pc:docMk/>
            <pc:sldMk cId="2677052256" sldId="280"/>
            <ac:spMk id="2" creationId="{71CA36E5-C16C-B323-9708-48E4D6D10865}"/>
          </ac:spMkLst>
        </pc:spChg>
        <pc:spChg chg="del mod">
          <ac:chgData name="Eduardo Lucas" userId="2c32288683b74354" providerId="LiveId" clId="{1FE41F23-CFA1-4028-80DD-3EE9404D6AF5}" dt="2023-04-20T13:13:56.931" v="2854" actId="478"/>
          <ac:spMkLst>
            <pc:docMk/>
            <pc:sldMk cId="2677052256" sldId="280"/>
            <ac:spMk id="4" creationId="{9CF5F437-D3CB-0B01-D41D-30EAAF90D04D}"/>
          </ac:spMkLst>
        </pc:spChg>
        <pc:picChg chg="add del mod">
          <ac:chgData name="Eduardo Lucas" userId="2c32288683b74354" providerId="LiveId" clId="{1FE41F23-CFA1-4028-80DD-3EE9404D6AF5}" dt="2023-04-20T13:13:44.861" v="2841"/>
          <ac:picMkLst>
            <pc:docMk/>
            <pc:sldMk cId="2677052256" sldId="280"/>
            <ac:picMk id="3" creationId="{9D915B22-EEF9-30F6-9B9C-75F0FAF7D933}"/>
          </ac:picMkLst>
        </pc:picChg>
        <pc:picChg chg="add del mod">
          <ac:chgData name="Eduardo Lucas" userId="2c32288683b74354" providerId="LiveId" clId="{1FE41F23-CFA1-4028-80DD-3EE9404D6AF5}" dt="2023-04-20T13:13:59.121" v="2855" actId="478"/>
          <ac:picMkLst>
            <pc:docMk/>
            <pc:sldMk cId="2677052256" sldId="280"/>
            <ac:picMk id="5" creationId="{C1852CBA-A090-62F8-81BD-CCA7281DAE2B}"/>
          </ac:picMkLst>
        </pc:picChg>
        <pc:picChg chg="add mod">
          <ac:chgData name="Eduardo Lucas" userId="2c32288683b74354" providerId="LiveId" clId="{1FE41F23-CFA1-4028-80DD-3EE9404D6AF5}" dt="2023-04-20T13:14:09.031" v="2860" actId="1076"/>
          <ac:picMkLst>
            <pc:docMk/>
            <pc:sldMk cId="2677052256" sldId="280"/>
            <ac:picMk id="6" creationId="{51FD2C26-EE1A-342F-0BF6-C00E05B202A5}"/>
          </ac:picMkLst>
        </pc:picChg>
      </pc:sldChg>
      <pc:sldChg chg="addSp delSp modSp add mod">
        <pc:chgData name="Eduardo Lucas" userId="2c32288683b74354" providerId="LiveId" clId="{1FE41F23-CFA1-4028-80DD-3EE9404D6AF5}" dt="2023-04-20T13:12:33.319" v="2818" actId="21"/>
        <pc:sldMkLst>
          <pc:docMk/>
          <pc:sldMk cId="24366844" sldId="281"/>
        </pc:sldMkLst>
        <pc:spChg chg="mod">
          <ac:chgData name="Eduardo Lucas" userId="2c32288683b74354" providerId="LiveId" clId="{1FE41F23-CFA1-4028-80DD-3EE9404D6AF5}" dt="2023-04-20T12:11:43.256" v="1856" actId="20577"/>
          <ac:spMkLst>
            <pc:docMk/>
            <pc:sldMk cId="24366844" sldId="281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20:30:25.466" v="1668" actId="20577"/>
          <ac:spMkLst>
            <pc:docMk/>
            <pc:sldMk cId="24366844" sldId="281"/>
            <ac:spMk id="4" creationId="{9CF5F437-D3CB-0B01-D41D-30EAAF90D04D}"/>
          </ac:spMkLst>
        </pc:spChg>
        <pc:picChg chg="add del mod">
          <ac:chgData name="Eduardo Lucas" userId="2c32288683b74354" providerId="LiveId" clId="{1FE41F23-CFA1-4028-80DD-3EE9404D6AF5}" dt="2023-04-20T13:12:33.319" v="2818" actId="21"/>
          <ac:picMkLst>
            <pc:docMk/>
            <pc:sldMk cId="24366844" sldId="281"/>
            <ac:picMk id="5" creationId="{BFF50CA3-50B2-B7F1-D599-F679F888DB77}"/>
          </ac:picMkLst>
        </pc:picChg>
        <pc:picChg chg="del">
          <ac:chgData name="Eduardo Lucas" userId="2c32288683b74354" providerId="LiveId" clId="{1FE41F23-CFA1-4028-80DD-3EE9404D6AF5}" dt="2023-04-19T20:31:28.745" v="1669" actId="478"/>
          <ac:picMkLst>
            <pc:docMk/>
            <pc:sldMk cId="24366844" sldId="281"/>
            <ac:picMk id="5" creationId="{C1852CBA-A090-62F8-81BD-CCA7281DAE2B}"/>
          </ac:picMkLst>
        </pc:picChg>
        <pc:picChg chg="add mod">
          <ac:chgData name="Eduardo Lucas" userId="2c32288683b74354" providerId="LiveId" clId="{1FE41F23-CFA1-4028-80DD-3EE9404D6AF5}" dt="2023-04-19T20:31:34.518" v="1672" actId="1076"/>
          <ac:picMkLst>
            <pc:docMk/>
            <pc:sldMk cId="24366844" sldId="281"/>
            <ac:picMk id="6" creationId="{6A0BD1EC-DF9D-B60F-74AA-17F37FF315C4}"/>
          </ac:picMkLst>
        </pc:picChg>
      </pc:sldChg>
      <pc:sldChg chg="del">
        <pc:chgData name="Eduardo Lucas" userId="2c32288683b74354" providerId="LiveId" clId="{1FE41F23-CFA1-4028-80DD-3EE9404D6AF5}" dt="2023-04-18T19:50:03.709" v="43" actId="47"/>
        <pc:sldMkLst>
          <pc:docMk/>
          <pc:sldMk cId="460464943" sldId="282"/>
        </pc:sldMkLst>
      </pc:sldChg>
      <pc:sldChg chg="addSp delSp modSp add mod">
        <pc:chgData name="Eduardo Lucas" userId="2c32288683b74354" providerId="LiveId" clId="{1FE41F23-CFA1-4028-80DD-3EE9404D6AF5}" dt="2023-04-20T12:12:04" v="1896" actId="20577"/>
        <pc:sldMkLst>
          <pc:docMk/>
          <pc:sldMk cId="3770615147" sldId="282"/>
        </pc:sldMkLst>
        <pc:spChg chg="mod">
          <ac:chgData name="Eduardo Lucas" userId="2c32288683b74354" providerId="LiveId" clId="{1FE41F23-CFA1-4028-80DD-3EE9404D6AF5}" dt="2023-04-20T12:12:04" v="1896" actId="20577"/>
          <ac:spMkLst>
            <pc:docMk/>
            <pc:sldMk cId="3770615147" sldId="282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20:38:31.564" v="1748" actId="20577"/>
          <ac:spMkLst>
            <pc:docMk/>
            <pc:sldMk cId="3770615147" sldId="282"/>
            <ac:spMk id="4" creationId="{9CF5F437-D3CB-0B01-D41D-30EAAF90D04D}"/>
          </ac:spMkLst>
        </pc:spChg>
        <pc:picChg chg="add del mod">
          <ac:chgData name="Eduardo Lucas" userId="2c32288683b74354" providerId="LiveId" clId="{1FE41F23-CFA1-4028-80DD-3EE9404D6AF5}" dt="2023-04-19T20:38:21.492" v="1741" actId="478"/>
          <ac:picMkLst>
            <pc:docMk/>
            <pc:sldMk cId="3770615147" sldId="282"/>
            <ac:picMk id="5" creationId="{0A439AE8-B871-C1E6-D1A5-BE0FCA679781}"/>
          </ac:picMkLst>
        </pc:picChg>
        <pc:picChg chg="del">
          <ac:chgData name="Eduardo Lucas" userId="2c32288683b74354" providerId="LiveId" clId="{1FE41F23-CFA1-4028-80DD-3EE9404D6AF5}" dt="2023-04-19T20:32:46.305" v="1681" actId="478"/>
          <ac:picMkLst>
            <pc:docMk/>
            <pc:sldMk cId="3770615147" sldId="282"/>
            <ac:picMk id="6" creationId="{6A0BD1EC-DF9D-B60F-74AA-17F37FF315C4}"/>
          </ac:picMkLst>
        </pc:picChg>
        <pc:picChg chg="add mod">
          <ac:chgData name="Eduardo Lucas" userId="2c32288683b74354" providerId="LiveId" clId="{1FE41F23-CFA1-4028-80DD-3EE9404D6AF5}" dt="2023-04-19T20:38:27.351" v="1745" actId="1076"/>
          <ac:picMkLst>
            <pc:docMk/>
            <pc:sldMk cId="3770615147" sldId="282"/>
            <ac:picMk id="8" creationId="{E6843727-A75E-28FD-9C9E-39D647C7515E}"/>
          </ac:picMkLst>
        </pc:picChg>
      </pc:sldChg>
      <pc:sldChg chg="del">
        <pc:chgData name="Eduardo Lucas" userId="2c32288683b74354" providerId="LiveId" clId="{1FE41F23-CFA1-4028-80DD-3EE9404D6AF5}" dt="2023-04-18T19:50:03.899" v="44" actId="47"/>
        <pc:sldMkLst>
          <pc:docMk/>
          <pc:sldMk cId="1218619394" sldId="283"/>
        </pc:sldMkLst>
      </pc:sldChg>
      <pc:sldChg chg="addSp delSp modSp add mod">
        <pc:chgData name="Eduardo Lucas" userId="2c32288683b74354" providerId="LiveId" clId="{1FE41F23-CFA1-4028-80DD-3EE9404D6AF5}" dt="2023-04-20T12:44:11.820" v="2791" actId="20577"/>
        <pc:sldMkLst>
          <pc:docMk/>
          <pc:sldMk cId="2402984834" sldId="283"/>
        </pc:sldMkLst>
        <pc:spChg chg="mod">
          <ac:chgData name="Eduardo Lucas" userId="2c32288683b74354" providerId="LiveId" clId="{1FE41F23-CFA1-4028-80DD-3EE9404D6AF5}" dt="2023-04-20T12:15:30.415" v="1945" actId="20577"/>
          <ac:spMkLst>
            <pc:docMk/>
            <pc:sldMk cId="2402984834" sldId="283"/>
            <ac:spMk id="2" creationId="{71CA36E5-C16C-B323-9708-48E4D6D10865}"/>
          </ac:spMkLst>
        </pc:spChg>
        <pc:spChg chg="add mod">
          <ac:chgData name="Eduardo Lucas" userId="2c32288683b74354" providerId="LiveId" clId="{1FE41F23-CFA1-4028-80DD-3EE9404D6AF5}" dt="2023-04-20T12:44:11.820" v="2791" actId="20577"/>
          <ac:spMkLst>
            <pc:docMk/>
            <pc:sldMk cId="2402984834" sldId="283"/>
            <ac:spMk id="3" creationId="{5263812E-1FB6-4869-9BAD-99C604B8CDA4}"/>
          </ac:spMkLst>
        </pc:spChg>
        <pc:spChg chg="mod">
          <ac:chgData name="Eduardo Lucas" userId="2c32288683b74354" providerId="LiveId" clId="{1FE41F23-CFA1-4028-80DD-3EE9404D6AF5}" dt="2023-04-20T12:18:05.119" v="2101" actId="108"/>
          <ac:spMkLst>
            <pc:docMk/>
            <pc:sldMk cId="2402984834" sldId="283"/>
            <ac:spMk id="4" creationId="{9CF5F437-D3CB-0B01-D41D-30EAAF90D04D}"/>
          </ac:spMkLst>
        </pc:spChg>
        <pc:spChg chg="add mod">
          <ac:chgData name="Eduardo Lucas" userId="2c32288683b74354" providerId="LiveId" clId="{1FE41F23-CFA1-4028-80DD-3EE9404D6AF5}" dt="2023-04-20T12:25:29.359" v="2140" actId="1076"/>
          <ac:spMkLst>
            <pc:docMk/>
            <pc:sldMk cId="2402984834" sldId="283"/>
            <ac:spMk id="5" creationId="{E311BA63-832C-C65C-F3D5-4F54941DED48}"/>
          </ac:spMkLst>
        </pc:spChg>
        <pc:spChg chg="add mod">
          <ac:chgData name="Eduardo Lucas" userId="2c32288683b74354" providerId="LiveId" clId="{1FE41F23-CFA1-4028-80DD-3EE9404D6AF5}" dt="2023-04-20T12:33:13.669" v="2192" actId="20577"/>
          <ac:spMkLst>
            <pc:docMk/>
            <pc:sldMk cId="2402984834" sldId="283"/>
            <ac:spMk id="6" creationId="{BDF850B3-FE55-3156-97D9-2BD2EA5AAF07}"/>
          </ac:spMkLst>
        </pc:spChg>
        <pc:picChg chg="del">
          <ac:chgData name="Eduardo Lucas" userId="2c32288683b74354" providerId="LiveId" clId="{1FE41F23-CFA1-4028-80DD-3EE9404D6AF5}" dt="2023-04-20T12:17:51.686" v="2100" actId="478"/>
          <ac:picMkLst>
            <pc:docMk/>
            <pc:sldMk cId="2402984834" sldId="283"/>
            <ac:picMk id="8" creationId="{E6843727-A75E-28FD-9C9E-39D647C7515E}"/>
          </ac:picMkLst>
        </pc:picChg>
      </pc:sldChg>
      <pc:sldChg chg="addSp modSp add mod">
        <pc:chgData name="Eduardo Lucas" userId="2c32288683b74354" providerId="LiveId" clId="{1FE41F23-CFA1-4028-80DD-3EE9404D6AF5}" dt="2023-04-20T12:43:58.780" v="2653" actId="20577"/>
        <pc:sldMkLst>
          <pc:docMk/>
          <pc:sldMk cId="3642479162" sldId="284"/>
        </pc:sldMkLst>
        <pc:spChg chg="mod">
          <ac:chgData name="Eduardo Lucas" userId="2c32288683b74354" providerId="LiveId" clId="{1FE41F23-CFA1-4028-80DD-3EE9404D6AF5}" dt="2023-04-20T12:43:58.780" v="2653" actId="20577"/>
          <ac:spMkLst>
            <pc:docMk/>
            <pc:sldMk cId="3642479162" sldId="284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32:07.202" v="2145"/>
          <ac:spMkLst>
            <pc:docMk/>
            <pc:sldMk cId="3642479162" sldId="284"/>
            <ac:spMk id="5" creationId="{8613A5F5-DF09-368F-677E-3A568F9DCF0B}"/>
          </ac:spMkLst>
        </pc:spChg>
        <pc:spChg chg="add mod">
          <ac:chgData name="Eduardo Lucas" userId="2c32288683b74354" providerId="LiveId" clId="{1FE41F23-CFA1-4028-80DD-3EE9404D6AF5}" dt="2023-04-20T12:34:06.205" v="2206" actId="108"/>
          <ac:spMkLst>
            <pc:docMk/>
            <pc:sldMk cId="3642479162" sldId="284"/>
            <ac:spMk id="6" creationId="{27799658-B087-A576-EF4B-03BDC6688F4C}"/>
          </ac:spMkLst>
        </pc:spChg>
      </pc:sldChg>
      <pc:sldChg chg="del">
        <pc:chgData name="Eduardo Lucas" userId="2c32288683b74354" providerId="LiveId" clId="{1FE41F23-CFA1-4028-80DD-3EE9404D6AF5}" dt="2023-04-18T19:50:04.059" v="45" actId="47"/>
        <pc:sldMkLst>
          <pc:docMk/>
          <pc:sldMk cId="4286895945" sldId="284"/>
        </pc:sldMkLst>
      </pc:sldChg>
      <pc:sldChg chg="del">
        <pc:chgData name="Eduardo Lucas" userId="2c32288683b74354" providerId="LiveId" clId="{1FE41F23-CFA1-4028-80DD-3EE9404D6AF5}" dt="2023-04-18T19:50:04.239" v="46" actId="47"/>
        <pc:sldMkLst>
          <pc:docMk/>
          <pc:sldMk cId="1515290486" sldId="285"/>
        </pc:sldMkLst>
      </pc:sldChg>
      <pc:sldChg chg="addSp modSp add mod">
        <pc:chgData name="Eduardo Lucas" userId="2c32288683b74354" providerId="LiveId" clId="{1FE41F23-CFA1-4028-80DD-3EE9404D6AF5}" dt="2023-04-20T12:43:48.025" v="2536" actId="20577"/>
        <pc:sldMkLst>
          <pc:docMk/>
          <pc:sldMk cId="2754948761" sldId="285"/>
        </pc:sldMkLst>
        <pc:spChg chg="mod">
          <ac:chgData name="Eduardo Lucas" userId="2c32288683b74354" providerId="LiveId" clId="{1FE41F23-CFA1-4028-80DD-3EE9404D6AF5}" dt="2023-04-20T12:43:48.025" v="2536" actId="20577"/>
          <ac:spMkLst>
            <pc:docMk/>
            <pc:sldMk cId="2754948761" sldId="285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34:15.099" v="2207"/>
          <ac:spMkLst>
            <pc:docMk/>
            <pc:sldMk cId="2754948761" sldId="285"/>
            <ac:spMk id="5" creationId="{DBA43883-5B53-2FF7-378F-3B41FD3CD5BA}"/>
          </ac:spMkLst>
        </pc:spChg>
        <pc:spChg chg="add mod">
          <ac:chgData name="Eduardo Lucas" userId="2c32288683b74354" providerId="LiveId" clId="{1FE41F23-CFA1-4028-80DD-3EE9404D6AF5}" dt="2023-04-20T12:36:38.475" v="2249" actId="20577"/>
          <ac:spMkLst>
            <pc:docMk/>
            <pc:sldMk cId="2754948761" sldId="285"/>
            <ac:spMk id="6" creationId="{29843A52-7CE5-9194-0FFC-D83F7EA09DF3}"/>
          </ac:spMkLst>
        </pc:spChg>
      </pc:sldChg>
      <pc:sldChg chg="del">
        <pc:chgData name="Eduardo Lucas" userId="2c32288683b74354" providerId="LiveId" clId="{1FE41F23-CFA1-4028-80DD-3EE9404D6AF5}" dt="2023-04-18T19:50:04.359" v="47" actId="47"/>
        <pc:sldMkLst>
          <pc:docMk/>
          <pc:sldMk cId="92999037" sldId="286"/>
        </pc:sldMkLst>
      </pc:sldChg>
      <pc:sldChg chg="addSp modSp add mod">
        <pc:chgData name="Eduardo Lucas" userId="2c32288683b74354" providerId="LiveId" clId="{1FE41F23-CFA1-4028-80DD-3EE9404D6AF5}" dt="2023-04-20T12:43:37.347" v="2442" actId="20577"/>
        <pc:sldMkLst>
          <pc:docMk/>
          <pc:sldMk cId="3048623428" sldId="286"/>
        </pc:sldMkLst>
        <pc:spChg chg="mod">
          <ac:chgData name="Eduardo Lucas" userId="2c32288683b74354" providerId="LiveId" clId="{1FE41F23-CFA1-4028-80DD-3EE9404D6AF5}" dt="2023-04-20T12:43:37.347" v="2442" actId="20577"/>
          <ac:spMkLst>
            <pc:docMk/>
            <pc:sldMk cId="3048623428" sldId="286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37:18.196" v="2255" actId="6549"/>
          <ac:spMkLst>
            <pc:docMk/>
            <pc:sldMk cId="3048623428" sldId="286"/>
            <ac:spMk id="5" creationId="{C8A3FC72-20DB-C73F-FDE8-3147610F25DF}"/>
          </ac:spMkLst>
        </pc:spChg>
        <pc:spChg chg="add mod">
          <ac:chgData name="Eduardo Lucas" userId="2c32288683b74354" providerId="LiveId" clId="{1FE41F23-CFA1-4028-80DD-3EE9404D6AF5}" dt="2023-04-20T12:37:13.350" v="2254"/>
          <ac:spMkLst>
            <pc:docMk/>
            <pc:sldMk cId="3048623428" sldId="286"/>
            <ac:spMk id="6" creationId="{0E1992F7-50CB-204B-748B-B2185632AB84}"/>
          </ac:spMkLst>
        </pc:spChg>
        <pc:spChg chg="add mod">
          <ac:chgData name="Eduardo Lucas" userId="2c32288683b74354" providerId="LiveId" clId="{1FE41F23-CFA1-4028-80DD-3EE9404D6AF5}" dt="2023-04-20T12:38:08.460" v="2269" actId="20577"/>
          <ac:spMkLst>
            <pc:docMk/>
            <pc:sldMk cId="3048623428" sldId="286"/>
            <ac:spMk id="7" creationId="{8BCA7243-B4DA-D7F5-4A9C-DE7798231354}"/>
          </ac:spMkLst>
        </pc:spChg>
      </pc:sldChg>
      <pc:sldChg chg="addSp modSp add mod">
        <pc:chgData name="Eduardo Lucas" userId="2c32288683b74354" providerId="LiveId" clId="{1FE41F23-CFA1-4028-80DD-3EE9404D6AF5}" dt="2023-04-20T12:43:24.660" v="2372" actId="20577"/>
        <pc:sldMkLst>
          <pc:docMk/>
          <pc:sldMk cId="1047664571" sldId="287"/>
        </pc:sldMkLst>
        <pc:spChg chg="mod">
          <ac:chgData name="Eduardo Lucas" userId="2c32288683b74354" providerId="LiveId" clId="{1FE41F23-CFA1-4028-80DD-3EE9404D6AF5}" dt="2023-04-20T12:43:24.660" v="2372" actId="20577"/>
          <ac:spMkLst>
            <pc:docMk/>
            <pc:sldMk cId="1047664571" sldId="287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38:34.540" v="2270"/>
          <ac:spMkLst>
            <pc:docMk/>
            <pc:sldMk cId="1047664571" sldId="287"/>
            <ac:spMk id="5" creationId="{C6B8C9A7-E35C-A509-7AC2-64FD74BDF4BE}"/>
          </ac:spMkLst>
        </pc:spChg>
        <pc:spChg chg="add mod">
          <ac:chgData name="Eduardo Lucas" userId="2c32288683b74354" providerId="LiveId" clId="{1FE41F23-CFA1-4028-80DD-3EE9404D6AF5}" dt="2023-04-20T12:39:49.511" v="2289" actId="20577"/>
          <ac:spMkLst>
            <pc:docMk/>
            <pc:sldMk cId="1047664571" sldId="287"/>
            <ac:spMk id="6" creationId="{AED118C9-6BA3-3E5C-4B01-EFC9529340C7}"/>
          </ac:spMkLst>
        </pc:spChg>
      </pc:sldChg>
      <pc:sldChg chg="del">
        <pc:chgData name="Eduardo Lucas" userId="2c32288683b74354" providerId="LiveId" clId="{1FE41F23-CFA1-4028-80DD-3EE9404D6AF5}" dt="2023-04-18T19:50:04.719" v="48" actId="47"/>
        <pc:sldMkLst>
          <pc:docMk/>
          <pc:sldMk cId="2563533058" sldId="287"/>
        </pc:sldMkLst>
      </pc:sldChg>
      <pc:sldChg chg="del">
        <pc:chgData name="Eduardo Lucas" userId="2c32288683b74354" providerId="LiveId" clId="{1FE41F23-CFA1-4028-80DD-3EE9404D6AF5}" dt="2023-04-18T19:50:05.115" v="49" actId="47"/>
        <pc:sldMkLst>
          <pc:docMk/>
          <pc:sldMk cId="802307199" sldId="288"/>
        </pc:sldMkLst>
      </pc:sldChg>
      <pc:sldChg chg="addSp modSp add mod">
        <pc:chgData name="Eduardo Lucas" userId="2c32288683b74354" providerId="LiveId" clId="{1FE41F23-CFA1-4028-80DD-3EE9404D6AF5}" dt="2023-04-20T12:43:13.670" v="2322" actId="20577"/>
        <pc:sldMkLst>
          <pc:docMk/>
          <pc:sldMk cId="3497790999" sldId="288"/>
        </pc:sldMkLst>
        <pc:spChg chg="mod">
          <ac:chgData name="Eduardo Lucas" userId="2c32288683b74354" providerId="LiveId" clId="{1FE41F23-CFA1-4028-80DD-3EE9404D6AF5}" dt="2023-04-20T12:43:13.670" v="2322" actId="20577"/>
          <ac:spMkLst>
            <pc:docMk/>
            <pc:sldMk cId="3497790999" sldId="288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41:28.320" v="2290"/>
          <ac:spMkLst>
            <pc:docMk/>
            <pc:sldMk cId="3497790999" sldId="288"/>
            <ac:spMk id="5" creationId="{9FCD7C53-C9CD-C248-46EC-68C09C49DB21}"/>
          </ac:spMkLst>
        </pc:spChg>
        <pc:spChg chg="add mod">
          <ac:chgData name="Eduardo Lucas" userId="2c32288683b74354" providerId="LiveId" clId="{1FE41F23-CFA1-4028-80DD-3EE9404D6AF5}" dt="2023-04-20T12:43:04.114" v="2321" actId="20577"/>
          <ac:spMkLst>
            <pc:docMk/>
            <pc:sldMk cId="3497790999" sldId="288"/>
            <ac:spMk id="6" creationId="{AB2A5E00-5531-4908-060A-35341156F0E3}"/>
          </ac:spMkLst>
        </pc:spChg>
      </pc:sldChg>
      <pc:sldChg chg="del">
        <pc:chgData name="Eduardo Lucas" userId="2c32288683b74354" providerId="LiveId" clId="{1FE41F23-CFA1-4028-80DD-3EE9404D6AF5}" dt="2023-04-18T19:50:05.761" v="50" actId="47"/>
        <pc:sldMkLst>
          <pc:docMk/>
          <pc:sldMk cId="1390208546" sldId="289"/>
        </pc:sldMkLst>
      </pc:sldChg>
      <pc:sldChg chg="addSp modSp add mod">
        <pc:chgData name="Eduardo Lucas" userId="2c32288683b74354" providerId="LiveId" clId="{1FE41F23-CFA1-4028-80DD-3EE9404D6AF5}" dt="2023-04-20T12:42:50.451" v="2313" actId="20577"/>
        <pc:sldMkLst>
          <pc:docMk/>
          <pc:sldMk cId="2715732391" sldId="289"/>
        </pc:sldMkLst>
        <pc:spChg chg="mod">
          <ac:chgData name="Eduardo Lucas" userId="2c32288683b74354" providerId="LiveId" clId="{1FE41F23-CFA1-4028-80DD-3EE9404D6AF5}" dt="2023-04-20T12:21:34.291" v="2137" actId="207"/>
          <ac:spMkLst>
            <pc:docMk/>
            <pc:sldMk cId="2715732391" sldId="289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42:09.763" v="2298"/>
          <ac:spMkLst>
            <pc:docMk/>
            <pc:sldMk cId="2715732391" sldId="289"/>
            <ac:spMk id="5" creationId="{9D7A1563-B754-C1F8-E380-4B3C9DE4A219}"/>
          </ac:spMkLst>
        </pc:spChg>
        <pc:spChg chg="add mod">
          <ac:chgData name="Eduardo Lucas" userId="2c32288683b74354" providerId="LiveId" clId="{1FE41F23-CFA1-4028-80DD-3EE9404D6AF5}" dt="2023-04-20T12:42:50.451" v="2313" actId="20577"/>
          <ac:spMkLst>
            <pc:docMk/>
            <pc:sldMk cId="2715732391" sldId="289"/>
            <ac:spMk id="6" creationId="{70FE3625-B8F1-8B73-98BF-DB32DF96272B}"/>
          </ac:spMkLst>
        </pc:spChg>
      </pc:sldChg>
      <pc:sldChg chg="del">
        <pc:chgData name="Eduardo Lucas" userId="2c32288683b74354" providerId="LiveId" clId="{1FE41F23-CFA1-4028-80DD-3EE9404D6AF5}" dt="2023-04-18T19:50:03.489" v="42" actId="47"/>
        <pc:sldMkLst>
          <pc:docMk/>
          <pc:sldMk cId="2517394480" sldId="290"/>
        </pc:sldMkLst>
      </pc:sldChg>
      <pc:sldChg chg="addSp delSp modSp add mod">
        <pc:chgData name="Eduardo Lucas" userId="2c32288683b74354" providerId="LiveId" clId="{1FE41F23-CFA1-4028-80DD-3EE9404D6AF5}" dt="2023-04-20T13:16:51.964" v="2870" actId="14100"/>
        <pc:sldMkLst>
          <pc:docMk/>
          <pc:sldMk cId="2908826188" sldId="290"/>
        </pc:sldMkLst>
        <pc:spChg chg="mod">
          <ac:chgData name="Eduardo Lucas" userId="2c32288683b74354" providerId="LiveId" clId="{1FE41F23-CFA1-4028-80DD-3EE9404D6AF5}" dt="2023-04-20T13:16:51.964" v="2870" actId="14100"/>
          <ac:spMkLst>
            <pc:docMk/>
            <pc:sldMk cId="2908826188" sldId="290"/>
            <ac:spMk id="5" creationId="{E311BA63-832C-C65C-F3D5-4F54941DED48}"/>
          </ac:spMkLst>
        </pc:spChg>
        <pc:spChg chg="del">
          <ac:chgData name="Eduardo Lucas" userId="2c32288683b74354" providerId="LiveId" clId="{1FE41F23-CFA1-4028-80DD-3EE9404D6AF5}" dt="2023-04-20T12:58:42.254" v="2794" actId="478"/>
          <ac:spMkLst>
            <pc:docMk/>
            <pc:sldMk cId="2908826188" sldId="290"/>
            <ac:spMk id="6" creationId="{BDF850B3-FE55-3156-97D9-2BD2EA5AAF07}"/>
          </ac:spMkLst>
        </pc:spChg>
        <pc:picChg chg="add mod">
          <ac:chgData name="Eduardo Lucas" userId="2c32288683b74354" providerId="LiveId" clId="{1FE41F23-CFA1-4028-80DD-3EE9404D6AF5}" dt="2023-04-20T12:58:56.748" v="2800" actId="1076"/>
          <ac:picMkLst>
            <pc:docMk/>
            <pc:sldMk cId="2908826188" sldId="290"/>
            <ac:picMk id="8" creationId="{6DE8480A-3395-BD63-0B98-5FC30BE1126E}"/>
          </ac:picMkLst>
        </pc:picChg>
      </pc:sldChg>
      <pc:sldChg chg="addSp delSp modSp add mod">
        <pc:chgData name="Eduardo Lucas" userId="2c32288683b74354" providerId="LiveId" clId="{1FE41F23-CFA1-4028-80DD-3EE9404D6AF5}" dt="2023-04-20T13:17:00.599" v="2872" actId="14100"/>
        <pc:sldMkLst>
          <pc:docMk/>
          <pc:sldMk cId="1949198225" sldId="291"/>
        </pc:sldMkLst>
        <pc:spChg chg="mod">
          <ac:chgData name="Eduardo Lucas" userId="2c32288683b74354" providerId="LiveId" clId="{1FE41F23-CFA1-4028-80DD-3EE9404D6AF5}" dt="2023-04-20T13:17:00.599" v="2872" actId="14100"/>
          <ac:spMkLst>
            <pc:docMk/>
            <pc:sldMk cId="1949198225" sldId="291"/>
            <ac:spMk id="5" creationId="{8613A5F5-DF09-368F-677E-3A568F9DCF0B}"/>
          </ac:spMkLst>
        </pc:spChg>
        <pc:spChg chg="del">
          <ac:chgData name="Eduardo Lucas" userId="2c32288683b74354" providerId="LiveId" clId="{1FE41F23-CFA1-4028-80DD-3EE9404D6AF5}" dt="2023-04-20T13:06:30.409" v="2803" actId="478"/>
          <ac:spMkLst>
            <pc:docMk/>
            <pc:sldMk cId="1949198225" sldId="291"/>
            <ac:spMk id="6" creationId="{27799658-B087-A576-EF4B-03BDC6688F4C}"/>
          </ac:spMkLst>
        </pc:spChg>
        <pc:picChg chg="add del mod">
          <ac:chgData name="Eduardo Lucas" userId="2c32288683b74354" providerId="LiveId" clId="{1FE41F23-CFA1-4028-80DD-3EE9404D6AF5}" dt="2023-04-20T13:11:32.928" v="2810" actId="478"/>
          <ac:picMkLst>
            <pc:docMk/>
            <pc:sldMk cId="1949198225" sldId="291"/>
            <ac:picMk id="8" creationId="{8F45CD99-5724-CA31-7EF4-7C4357DFA3D3}"/>
          </ac:picMkLst>
        </pc:picChg>
        <pc:picChg chg="add mod">
          <ac:chgData name="Eduardo Lucas" userId="2c32288683b74354" providerId="LiveId" clId="{1FE41F23-CFA1-4028-80DD-3EE9404D6AF5}" dt="2023-04-20T13:16:57.796" v="2871" actId="1076"/>
          <ac:picMkLst>
            <pc:docMk/>
            <pc:sldMk cId="1949198225" sldId="291"/>
            <ac:picMk id="10" creationId="{A4627E88-F64B-8558-82D4-9C4653D86272}"/>
          </ac:picMkLst>
        </pc:picChg>
      </pc:sldChg>
      <pc:sldChg chg="del">
        <pc:chgData name="Eduardo Lucas" userId="2c32288683b74354" providerId="LiveId" clId="{1FE41F23-CFA1-4028-80DD-3EE9404D6AF5}" dt="2023-04-18T19:50:02.589" v="37" actId="47"/>
        <pc:sldMkLst>
          <pc:docMk/>
          <pc:sldMk cId="2202899175" sldId="291"/>
        </pc:sldMkLst>
      </pc:sldChg>
      <pc:sldChg chg="del">
        <pc:chgData name="Eduardo Lucas" userId="2c32288683b74354" providerId="LiveId" clId="{1FE41F23-CFA1-4028-80DD-3EE9404D6AF5}" dt="2023-04-18T19:50:02.770" v="38" actId="47"/>
        <pc:sldMkLst>
          <pc:docMk/>
          <pc:sldMk cId="2815285750" sldId="292"/>
        </pc:sldMkLst>
      </pc:sldChg>
      <pc:sldChg chg="add">
        <pc:chgData name="Eduardo Lucas" userId="2c32288683b74354" providerId="LiveId" clId="{1FE41F23-CFA1-4028-80DD-3EE9404D6AF5}" dt="2023-04-20T13:12:59.571" v="2819" actId="2890"/>
        <pc:sldMkLst>
          <pc:docMk/>
          <pc:sldMk cId="3047834103" sldId="292"/>
        </pc:sldMkLst>
      </pc:sldChg>
      <pc:sldChg chg="addSp delSp modSp add mod">
        <pc:chgData name="Eduardo Lucas" userId="2c32288683b74354" providerId="LiveId" clId="{1FE41F23-CFA1-4028-80DD-3EE9404D6AF5}" dt="2023-04-20T13:16:47.352" v="2869" actId="1076"/>
        <pc:sldMkLst>
          <pc:docMk/>
          <pc:sldMk cId="724609313" sldId="293"/>
        </pc:sldMkLst>
        <pc:spChg chg="mod">
          <ac:chgData name="Eduardo Lucas" userId="2c32288683b74354" providerId="LiveId" clId="{1FE41F23-CFA1-4028-80DD-3EE9404D6AF5}" dt="2023-04-20T13:16:36.376" v="2864" actId="14100"/>
          <ac:spMkLst>
            <pc:docMk/>
            <pc:sldMk cId="724609313" sldId="293"/>
            <ac:spMk id="5" creationId="{DBA43883-5B53-2FF7-378F-3B41FD3CD5BA}"/>
          </ac:spMkLst>
        </pc:spChg>
        <pc:spChg chg="del">
          <ac:chgData name="Eduardo Lucas" userId="2c32288683b74354" providerId="LiveId" clId="{1FE41F23-CFA1-4028-80DD-3EE9404D6AF5}" dt="2023-04-20T13:16:29.478" v="2862" actId="478"/>
          <ac:spMkLst>
            <pc:docMk/>
            <pc:sldMk cId="724609313" sldId="293"/>
            <ac:spMk id="6" creationId="{29843A52-7CE5-9194-0FFC-D83F7EA09DF3}"/>
          </ac:spMkLst>
        </pc:spChg>
        <pc:picChg chg="add mod">
          <ac:chgData name="Eduardo Lucas" userId="2c32288683b74354" providerId="LiveId" clId="{1FE41F23-CFA1-4028-80DD-3EE9404D6AF5}" dt="2023-04-20T13:16:47.352" v="2869" actId="1076"/>
          <ac:picMkLst>
            <pc:docMk/>
            <pc:sldMk cId="724609313" sldId="293"/>
            <ac:picMk id="8" creationId="{E40203E2-02D8-B8EF-B790-0F6D45116505}"/>
          </ac:picMkLst>
        </pc:picChg>
      </pc:sldChg>
      <pc:sldChg chg="del">
        <pc:chgData name="Eduardo Lucas" userId="2c32288683b74354" providerId="LiveId" clId="{1FE41F23-CFA1-4028-80DD-3EE9404D6AF5}" dt="2023-04-18T19:50:02.829" v="39" actId="47"/>
        <pc:sldMkLst>
          <pc:docMk/>
          <pc:sldMk cId="2766655319" sldId="293"/>
        </pc:sldMkLst>
      </pc:sldChg>
      <pc:sldChg chg="del">
        <pc:chgData name="Eduardo Lucas" userId="2c32288683b74354" providerId="LiveId" clId="{1FE41F23-CFA1-4028-80DD-3EE9404D6AF5}" dt="2023-04-18T19:50:03.061" v="40" actId="47"/>
        <pc:sldMkLst>
          <pc:docMk/>
          <pc:sldMk cId="1084925176" sldId="294"/>
        </pc:sldMkLst>
      </pc:sldChg>
      <pc:sldChg chg="addSp delSp modSp add mod">
        <pc:chgData name="Eduardo Lucas" userId="2c32288683b74354" providerId="LiveId" clId="{1FE41F23-CFA1-4028-80DD-3EE9404D6AF5}" dt="2023-04-20T13:20:28.971" v="2878" actId="1076"/>
        <pc:sldMkLst>
          <pc:docMk/>
          <pc:sldMk cId="1353033329" sldId="294"/>
        </pc:sldMkLst>
        <pc:spChg chg="mod">
          <ac:chgData name="Eduardo Lucas" userId="2c32288683b74354" providerId="LiveId" clId="{1FE41F23-CFA1-4028-80DD-3EE9404D6AF5}" dt="2023-04-20T13:20:07.741" v="2876" actId="14100"/>
          <ac:spMkLst>
            <pc:docMk/>
            <pc:sldMk cId="1353033329" sldId="294"/>
            <ac:spMk id="5" creationId="{C8A3FC72-20DB-C73F-FDE8-3147610F25DF}"/>
          </ac:spMkLst>
        </pc:spChg>
        <pc:spChg chg="del">
          <ac:chgData name="Eduardo Lucas" userId="2c32288683b74354" providerId="LiveId" clId="{1FE41F23-CFA1-4028-80DD-3EE9404D6AF5}" dt="2023-04-20T13:20:01.491" v="2874" actId="478"/>
          <ac:spMkLst>
            <pc:docMk/>
            <pc:sldMk cId="1353033329" sldId="294"/>
            <ac:spMk id="7" creationId="{8BCA7243-B4DA-D7F5-4A9C-DE7798231354}"/>
          </ac:spMkLst>
        </pc:spChg>
        <pc:picChg chg="add mod">
          <ac:chgData name="Eduardo Lucas" userId="2c32288683b74354" providerId="LiveId" clId="{1FE41F23-CFA1-4028-80DD-3EE9404D6AF5}" dt="2023-04-20T13:20:28.971" v="2878" actId="1076"/>
          <ac:picMkLst>
            <pc:docMk/>
            <pc:sldMk cId="1353033329" sldId="294"/>
            <ac:picMk id="9" creationId="{BE8DEB07-CCFC-C5B0-03CB-96F1481D4F81}"/>
          </ac:picMkLst>
        </pc:picChg>
      </pc:sldChg>
      <pc:sldChg chg="addSp delSp modSp add mod">
        <pc:chgData name="Eduardo Lucas" userId="2c32288683b74354" providerId="LiveId" clId="{1FE41F23-CFA1-4028-80DD-3EE9404D6AF5}" dt="2023-04-20T13:25:04.888" v="2888" actId="1076"/>
        <pc:sldMkLst>
          <pc:docMk/>
          <pc:sldMk cId="143972065" sldId="295"/>
        </pc:sldMkLst>
        <pc:spChg chg="mod">
          <ac:chgData name="Eduardo Lucas" userId="2c32288683b74354" providerId="LiveId" clId="{1FE41F23-CFA1-4028-80DD-3EE9404D6AF5}" dt="2023-04-20T13:24:34.148" v="2882" actId="14100"/>
          <ac:spMkLst>
            <pc:docMk/>
            <pc:sldMk cId="143972065" sldId="295"/>
            <ac:spMk id="5" creationId="{C6B8C9A7-E35C-A509-7AC2-64FD74BDF4BE}"/>
          </ac:spMkLst>
        </pc:spChg>
        <pc:spChg chg="del">
          <ac:chgData name="Eduardo Lucas" userId="2c32288683b74354" providerId="LiveId" clId="{1FE41F23-CFA1-4028-80DD-3EE9404D6AF5}" dt="2023-04-20T13:24:28.700" v="2880" actId="478"/>
          <ac:spMkLst>
            <pc:docMk/>
            <pc:sldMk cId="143972065" sldId="295"/>
            <ac:spMk id="6" creationId="{AED118C9-6BA3-3E5C-4B01-EFC9529340C7}"/>
          </ac:spMkLst>
        </pc:spChg>
        <pc:picChg chg="add mod">
          <ac:chgData name="Eduardo Lucas" userId="2c32288683b74354" providerId="LiveId" clId="{1FE41F23-CFA1-4028-80DD-3EE9404D6AF5}" dt="2023-04-20T13:25:04.888" v="2888" actId="1076"/>
          <ac:picMkLst>
            <pc:docMk/>
            <pc:sldMk cId="143972065" sldId="295"/>
            <ac:picMk id="8" creationId="{501A7A18-E2FB-D952-83C6-1C4297B0004B}"/>
          </ac:picMkLst>
        </pc:picChg>
      </pc:sldChg>
      <pc:sldChg chg="del">
        <pc:chgData name="Eduardo Lucas" userId="2c32288683b74354" providerId="LiveId" clId="{1FE41F23-CFA1-4028-80DD-3EE9404D6AF5}" dt="2023-04-18T19:50:03.239" v="41" actId="47"/>
        <pc:sldMkLst>
          <pc:docMk/>
          <pc:sldMk cId="3127333677" sldId="295"/>
        </pc:sldMkLst>
      </pc:sldChg>
      <pc:sldChg chg="del">
        <pc:chgData name="Eduardo Lucas" userId="2c32288683b74354" providerId="LiveId" clId="{1FE41F23-CFA1-4028-80DD-3EE9404D6AF5}" dt="2023-04-19T19:05:21.252" v="1062" actId="47"/>
        <pc:sldMkLst>
          <pc:docMk/>
          <pc:sldMk cId="2550689628" sldId="296"/>
        </pc:sldMkLst>
      </pc:sldChg>
      <pc:sldChg chg="addSp modSp add del mod">
        <pc:chgData name="Eduardo Lucas" userId="2c32288683b74354" providerId="LiveId" clId="{1FE41F23-CFA1-4028-80DD-3EE9404D6AF5}" dt="2023-04-19T19:20:48.888" v="1063" actId="47"/>
        <pc:sldMkLst>
          <pc:docMk/>
          <pc:sldMk cId="199395463" sldId="297"/>
        </pc:sldMkLst>
        <pc:spChg chg="add mod">
          <ac:chgData name="Eduardo Lucas" userId="2c32288683b74354" providerId="LiveId" clId="{1FE41F23-CFA1-4028-80DD-3EE9404D6AF5}" dt="2023-04-18T19:57:00.854" v="148" actId="207"/>
          <ac:spMkLst>
            <pc:docMk/>
            <pc:sldMk cId="199395463" sldId="297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1:49.834" v="932" actId="123"/>
          <ac:spMkLst>
            <pc:docMk/>
            <pc:sldMk cId="199395463" sldId="297"/>
            <ac:spMk id="4" creationId="{9CF5F437-D3CB-0B01-D41D-30EAAF90D04D}"/>
          </ac:spMkLst>
        </pc:spChg>
        <pc:spChg chg="add mod">
          <ac:chgData name="Eduardo Lucas" userId="2c32288683b74354" providerId="LiveId" clId="{1FE41F23-CFA1-4028-80DD-3EE9404D6AF5}" dt="2023-04-18T19:55:49.023" v="135" actId="207"/>
          <ac:spMkLst>
            <pc:docMk/>
            <pc:sldMk cId="199395463" sldId="297"/>
            <ac:spMk id="5" creationId="{E1707ACB-64EA-DA73-9236-BCBB7FF756E6}"/>
          </ac:spMkLst>
        </pc:spChg>
        <pc:spChg chg="add mod">
          <ac:chgData name="Eduardo Lucas" userId="2c32288683b74354" providerId="LiveId" clId="{1FE41F23-CFA1-4028-80DD-3EE9404D6AF5}" dt="2023-04-19T18:51:56.025" v="933" actId="123"/>
          <ac:spMkLst>
            <pc:docMk/>
            <pc:sldMk cId="199395463" sldId="297"/>
            <ac:spMk id="6" creationId="{DB92A2D0-0059-EF41-7AAB-7F07280B010D}"/>
          </ac:spMkLst>
        </pc:spChg>
      </pc:sldChg>
      <pc:sldChg chg="del">
        <pc:chgData name="Eduardo Lucas" userId="2c32288683b74354" providerId="LiveId" clId="{1FE41F23-CFA1-4028-80DD-3EE9404D6AF5}" dt="2023-04-18T19:50:23.995" v="64" actId="47"/>
        <pc:sldMkLst>
          <pc:docMk/>
          <pc:sldMk cId="1778458384" sldId="297"/>
        </pc:sldMkLst>
      </pc:sldChg>
      <pc:sldChg chg="addSp modSp add del mod">
        <pc:chgData name="Eduardo Lucas" userId="2c32288683b74354" providerId="LiveId" clId="{1FE41F23-CFA1-4028-80DD-3EE9404D6AF5}" dt="2023-04-19T19:20:49.547" v="1065" actId="47"/>
        <pc:sldMkLst>
          <pc:docMk/>
          <pc:sldMk cId="1167092672" sldId="298"/>
        </pc:sldMkLst>
        <pc:spChg chg="mod">
          <ac:chgData name="Eduardo Lucas" userId="2c32288683b74354" providerId="LiveId" clId="{1FE41F23-CFA1-4028-80DD-3EE9404D6AF5}" dt="2023-04-18T19:58:35.990" v="164" actId="207"/>
          <ac:spMkLst>
            <pc:docMk/>
            <pc:sldMk cId="1167092672" sldId="298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2:26.421" v="941" actId="123"/>
          <ac:spMkLst>
            <pc:docMk/>
            <pc:sldMk cId="1167092672" sldId="298"/>
            <ac:spMk id="4" creationId="{9CF5F437-D3CB-0B01-D41D-30EAAF90D04D}"/>
          </ac:spMkLst>
        </pc:spChg>
        <pc:spChg chg="add mod">
          <ac:chgData name="Eduardo Lucas" userId="2c32288683b74354" providerId="LiveId" clId="{1FE41F23-CFA1-4028-80DD-3EE9404D6AF5}" dt="2023-04-19T18:52:22.181" v="939" actId="207"/>
          <ac:spMkLst>
            <pc:docMk/>
            <pc:sldMk cId="1167092672" sldId="298"/>
            <ac:spMk id="6" creationId="{2F954214-E454-B8E7-7F25-782452515217}"/>
          </ac:spMkLst>
        </pc:spChg>
      </pc:sldChg>
      <pc:sldChg chg="modSp add del mod ord">
        <pc:chgData name="Eduardo Lucas" userId="2c32288683b74354" providerId="LiveId" clId="{1FE41F23-CFA1-4028-80DD-3EE9404D6AF5}" dt="2023-04-19T19:20:49.497" v="1064" actId="47"/>
        <pc:sldMkLst>
          <pc:docMk/>
          <pc:sldMk cId="75612961" sldId="299"/>
        </pc:sldMkLst>
        <pc:spChg chg="mod">
          <ac:chgData name="Eduardo Lucas" userId="2c32288683b74354" providerId="LiveId" clId="{1FE41F23-CFA1-4028-80DD-3EE9404D6AF5}" dt="2023-04-18T19:57:43.283" v="157" actId="207"/>
          <ac:spMkLst>
            <pc:docMk/>
            <pc:sldMk cId="75612961" sldId="299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2:07.234" v="935" actId="123"/>
          <ac:spMkLst>
            <pc:docMk/>
            <pc:sldMk cId="75612961" sldId="299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2:12.532" v="937" actId="207"/>
          <ac:spMkLst>
            <pc:docMk/>
            <pc:sldMk cId="75612961" sldId="299"/>
            <ac:spMk id="6" creationId="{2F954214-E454-B8E7-7F25-782452515217}"/>
          </ac:spMkLst>
        </pc:spChg>
      </pc:sldChg>
      <pc:sldChg chg="modSp add del mod">
        <pc:chgData name="Eduardo Lucas" userId="2c32288683b74354" providerId="LiveId" clId="{1FE41F23-CFA1-4028-80DD-3EE9404D6AF5}" dt="2023-04-19T19:20:49.687" v="1067" actId="47"/>
        <pc:sldMkLst>
          <pc:docMk/>
          <pc:sldMk cId="398559925" sldId="300"/>
        </pc:sldMkLst>
        <pc:spChg chg="mod">
          <ac:chgData name="Eduardo Lucas" userId="2c32288683b74354" providerId="LiveId" clId="{1FE41F23-CFA1-4028-80DD-3EE9404D6AF5}" dt="2023-04-18T20:00:31.625" v="197" actId="20577"/>
          <ac:spMkLst>
            <pc:docMk/>
            <pc:sldMk cId="398559925" sldId="300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17.085" v="952" actId="123"/>
          <ac:spMkLst>
            <pc:docMk/>
            <pc:sldMk cId="398559925" sldId="300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2:49.271" v="950" actId="113"/>
          <ac:spMkLst>
            <pc:docMk/>
            <pc:sldMk cId="398559925" sldId="300"/>
            <ac:spMk id="6" creationId="{2F954214-E454-B8E7-7F25-782452515217}"/>
          </ac:spMkLst>
        </pc:spChg>
      </pc:sldChg>
      <pc:sldChg chg="modSp add del mod ord">
        <pc:chgData name="Eduardo Lucas" userId="2c32288683b74354" providerId="LiveId" clId="{1FE41F23-CFA1-4028-80DD-3EE9404D6AF5}" dt="2023-04-19T19:20:49.589" v="1066" actId="47"/>
        <pc:sldMkLst>
          <pc:docMk/>
          <pc:sldMk cId="4204491728" sldId="301"/>
        </pc:sldMkLst>
        <pc:spChg chg="mod">
          <ac:chgData name="Eduardo Lucas" userId="2c32288683b74354" providerId="LiveId" clId="{1FE41F23-CFA1-4028-80DD-3EE9404D6AF5}" dt="2023-04-18T19:59:20.123" v="174" actId="20577"/>
          <ac:spMkLst>
            <pc:docMk/>
            <pc:sldMk cId="4204491728" sldId="301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07.275" v="951" actId="123"/>
          <ac:spMkLst>
            <pc:docMk/>
            <pc:sldMk cId="4204491728" sldId="301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2:36.274" v="945" actId="207"/>
          <ac:spMkLst>
            <pc:docMk/>
            <pc:sldMk cId="4204491728" sldId="301"/>
            <ac:spMk id="6" creationId="{2F954214-E454-B8E7-7F25-782452515217}"/>
          </ac:spMkLst>
        </pc:spChg>
      </pc:sldChg>
      <pc:sldChg chg="modSp add del mod">
        <pc:chgData name="Eduardo Lucas" userId="2c32288683b74354" providerId="LiveId" clId="{1FE41F23-CFA1-4028-80DD-3EE9404D6AF5}" dt="2023-04-19T19:20:49.704" v="1068" actId="47"/>
        <pc:sldMkLst>
          <pc:docMk/>
          <pc:sldMk cId="2152677309" sldId="302"/>
        </pc:sldMkLst>
        <pc:spChg chg="mod">
          <ac:chgData name="Eduardo Lucas" userId="2c32288683b74354" providerId="LiveId" clId="{1FE41F23-CFA1-4028-80DD-3EE9404D6AF5}" dt="2023-04-18T20:00:25.347" v="187" actId="108"/>
          <ac:spMkLst>
            <pc:docMk/>
            <pc:sldMk cId="2152677309" sldId="302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29.959" v="956" actId="123"/>
          <ac:spMkLst>
            <pc:docMk/>
            <pc:sldMk cId="2152677309" sldId="302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3:26.091" v="954" actId="207"/>
          <ac:spMkLst>
            <pc:docMk/>
            <pc:sldMk cId="2152677309" sldId="302"/>
            <ac:spMk id="6" creationId="{2F954214-E454-B8E7-7F25-782452515217}"/>
          </ac:spMkLst>
        </pc:spChg>
      </pc:sldChg>
      <pc:sldChg chg="modSp add del mod">
        <pc:chgData name="Eduardo Lucas" userId="2c32288683b74354" providerId="LiveId" clId="{1FE41F23-CFA1-4028-80DD-3EE9404D6AF5}" dt="2023-04-19T19:20:49.733" v="1069" actId="47"/>
        <pc:sldMkLst>
          <pc:docMk/>
          <pc:sldMk cId="2815087171" sldId="303"/>
        </pc:sldMkLst>
        <pc:spChg chg="mod">
          <ac:chgData name="Eduardo Lucas" userId="2c32288683b74354" providerId="LiveId" clId="{1FE41F23-CFA1-4028-80DD-3EE9404D6AF5}" dt="2023-04-18T20:01:59.713" v="238" actId="20577"/>
          <ac:spMkLst>
            <pc:docMk/>
            <pc:sldMk cId="2815087171" sldId="303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8T20:04:52.090" v="318" actId="20577"/>
          <ac:spMkLst>
            <pc:docMk/>
            <pc:sldMk cId="2815087171" sldId="303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34.927" v="957" actId="123"/>
          <ac:spMkLst>
            <pc:docMk/>
            <pc:sldMk cId="2815087171" sldId="303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3:40.749" v="959" actId="207"/>
          <ac:spMkLst>
            <pc:docMk/>
            <pc:sldMk cId="2815087171" sldId="303"/>
            <ac:spMk id="6" creationId="{2F954214-E454-B8E7-7F25-782452515217}"/>
          </ac:spMkLst>
        </pc:spChg>
      </pc:sldChg>
      <pc:sldChg chg="modSp add del mod">
        <pc:chgData name="Eduardo Lucas" userId="2c32288683b74354" providerId="LiveId" clId="{1FE41F23-CFA1-4028-80DD-3EE9404D6AF5}" dt="2023-04-19T19:20:49.755" v="1070" actId="47"/>
        <pc:sldMkLst>
          <pc:docMk/>
          <pc:sldMk cId="155851376" sldId="304"/>
        </pc:sldMkLst>
        <pc:spChg chg="mod">
          <ac:chgData name="Eduardo Lucas" userId="2c32288683b74354" providerId="LiveId" clId="{1FE41F23-CFA1-4028-80DD-3EE9404D6AF5}" dt="2023-04-18T20:05:25.780" v="324" actId="20577"/>
          <ac:spMkLst>
            <pc:docMk/>
            <pc:sldMk cId="155851376" sldId="304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44.941" v="960" actId="123"/>
          <ac:spMkLst>
            <pc:docMk/>
            <pc:sldMk cId="155851376" sldId="304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3:49.406" v="962" actId="207"/>
          <ac:spMkLst>
            <pc:docMk/>
            <pc:sldMk cId="155851376" sldId="304"/>
            <ac:spMk id="6" creationId="{2F954214-E454-B8E7-7F25-782452515217}"/>
          </ac:spMkLst>
        </pc:spChg>
      </pc:sldChg>
      <pc:sldChg chg="modSp add del mod">
        <pc:chgData name="Eduardo Lucas" userId="2c32288683b74354" providerId="LiveId" clId="{1FE41F23-CFA1-4028-80DD-3EE9404D6AF5}" dt="2023-04-19T19:20:49.784" v="1071" actId="47"/>
        <pc:sldMkLst>
          <pc:docMk/>
          <pc:sldMk cId="776728922" sldId="305"/>
        </pc:sldMkLst>
        <pc:spChg chg="mod">
          <ac:chgData name="Eduardo Lucas" userId="2c32288683b74354" providerId="LiveId" clId="{1FE41F23-CFA1-4028-80DD-3EE9404D6AF5}" dt="2023-04-18T20:05:59.240" v="331" actId="207"/>
          <ac:spMkLst>
            <pc:docMk/>
            <pc:sldMk cId="776728922" sldId="305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57.808" v="963" actId="123"/>
          <ac:spMkLst>
            <pc:docMk/>
            <pc:sldMk cId="776728922" sldId="305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4:05.626" v="965" actId="123"/>
          <ac:spMkLst>
            <pc:docMk/>
            <pc:sldMk cId="776728922" sldId="305"/>
            <ac:spMk id="6" creationId="{2F954214-E454-B8E7-7F25-782452515217}"/>
          </ac:spMkLst>
        </pc:spChg>
      </pc:sldChg>
      <pc:sldChg chg="delSp modSp add del mod">
        <pc:chgData name="Eduardo Lucas" userId="2c32288683b74354" providerId="LiveId" clId="{1FE41F23-CFA1-4028-80DD-3EE9404D6AF5}" dt="2023-04-19T19:20:49.849" v="1072" actId="47"/>
        <pc:sldMkLst>
          <pc:docMk/>
          <pc:sldMk cId="1183754001" sldId="306"/>
        </pc:sldMkLst>
        <pc:spChg chg="mod">
          <ac:chgData name="Eduardo Lucas" userId="2c32288683b74354" providerId="LiveId" clId="{1FE41F23-CFA1-4028-80DD-3EE9404D6AF5}" dt="2023-04-18T20:06:26.310" v="376" actId="20577"/>
          <ac:spMkLst>
            <pc:docMk/>
            <pc:sldMk cId="1183754001" sldId="306"/>
            <ac:spMk id="2" creationId="{71CA36E5-C16C-B323-9708-48E4D6D10865}"/>
          </ac:spMkLst>
        </pc:spChg>
        <pc:spChg chg="del">
          <ac:chgData name="Eduardo Lucas" userId="2c32288683b74354" providerId="LiveId" clId="{1FE41F23-CFA1-4028-80DD-3EE9404D6AF5}" dt="2023-04-18T20:07:12.700" v="383" actId="478"/>
          <ac:spMkLst>
            <pc:docMk/>
            <pc:sldMk cId="1183754001" sldId="306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4:15.531" v="966" actId="123"/>
          <ac:spMkLst>
            <pc:docMk/>
            <pc:sldMk cId="1183754001" sldId="306"/>
            <ac:spMk id="4" creationId="{9CF5F437-D3CB-0B01-D41D-30EAAF90D04D}"/>
          </ac:spMkLst>
        </pc:spChg>
        <pc:spChg chg="del mod">
          <ac:chgData name="Eduardo Lucas" userId="2c32288683b74354" providerId="LiveId" clId="{1FE41F23-CFA1-4028-80DD-3EE9404D6AF5}" dt="2023-04-18T20:07:21.530" v="384" actId="478"/>
          <ac:spMkLst>
            <pc:docMk/>
            <pc:sldMk cId="1183754001" sldId="306"/>
            <ac:spMk id="5" creationId="{E1707ACB-64EA-DA73-9236-BCBB7FF756E6}"/>
          </ac:spMkLst>
        </pc:spChg>
        <pc:spChg chg="del mod">
          <ac:chgData name="Eduardo Lucas" userId="2c32288683b74354" providerId="LiveId" clId="{1FE41F23-CFA1-4028-80DD-3EE9404D6AF5}" dt="2023-04-18T20:07:23.130" v="385" actId="478"/>
          <ac:spMkLst>
            <pc:docMk/>
            <pc:sldMk cId="1183754001" sldId="306"/>
            <ac:spMk id="6" creationId="{2F954214-E454-B8E7-7F25-782452515217}"/>
          </ac:spMkLst>
        </pc:spChg>
      </pc:sldChg>
      <pc:sldChg chg="addSp modSp add del mod">
        <pc:chgData name="Eduardo Lucas" userId="2c32288683b74354" providerId="LiveId" clId="{1FE41F23-CFA1-4028-80DD-3EE9404D6AF5}" dt="2023-04-19T19:20:49.875" v="1073" actId="47"/>
        <pc:sldMkLst>
          <pc:docMk/>
          <pc:sldMk cId="1191388724" sldId="307"/>
        </pc:sldMkLst>
        <pc:spChg chg="add mod">
          <ac:chgData name="Eduardo Lucas" userId="2c32288683b74354" providerId="LiveId" clId="{1FE41F23-CFA1-4028-80DD-3EE9404D6AF5}" dt="2023-04-18T20:08:46.076" v="395" actId="14100"/>
          <ac:spMkLst>
            <pc:docMk/>
            <pc:sldMk cId="1191388724" sldId="307"/>
            <ac:spMk id="3" creationId="{0C35352A-C2ED-382A-1B55-9988FC95AAFA}"/>
          </ac:spMkLst>
        </pc:spChg>
        <pc:spChg chg="mod">
          <ac:chgData name="Eduardo Lucas" userId="2c32288683b74354" providerId="LiveId" clId="{1FE41F23-CFA1-4028-80DD-3EE9404D6AF5}" dt="2023-04-19T18:54:21.210" v="967" actId="123"/>
          <ac:spMkLst>
            <pc:docMk/>
            <pc:sldMk cId="1191388724" sldId="307"/>
            <ac:spMk id="4" creationId="{9CF5F437-D3CB-0B01-D41D-30EAAF90D04D}"/>
          </ac:spMkLst>
        </pc:spChg>
        <pc:spChg chg="add mod">
          <ac:chgData name="Eduardo Lucas" userId="2c32288683b74354" providerId="LiveId" clId="{1FE41F23-CFA1-4028-80DD-3EE9404D6AF5}" dt="2023-04-19T18:54:25.249" v="968" actId="123"/>
          <ac:spMkLst>
            <pc:docMk/>
            <pc:sldMk cId="1191388724" sldId="307"/>
            <ac:spMk id="5" creationId="{AAF479EB-CE02-C92C-88CE-964192C9F348}"/>
          </ac:spMkLst>
        </pc:spChg>
      </pc:sldChg>
      <pc:sldChg chg="add del">
        <pc:chgData name="Eduardo Lucas" userId="2c32288683b74354" providerId="LiveId" clId="{1FE41F23-CFA1-4028-80DD-3EE9404D6AF5}" dt="2023-04-19T18:54:39.587" v="969" actId="47"/>
        <pc:sldMkLst>
          <pc:docMk/>
          <pc:sldMk cId="4240048940" sldId="308"/>
        </pc:sldMkLst>
      </pc:sldChg>
      <pc:sldChg chg="addSp delSp modSp add del mod">
        <pc:chgData name="Eduardo Lucas" userId="2c32288683b74354" providerId="LiveId" clId="{1FE41F23-CFA1-4028-80DD-3EE9404D6AF5}" dt="2023-04-19T19:20:49.911" v="1074" actId="47"/>
        <pc:sldMkLst>
          <pc:docMk/>
          <pc:sldMk cId="2787946113" sldId="309"/>
        </pc:sldMkLst>
        <pc:spChg chg="del">
          <ac:chgData name="Eduardo Lucas" userId="2c32288683b74354" providerId="LiveId" clId="{1FE41F23-CFA1-4028-80DD-3EE9404D6AF5}" dt="2023-04-18T20:10:59.730" v="409" actId="478"/>
          <ac:spMkLst>
            <pc:docMk/>
            <pc:sldMk cId="2787946113" sldId="309"/>
            <ac:spMk id="3" creationId="{0C35352A-C2ED-382A-1B55-9988FC95AAFA}"/>
          </ac:spMkLst>
        </pc:spChg>
        <pc:spChg chg="del">
          <ac:chgData name="Eduardo Lucas" userId="2c32288683b74354" providerId="LiveId" clId="{1FE41F23-CFA1-4028-80DD-3EE9404D6AF5}" dt="2023-04-18T20:10:58.405" v="408" actId="478"/>
          <ac:spMkLst>
            <pc:docMk/>
            <pc:sldMk cId="2787946113" sldId="309"/>
            <ac:spMk id="4" creationId="{9CF5F437-D3CB-0B01-D41D-30EAAF90D04D}"/>
          </ac:spMkLst>
        </pc:spChg>
        <pc:spChg chg="del">
          <ac:chgData name="Eduardo Lucas" userId="2c32288683b74354" providerId="LiveId" clId="{1FE41F23-CFA1-4028-80DD-3EE9404D6AF5}" dt="2023-04-18T20:11:01.704" v="410" actId="478"/>
          <ac:spMkLst>
            <pc:docMk/>
            <pc:sldMk cId="2787946113" sldId="309"/>
            <ac:spMk id="5" creationId="{AAF479EB-CE02-C92C-88CE-964192C9F348}"/>
          </ac:spMkLst>
        </pc:spChg>
        <pc:picChg chg="add mod">
          <ac:chgData name="Eduardo Lucas" userId="2c32288683b74354" providerId="LiveId" clId="{1FE41F23-CFA1-4028-80DD-3EE9404D6AF5}" dt="2023-04-18T20:12:22.475" v="424" actId="1076"/>
          <ac:picMkLst>
            <pc:docMk/>
            <pc:sldMk cId="2787946113" sldId="309"/>
            <ac:picMk id="7" creationId="{554CC1AE-B025-373C-C9A8-F522076682A0}"/>
          </ac:picMkLst>
        </pc:picChg>
        <pc:picChg chg="add mod">
          <ac:chgData name="Eduardo Lucas" userId="2c32288683b74354" providerId="LiveId" clId="{1FE41F23-CFA1-4028-80DD-3EE9404D6AF5}" dt="2023-04-18T20:12:45.555" v="427" actId="1076"/>
          <ac:picMkLst>
            <pc:docMk/>
            <pc:sldMk cId="2787946113" sldId="309"/>
            <ac:picMk id="9" creationId="{80062EA9-82B7-1AB0-667B-FF2F92351824}"/>
          </ac:picMkLst>
        </pc:picChg>
        <pc:picChg chg="add mod">
          <ac:chgData name="Eduardo Lucas" userId="2c32288683b74354" providerId="LiveId" clId="{1FE41F23-CFA1-4028-80DD-3EE9404D6AF5}" dt="2023-04-18T20:13:18.343" v="432" actId="14100"/>
          <ac:picMkLst>
            <pc:docMk/>
            <pc:sldMk cId="2787946113" sldId="309"/>
            <ac:picMk id="11" creationId="{643CCC88-9425-99A8-4035-B740577AD113}"/>
          </ac:picMkLst>
        </pc:picChg>
        <pc:picChg chg="add mod">
          <ac:chgData name="Eduardo Lucas" userId="2c32288683b74354" providerId="LiveId" clId="{1FE41F23-CFA1-4028-80DD-3EE9404D6AF5}" dt="2023-04-18T20:13:49.088" v="437" actId="1076"/>
          <ac:picMkLst>
            <pc:docMk/>
            <pc:sldMk cId="2787946113" sldId="309"/>
            <ac:picMk id="13" creationId="{F1B79019-06D9-A8A0-B887-65DD39BB526C}"/>
          </ac:picMkLst>
        </pc:picChg>
      </pc:sldChg>
      <pc:sldChg chg="addSp delSp modSp add del mod">
        <pc:chgData name="Eduardo Lucas" userId="2c32288683b74354" providerId="LiveId" clId="{1FE41F23-CFA1-4028-80DD-3EE9404D6AF5}" dt="2023-04-19T19:20:49.962" v="1075" actId="47"/>
        <pc:sldMkLst>
          <pc:docMk/>
          <pc:sldMk cId="544664387" sldId="310"/>
        </pc:sldMkLst>
        <pc:spChg chg="mod">
          <ac:chgData name="Eduardo Lucas" userId="2c32288683b74354" providerId="LiveId" clId="{1FE41F23-CFA1-4028-80DD-3EE9404D6AF5}" dt="2023-04-18T20:15:06.395" v="450" actId="255"/>
          <ac:spMkLst>
            <pc:docMk/>
            <pc:sldMk cId="544664387" sldId="310"/>
            <ac:spMk id="2" creationId="{71CA36E5-C16C-B323-9708-48E4D6D10865}"/>
          </ac:spMkLst>
        </pc:spChg>
        <pc:spChg chg="add mod">
          <ac:chgData name="Eduardo Lucas" userId="2c32288683b74354" providerId="LiveId" clId="{1FE41F23-CFA1-4028-80DD-3EE9404D6AF5}" dt="2023-04-19T18:54:46.899" v="970" actId="123"/>
          <ac:spMkLst>
            <pc:docMk/>
            <pc:sldMk cId="544664387" sldId="310"/>
            <ac:spMk id="3" creationId="{F6A3DBA9-F4E1-E92C-8F06-7B66EB1F0704}"/>
          </ac:spMkLst>
        </pc:spChg>
        <pc:spChg chg="add mod">
          <ac:chgData name="Eduardo Lucas" userId="2c32288683b74354" providerId="LiveId" clId="{1FE41F23-CFA1-4028-80DD-3EE9404D6AF5}" dt="2023-04-19T18:26:56.233" v="609" actId="6549"/>
          <ac:spMkLst>
            <pc:docMk/>
            <pc:sldMk cId="544664387" sldId="310"/>
            <ac:spMk id="4" creationId="{A4163BFB-3ED8-287F-64E6-8F2D61B700D9}"/>
          </ac:spMkLst>
        </pc:spChg>
        <pc:spChg chg="add mod">
          <ac:chgData name="Eduardo Lucas" userId="2c32288683b74354" providerId="LiveId" clId="{1FE41F23-CFA1-4028-80DD-3EE9404D6AF5}" dt="2023-04-19T18:24:17.689" v="581" actId="14100"/>
          <ac:spMkLst>
            <pc:docMk/>
            <pc:sldMk cId="544664387" sldId="310"/>
            <ac:spMk id="5" creationId="{23B0ED9F-5A13-859A-0802-DCB42A19F788}"/>
          </ac:spMkLst>
        </pc:spChg>
        <pc:spChg chg="add mod">
          <ac:chgData name="Eduardo Lucas" userId="2c32288683b74354" providerId="LiveId" clId="{1FE41F23-CFA1-4028-80DD-3EE9404D6AF5}" dt="2023-04-19T18:54:52.815" v="971" actId="123"/>
          <ac:spMkLst>
            <pc:docMk/>
            <pc:sldMk cId="544664387" sldId="310"/>
            <ac:spMk id="7" creationId="{626D8973-5465-C262-8D18-A7712C49F654}"/>
          </ac:spMkLst>
        </pc:spChg>
        <pc:picChg chg="del">
          <ac:chgData name="Eduardo Lucas" userId="2c32288683b74354" providerId="LiveId" clId="{1FE41F23-CFA1-4028-80DD-3EE9404D6AF5}" dt="2023-04-18T20:14:54.790" v="439" actId="478"/>
          <ac:picMkLst>
            <pc:docMk/>
            <pc:sldMk cId="544664387" sldId="310"/>
            <ac:picMk id="7" creationId="{554CC1AE-B025-373C-C9A8-F522076682A0}"/>
          </ac:picMkLst>
        </pc:picChg>
        <pc:picChg chg="del">
          <ac:chgData name="Eduardo Lucas" userId="2c32288683b74354" providerId="LiveId" clId="{1FE41F23-CFA1-4028-80DD-3EE9404D6AF5}" dt="2023-04-18T20:14:55.535" v="440" actId="478"/>
          <ac:picMkLst>
            <pc:docMk/>
            <pc:sldMk cId="544664387" sldId="310"/>
            <ac:picMk id="9" creationId="{80062EA9-82B7-1AB0-667B-FF2F92351824}"/>
          </ac:picMkLst>
        </pc:picChg>
        <pc:picChg chg="del">
          <ac:chgData name="Eduardo Lucas" userId="2c32288683b74354" providerId="LiveId" clId="{1FE41F23-CFA1-4028-80DD-3EE9404D6AF5}" dt="2023-04-18T20:14:56.990" v="442" actId="478"/>
          <ac:picMkLst>
            <pc:docMk/>
            <pc:sldMk cId="544664387" sldId="310"/>
            <ac:picMk id="11" creationId="{643CCC88-9425-99A8-4035-B740577AD113}"/>
          </ac:picMkLst>
        </pc:picChg>
        <pc:picChg chg="del">
          <ac:chgData name="Eduardo Lucas" userId="2c32288683b74354" providerId="LiveId" clId="{1FE41F23-CFA1-4028-80DD-3EE9404D6AF5}" dt="2023-04-18T20:14:56.241" v="441" actId="478"/>
          <ac:picMkLst>
            <pc:docMk/>
            <pc:sldMk cId="544664387" sldId="310"/>
            <ac:picMk id="13" creationId="{F1B79019-06D9-A8A0-B887-65DD39BB526C}"/>
          </ac:picMkLst>
        </pc:picChg>
      </pc:sldChg>
      <pc:sldChg chg="modSp add del mod">
        <pc:chgData name="Eduardo Lucas" userId="2c32288683b74354" providerId="LiveId" clId="{1FE41F23-CFA1-4028-80DD-3EE9404D6AF5}" dt="2023-04-19T19:20:49.999" v="1076" actId="47"/>
        <pc:sldMkLst>
          <pc:docMk/>
          <pc:sldMk cId="1508485781" sldId="311"/>
        </pc:sldMkLst>
        <pc:spChg chg="mod">
          <ac:chgData name="Eduardo Lucas" userId="2c32288683b74354" providerId="LiveId" clId="{1FE41F23-CFA1-4028-80DD-3EE9404D6AF5}" dt="2023-04-19T18:55:01.396" v="972" actId="123"/>
          <ac:spMkLst>
            <pc:docMk/>
            <pc:sldMk cId="1508485781" sldId="311"/>
            <ac:spMk id="3" creationId="{F6A3DBA9-F4E1-E92C-8F06-7B66EB1F0704}"/>
          </ac:spMkLst>
        </pc:spChg>
        <pc:spChg chg="mod">
          <ac:chgData name="Eduardo Lucas" userId="2c32288683b74354" providerId="LiveId" clId="{1FE41F23-CFA1-4028-80DD-3EE9404D6AF5}" dt="2023-04-19T18:26:59.623" v="610" actId="6549"/>
          <ac:spMkLst>
            <pc:docMk/>
            <pc:sldMk cId="1508485781" sldId="311"/>
            <ac:spMk id="4" creationId="{A4163BFB-3ED8-287F-64E6-8F2D61B700D9}"/>
          </ac:spMkLst>
        </pc:spChg>
        <pc:spChg chg="mod">
          <ac:chgData name="Eduardo Lucas" userId="2c32288683b74354" providerId="LiveId" clId="{1FE41F23-CFA1-4028-80DD-3EE9404D6AF5}" dt="2023-04-19T18:55:04.567" v="973" actId="123"/>
          <ac:spMkLst>
            <pc:docMk/>
            <pc:sldMk cId="1508485781" sldId="311"/>
            <ac:spMk id="7" creationId="{626D8973-5465-C262-8D18-A7712C49F654}"/>
          </ac:spMkLst>
        </pc:spChg>
      </pc:sldChg>
      <pc:sldChg chg="modSp add del mod">
        <pc:chgData name="Eduardo Lucas" userId="2c32288683b74354" providerId="LiveId" clId="{1FE41F23-CFA1-4028-80DD-3EE9404D6AF5}" dt="2023-04-19T19:20:50.049" v="1077" actId="47"/>
        <pc:sldMkLst>
          <pc:docMk/>
          <pc:sldMk cId="2680441711" sldId="312"/>
        </pc:sldMkLst>
        <pc:spChg chg="mod">
          <ac:chgData name="Eduardo Lucas" userId="2c32288683b74354" providerId="LiveId" clId="{1FE41F23-CFA1-4028-80DD-3EE9404D6AF5}" dt="2023-04-19T18:55:12.467" v="975" actId="123"/>
          <ac:spMkLst>
            <pc:docMk/>
            <pc:sldMk cId="2680441711" sldId="312"/>
            <ac:spMk id="3" creationId="{F6A3DBA9-F4E1-E92C-8F06-7B66EB1F0704}"/>
          </ac:spMkLst>
        </pc:spChg>
        <pc:spChg chg="mod">
          <ac:chgData name="Eduardo Lucas" userId="2c32288683b74354" providerId="LiveId" clId="{1FE41F23-CFA1-4028-80DD-3EE9404D6AF5}" dt="2023-04-19T18:26:46.483" v="608" actId="207"/>
          <ac:spMkLst>
            <pc:docMk/>
            <pc:sldMk cId="2680441711" sldId="312"/>
            <ac:spMk id="4" creationId="{A4163BFB-3ED8-287F-64E6-8F2D61B700D9}"/>
          </ac:spMkLst>
        </pc:spChg>
        <pc:spChg chg="mod">
          <ac:chgData name="Eduardo Lucas" userId="2c32288683b74354" providerId="LiveId" clId="{1FE41F23-CFA1-4028-80DD-3EE9404D6AF5}" dt="2023-04-19T18:55:09.411" v="974" actId="123"/>
          <ac:spMkLst>
            <pc:docMk/>
            <pc:sldMk cId="2680441711" sldId="312"/>
            <ac:spMk id="7" creationId="{626D8973-5465-C262-8D18-A7712C49F654}"/>
          </ac:spMkLst>
        </pc:spChg>
      </pc:sldChg>
      <pc:sldChg chg="delSp modSp add del mod">
        <pc:chgData name="Eduardo Lucas" userId="2c32288683b74354" providerId="LiveId" clId="{1FE41F23-CFA1-4028-80DD-3EE9404D6AF5}" dt="2023-04-19T19:20:50.082" v="1078" actId="47"/>
        <pc:sldMkLst>
          <pc:docMk/>
          <pc:sldMk cId="2620891743" sldId="313"/>
        </pc:sldMkLst>
        <pc:spChg chg="mod">
          <ac:chgData name="Eduardo Lucas" userId="2c32288683b74354" providerId="LiveId" clId="{1FE41F23-CFA1-4028-80DD-3EE9404D6AF5}" dt="2023-04-19T18:27:57.627" v="635" actId="6549"/>
          <ac:spMkLst>
            <pc:docMk/>
            <pc:sldMk cId="2620891743" sldId="313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8:55:17.320" v="976" actId="123"/>
          <ac:spMkLst>
            <pc:docMk/>
            <pc:sldMk cId="2620891743" sldId="313"/>
            <ac:spMk id="3" creationId="{F6A3DBA9-F4E1-E92C-8F06-7B66EB1F0704}"/>
          </ac:spMkLst>
        </pc:spChg>
        <pc:spChg chg="del mod">
          <ac:chgData name="Eduardo Lucas" userId="2c32288683b74354" providerId="LiveId" clId="{1FE41F23-CFA1-4028-80DD-3EE9404D6AF5}" dt="2023-04-19T18:28:40.139" v="642" actId="478"/>
          <ac:spMkLst>
            <pc:docMk/>
            <pc:sldMk cId="2620891743" sldId="313"/>
            <ac:spMk id="4" creationId="{A4163BFB-3ED8-287F-64E6-8F2D61B700D9}"/>
          </ac:spMkLst>
        </pc:spChg>
        <pc:spChg chg="del">
          <ac:chgData name="Eduardo Lucas" userId="2c32288683b74354" providerId="LiveId" clId="{1FE41F23-CFA1-4028-80DD-3EE9404D6AF5}" dt="2023-04-19T18:28:23.422" v="637" actId="478"/>
          <ac:spMkLst>
            <pc:docMk/>
            <pc:sldMk cId="2620891743" sldId="313"/>
            <ac:spMk id="5" creationId="{23B0ED9F-5A13-859A-0802-DCB42A19F788}"/>
          </ac:spMkLst>
        </pc:spChg>
        <pc:spChg chg="del">
          <ac:chgData name="Eduardo Lucas" userId="2c32288683b74354" providerId="LiveId" clId="{1FE41F23-CFA1-4028-80DD-3EE9404D6AF5}" dt="2023-04-19T18:28:52.659" v="644" actId="478"/>
          <ac:spMkLst>
            <pc:docMk/>
            <pc:sldMk cId="2620891743" sldId="313"/>
            <ac:spMk id="7" creationId="{626D8973-5465-C262-8D18-A7712C49F654}"/>
          </ac:spMkLst>
        </pc:spChg>
      </pc:sldChg>
      <pc:sldChg chg="modSp add del mod">
        <pc:chgData name="Eduardo Lucas" userId="2c32288683b74354" providerId="LiveId" clId="{1FE41F23-CFA1-4028-80DD-3EE9404D6AF5}" dt="2023-04-19T19:20:50.115" v="1079" actId="47"/>
        <pc:sldMkLst>
          <pc:docMk/>
          <pc:sldMk cId="1447131806" sldId="314"/>
        </pc:sldMkLst>
        <pc:spChg chg="mod">
          <ac:chgData name="Eduardo Lucas" userId="2c32288683b74354" providerId="LiveId" clId="{1FE41F23-CFA1-4028-80DD-3EE9404D6AF5}" dt="2023-04-19T18:34:16.941" v="846" actId="255"/>
          <ac:spMkLst>
            <pc:docMk/>
            <pc:sldMk cId="1447131806" sldId="314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8:55:22.704" v="977" actId="123"/>
          <ac:spMkLst>
            <pc:docMk/>
            <pc:sldMk cId="1447131806" sldId="314"/>
            <ac:spMk id="3" creationId="{F6A3DBA9-F4E1-E92C-8F06-7B66EB1F0704}"/>
          </ac:spMkLst>
        </pc:spChg>
      </pc:sldChg>
      <pc:sldChg chg="addSp delSp modSp add del mod">
        <pc:chgData name="Eduardo Lucas" userId="2c32288683b74354" providerId="LiveId" clId="{1FE41F23-CFA1-4028-80DD-3EE9404D6AF5}" dt="2023-04-19T19:20:51.443" v="1080" actId="47"/>
        <pc:sldMkLst>
          <pc:docMk/>
          <pc:sldMk cId="182788559" sldId="315"/>
        </pc:sldMkLst>
        <pc:spChg chg="mod">
          <ac:chgData name="Eduardo Lucas" userId="2c32288683b74354" providerId="LiveId" clId="{1FE41F23-CFA1-4028-80DD-3EE9404D6AF5}" dt="2023-04-19T18:50:52.167" v="923" actId="20577"/>
          <ac:spMkLst>
            <pc:docMk/>
            <pc:sldMk cId="182788559" sldId="315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9:00:12.531" v="1040" actId="6549"/>
          <ac:spMkLst>
            <pc:docMk/>
            <pc:sldMk cId="182788559" sldId="315"/>
            <ac:spMk id="3" creationId="{F6A3DBA9-F4E1-E92C-8F06-7B66EB1F0704}"/>
          </ac:spMkLst>
        </pc:spChg>
        <pc:spChg chg="add del mod">
          <ac:chgData name="Eduardo Lucas" userId="2c32288683b74354" providerId="LiveId" clId="{1FE41F23-CFA1-4028-80DD-3EE9404D6AF5}" dt="2023-04-19T19:00:09.571" v="1039" actId="478"/>
          <ac:spMkLst>
            <pc:docMk/>
            <pc:sldMk cId="182788559" sldId="315"/>
            <ac:spMk id="4" creationId="{A905C2CE-10D9-C293-4FAC-C0DB99DBADB5}"/>
          </ac:spMkLst>
        </pc:spChg>
      </pc:sldChg>
      <pc:sldChg chg="modSp add del mod">
        <pc:chgData name="Eduardo Lucas" userId="2c32288683b74354" providerId="LiveId" clId="{1FE41F23-CFA1-4028-80DD-3EE9404D6AF5}" dt="2023-04-19T19:00:38.432" v="1045" actId="47"/>
        <pc:sldMkLst>
          <pc:docMk/>
          <pc:sldMk cId="108737621" sldId="316"/>
        </pc:sldMkLst>
        <pc:spChg chg="mod">
          <ac:chgData name="Eduardo Lucas" userId="2c32288683b74354" providerId="LiveId" clId="{1FE41F23-CFA1-4028-80DD-3EE9404D6AF5}" dt="2023-04-19T18:59:55.850" v="1037" actId="20577"/>
          <ac:spMkLst>
            <pc:docMk/>
            <pc:sldMk cId="108737621" sldId="316"/>
            <ac:spMk id="3" creationId="{F6A3DBA9-F4E1-E92C-8F06-7B66EB1F0704}"/>
          </ac:spMkLst>
        </pc:spChg>
        <pc:spChg chg="mod">
          <ac:chgData name="Eduardo Lucas" userId="2c32288683b74354" providerId="LiveId" clId="{1FE41F23-CFA1-4028-80DD-3EE9404D6AF5}" dt="2023-04-19T19:00:01.374" v="1038" actId="1076"/>
          <ac:spMkLst>
            <pc:docMk/>
            <pc:sldMk cId="108737621" sldId="316"/>
            <ac:spMk id="4" creationId="{A905C2CE-10D9-C293-4FAC-C0DB99DBADB5}"/>
          </ac:spMkLst>
        </pc:spChg>
      </pc:sldChg>
      <pc:sldChg chg="addSp delSp modSp add del mod">
        <pc:chgData name="Eduardo Lucas" userId="2c32288683b74354" providerId="LiveId" clId="{1FE41F23-CFA1-4028-80DD-3EE9404D6AF5}" dt="2023-04-19T19:20:52.112" v="1081" actId="47"/>
        <pc:sldMkLst>
          <pc:docMk/>
          <pc:sldMk cId="1206597472" sldId="317"/>
        </pc:sldMkLst>
        <pc:spChg chg="del">
          <ac:chgData name="Eduardo Lucas" userId="2c32288683b74354" providerId="LiveId" clId="{1FE41F23-CFA1-4028-80DD-3EE9404D6AF5}" dt="2023-04-19T19:00:26.609" v="1042" actId="478"/>
          <ac:spMkLst>
            <pc:docMk/>
            <pc:sldMk cId="1206597472" sldId="317"/>
            <ac:spMk id="3" creationId="{F6A3DBA9-F4E1-E92C-8F06-7B66EB1F0704}"/>
          </ac:spMkLst>
        </pc:spChg>
        <pc:spChg chg="add mod">
          <ac:chgData name="Eduardo Lucas" userId="2c32288683b74354" providerId="LiveId" clId="{1FE41F23-CFA1-4028-80DD-3EE9404D6AF5}" dt="2023-04-19T19:01:30.742" v="1053" actId="6549"/>
          <ac:spMkLst>
            <pc:docMk/>
            <pc:sldMk cId="1206597472" sldId="317"/>
            <ac:spMk id="4" creationId="{74D9F06A-9EE8-D7B1-9C7D-4848A0E4710A}"/>
          </ac:spMkLst>
        </pc:spChg>
      </pc:sldChg>
      <pc:sldChg chg="modSp add del mod">
        <pc:chgData name="Eduardo Lucas" userId="2c32288683b74354" providerId="LiveId" clId="{1FE41F23-CFA1-4028-80DD-3EE9404D6AF5}" dt="2023-04-19T19:20:52.163" v="1082" actId="47"/>
        <pc:sldMkLst>
          <pc:docMk/>
          <pc:sldMk cId="2429376543" sldId="318"/>
        </pc:sldMkLst>
        <pc:spChg chg="mod">
          <ac:chgData name="Eduardo Lucas" userId="2c32288683b74354" providerId="LiveId" clId="{1FE41F23-CFA1-4028-80DD-3EE9404D6AF5}" dt="2023-04-19T19:01:34.542" v="1054" actId="6549"/>
          <ac:spMkLst>
            <pc:docMk/>
            <pc:sldMk cId="2429376543" sldId="318"/>
            <ac:spMk id="4" creationId="{74D9F06A-9EE8-D7B1-9C7D-4848A0E4710A}"/>
          </ac:spMkLst>
        </pc:spChg>
      </pc:sldChg>
      <pc:sldChg chg="modSp add del mod">
        <pc:chgData name="Eduardo Lucas" userId="2c32288683b74354" providerId="LiveId" clId="{1FE41F23-CFA1-4028-80DD-3EE9404D6AF5}" dt="2023-04-19T19:20:52.266" v="1084" actId="47"/>
        <pc:sldMkLst>
          <pc:docMk/>
          <pc:sldMk cId="309887061" sldId="319"/>
        </pc:sldMkLst>
        <pc:spChg chg="mod">
          <ac:chgData name="Eduardo Lucas" userId="2c32288683b74354" providerId="LiveId" clId="{1FE41F23-CFA1-4028-80DD-3EE9404D6AF5}" dt="2023-04-19T19:01:44.841" v="1056" actId="6549"/>
          <ac:spMkLst>
            <pc:docMk/>
            <pc:sldMk cId="309887061" sldId="319"/>
            <ac:spMk id="4" creationId="{74D9F06A-9EE8-D7B1-9C7D-4848A0E4710A}"/>
          </ac:spMkLst>
        </pc:spChg>
      </pc:sldChg>
      <pc:sldChg chg="add del">
        <pc:chgData name="Eduardo Lucas" userId="2c32288683b74354" providerId="LiveId" clId="{1FE41F23-CFA1-4028-80DD-3EE9404D6AF5}" dt="2023-04-19T19:20:52.276" v="1085" actId="47"/>
        <pc:sldMkLst>
          <pc:docMk/>
          <pc:sldMk cId="1851760593" sldId="320"/>
        </pc:sldMkLst>
      </pc:sldChg>
      <pc:sldChg chg="modSp add del mod">
        <pc:chgData name="Eduardo Lucas" userId="2c32288683b74354" providerId="LiveId" clId="{1FE41F23-CFA1-4028-80DD-3EE9404D6AF5}" dt="2023-04-19T19:20:52.209" v="1083" actId="47"/>
        <pc:sldMkLst>
          <pc:docMk/>
          <pc:sldMk cId="443557454" sldId="321"/>
        </pc:sldMkLst>
        <pc:spChg chg="mod">
          <ac:chgData name="Eduardo Lucas" userId="2c32288683b74354" providerId="LiveId" clId="{1FE41F23-CFA1-4028-80DD-3EE9404D6AF5}" dt="2023-04-19T19:01:39.938" v="1055" actId="6549"/>
          <ac:spMkLst>
            <pc:docMk/>
            <pc:sldMk cId="443557454" sldId="321"/>
            <ac:spMk id="4" creationId="{74D9F06A-9EE8-D7B1-9C7D-4848A0E4710A}"/>
          </ac:spMkLst>
        </pc:spChg>
      </pc:sldChg>
      <pc:sldChg chg="addSp delSp modSp add del mod">
        <pc:chgData name="Eduardo Lucas" userId="2c32288683b74354" providerId="LiveId" clId="{1FE41F23-CFA1-4028-80DD-3EE9404D6AF5}" dt="2023-04-19T19:20:52.319" v="1086" actId="47"/>
        <pc:sldMkLst>
          <pc:docMk/>
          <pc:sldMk cId="3109194255" sldId="322"/>
        </pc:sldMkLst>
        <pc:spChg chg="del">
          <ac:chgData name="Eduardo Lucas" userId="2c32288683b74354" providerId="LiveId" clId="{1FE41F23-CFA1-4028-80DD-3EE9404D6AF5}" dt="2023-04-19T19:03:54.024" v="1058" actId="478"/>
          <ac:spMkLst>
            <pc:docMk/>
            <pc:sldMk cId="3109194255" sldId="322"/>
            <ac:spMk id="4" creationId="{74D9F06A-9EE8-D7B1-9C7D-4848A0E4710A}"/>
          </ac:spMkLst>
        </pc:spChg>
        <pc:picChg chg="add mod">
          <ac:chgData name="Eduardo Lucas" userId="2c32288683b74354" providerId="LiveId" clId="{1FE41F23-CFA1-4028-80DD-3EE9404D6AF5}" dt="2023-04-19T19:04:18.358" v="1061" actId="1076"/>
          <ac:picMkLst>
            <pc:docMk/>
            <pc:sldMk cId="3109194255" sldId="322"/>
            <ac:picMk id="5" creationId="{68381A73-6753-5F0B-31A5-2341A3F7E1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59F53-A1BF-4BAE-9815-26B9CE584B04}" type="datetimeFigureOut">
              <a:rPr lang="pt-BR" smtClean="0"/>
              <a:t>20/04/2023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96F6B-C777-407C-BE9E-EAC56A524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1311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B133F-601C-FDA5-508C-1224EB4DE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2C7E9F-8C8C-1139-3651-8CBF6A71F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0C6A17-F52B-3906-EA9D-95030CE61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2F16-1A3A-4447-9A56-4E229A5B8700}" type="datetimeFigureOut">
              <a:rPr lang="pt-BR" smtClean="0"/>
              <a:t>20/04/2023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C59A24-A78C-5A65-7AF1-9448859F3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5FB4DB-29A5-4D57-3A86-0C6805FEA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E8F3-660D-41FF-BC86-02539EEEEAE8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 descr="Forma">
            <a:extLst>
              <a:ext uri="{FF2B5EF4-FFF2-40B4-BE49-F238E27FC236}">
                <a16:creationId xmlns:a16="http://schemas.microsoft.com/office/drawing/2014/main" id="{79F6BB0D-B64C-DDF3-B7DD-906CEE9F89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6" t="38889" r="12186" b="30185"/>
          <a:stretch/>
        </p:blipFill>
        <p:spPr>
          <a:xfrm>
            <a:off x="9964632" y="8522"/>
            <a:ext cx="2180040" cy="54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66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704CE-5F95-0874-834E-7CE54976E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53D567-D0AB-F0AB-BE7A-352F3B376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1B462D-0EFB-99A1-05B0-29E2EEFD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2F16-1A3A-4447-9A56-4E229A5B8700}" type="datetimeFigureOut">
              <a:rPr lang="pt-BR" smtClean="0"/>
              <a:t>20/04/2023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715FD9-27E0-EE39-5333-DDB4295D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22FB83-4611-D193-1525-28E0DC689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E8F3-660D-41FF-BC86-02539EEEEA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57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33F66-CE78-81C4-F734-AD676272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D425EE-1A15-BD76-BB7B-F81DD50BE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E74B5E-D8DA-65C6-C2B3-A326AFE90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2F16-1A3A-4447-9A56-4E229A5B8700}" type="datetimeFigureOut">
              <a:rPr lang="pt-BR" smtClean="0"/>
              <a:t>20/04/2023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1BE078-1C7C-7BC0-8FD3-BD5752A5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FF9430-AF46-B6F5-BA5E-21D71393B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E8F3-660D-41FF-BC86-02539EEEEA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6965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0CC422B-334E-E536-CAC1-1908389790CA}"/>
              </a:ext>
            </a:extLst>
          </p:cNvPr>
          <p:cNvSpPr/>
          <p:nvPr userDrawn="1"/>
        </p:nvSpPr>
        <p:spPr>
          <a:xfrm>
            <a:off x="0" y="0"/>
            <a:ext cx="45719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A629BD0-168B-849B-4048-10BCFFF8F4E6}"/>
              </a:ext>
            </a:extLst>
          </p:cNvPr>
          <p:cNvSpPr/>
          <p:nvPr userDrawn="1"/>
        </p:nvSpPr>
        <p:spPr>
          <a:xfrm>
            <a:off x="12169140" y="0"/>
            <a:ext cx="45719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6394EE-8753-94B4-E695-DFAC4B1C8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FBA014-BE8C-0AEF-8819-4D41D7A0A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52E27C-CCBB-1A53-1CE6-BA3714584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22F16-1A3A-4447-9A56-4E229A5B8700}" type="datetimeFigureOut">
              <a:rPr lang="pt-BR" smtClean="0"/>
              <a:t>20/04/2023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E2E228-D68E-A8A8-A569-C752EAB9E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0C146B-59D6-DB6D-077E-6BD075992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7E8F3-660D-41FF-BC86-02539EEEEAE8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856FF8C-FA21-4ED7-CD93-A7EE5296C973}"/>
              </a:ext>
            </a:extLst>
          </p:cNvPr>
          <p:cNvSpPr/>
          <p:nvPr userDrawn="1"/>
        </p:nvSpPr>
        <p:spPr>
          <a:xfrm>
            <a:off x="0" y="0"/>
            <a:ext cx="12192000" cy="5486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b="1" dirty="0">
                <a:solidFill>
                  <a:schemeClr val="bg1"/>
                </a:solidFill>
              </a:rPr>
              <a:t>MODELAGEM DE DADOS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4685526-A840-7DF2-EDC6-F386C55FA4F7}"/>
              </a:ext>
            </a:extLst>
          </p:cNvPr>
          <p:cNvSpPr/>
          <p:nvPr userDrawn="1"/>
        </p:nvSpPr>
        <p:spPr>
          <a:xfrm rot="5400000">
            <a:off x="6091820" y="711620"/>
            <a:ext cx="45719" cy="1220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951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147C5AD-AE12-9C94-AB6A-5B550021EC60}"/>
              </a:ext>
            </a:extLst>
          </p:cNvPr>
          <p:cNvSpPr txBox="1"/>
          <p:nvPr/>
        </p:nvSpPr>
        <p:spPr>
          <a:xfrm>
            <a:off x="407368" y="2090172"/>
            <a:ext cx="1137726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400" b="1" dirty="0">
                <a:solidFill>
                  <a:schemeClr val="accent2">
                    <a:lumMod val="50000"/>
                  </a:schemeClr>
                </a:solidFill>
              </a:rPr>
              <a:t>MODELAGEM DE DADOS</a:t>
            </a:r>
          </a:p>
          <a:p>
            <a:pPr algn="ctr"/>
            <a:r>
              <a:rPr lang="pt-BR" sz="2900" b="1" dirty="0">
                <a:solidFill>
                  <a:schemeClr val="accent2">
                    <a:lumMod val="50000"/>
                  </a:schemeClr>
                </a:solidFill>
              </a:rPr>
              <a:t>UNIFIED MODELING LANGUAGE (UML)</a:t>
            </a:r>
          </a:p>
          <a:p>
            <a:pPr algn="ctr"/>
            <a:r>
              <a:rPr lang="pt-BR" sz="1500" b="1" dirty="0">
                <a:solidFill>
                  <a:schemeClr val="accent2">
                    <a:lumMod val="50000"/>
                  </a:schemeClr>
                </a:solidFill>
              </a:rPr>
              <a:t>** MODELO DE LINGUAGEM UNIFICADA</a:t>
            </a:r>
          </a:p>
        </p:txBody>
      </p:sp>
    </p:spTree>
    <p:extLst>
      <p:ext uri="{BB962C8B-B14F-4D97-AF65-F5344CB8AC3E}">
        <p14:creationId xmlns:p14="http://schemas.microsoft.com/office/powerpoint/2010/main" val="3611735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721992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UML – MODELO DE LINGUAGEM UNIFICADA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778190"/>
            <a:ext cx="116652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dirty="0">
                <a:latin typeface="+mj-lt"/>
              </a:rPr>
              <a:t>A UML (</a:t>
            </a:r>
            <a:r>
              <a:rPr lang="pt-BR" sz="2100" b="0" dirty="0" err="1">
                <a:latin typeface="+mj-lt"/>
              </a:rPr>
              <a:t>Unified</a:t>
            </a:r>
            <a:r>
              <a:rPr lang="pt-BR" sz="2100" b="0" dirty="0">
                <a:latin typeface="+mj-lt"/>
              </a:rPr>
              <a:t> </a:t>
            </a:r>
            <a:r>
              <a:rPr lang="pt-BR" sz="2100" b="0" dirty="0" err="1">
                <a:latin typeface="+mj-lt"/>
              </a:rPr>
              <a:t>Modeling</a:t>
            </a:r>
            <a:r>
              <a:rPr lang="pt-BR" sz="2100" b="0" dirty="0">
                <a:latin typeface="+mj-lt"/>
              </a:rPr>
              <a:t> </a:t>
            </a:r>
            <a:r>
              <a:rPr lang="pt-BR" sz="2100" b="0" dirty="0" err="1">
                <a:latin typeface="+mj-lt"/>
              </a:rPr>
              <a:t>Language</a:t>
            </a:r>
            <a:r>
              <a:rPr lang="pt-BR" sz="2100" b="0" dirty="0">
                <a:latin typeface="+mj-lt"/>
              </a:rPr>
              <a:t>) é uma linguagem gráfica utilizada para:</a:t>
            </a:r>
          </a:p>
          <a:p>
            <a:pPr algn="just">
              <a:lnSpc>
                <a:spcPct val="150000"/>
              </a:lnSpc>
            </a:pPr>
            <a:endParaRPr lang="pt-BR" sz="2100" b="0" dirty="0">
              <a:latin typeface="+mj-lt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dirty="0">
                <a:latin typeface="+mj-lt"/>
              </a:rPr>
              <a:t>Visualizar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dirty="0">
                <a:latin typeface="+mj-lt"/>
              </a:rPr>
              <a:t>Especificar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dirty="0">
                <a:latin typeface="+mj-lt"/>
              </a:rPr>
              <a:t>Construir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dirty="0">
                <a:latin typeface="+mj-lt"/>
              </a:rPr>
              <a:t>Documentar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dirty="0">
                <a:latin typeface="+mj-lt"/>
              </a:rPr>
              <a:t>Comunicar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pt-BR" sz="21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 algn="just"/>
            <a:endParaRPr lang="pt-BR" sz="21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7721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7219925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UML – MODELO DE LINGUAGEM UNIFICADA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FINALIDADE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748" y="1773238"/>
            <a:ext cx="11665296" cy="283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b="0" dirty="0">
                <a:latin typeface="+mj-lt"/>
              </a:rPr>
              <a:t>Melhor compreensão do sistema.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b="0" dirty="0">
                <a:latin typeface="+mj-lt"/>
              </a:rPr>
              <a:t>Visualizar o sistema.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b="0" dirty="0">
                <a:latin typeface="+mj-lt"/>
              </a:rPr>
              <a:t>Documentar tomadas de decisão.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b="0" dirty="0">
                <a:latin typeface="+mj-lt"/>
              </a:rPr>
              <a:t>Especificar comportamento / estrutura de um sistema.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b="0" dirty="0">
                <a:latin typeface="+mj-lt"/>
              </a:rPr>
              <a:t>Melhorar na comunicação com os envolvidos.</a:t>
            </a:r>
            <a:endParaRPr lang="pt-BR" sz="21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 algn="just"/>
            <a:endParaRPr lang="pt-BR" sz="21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27409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7219925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UML – MODELO DE LINGUAGEM UNIFICADA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CONSTRUÇÃO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748" y="1773238"/>
            <a:ext cx="11665296" cy="3920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pt-BR" sz="2100" b="0" dirty="0">
                <a:latin typeface="+mj-lt"/>
              </a:rPr>
              <a:t>Esta estruturada em: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0" dirty="0">
                <a:latin typeface="+mj-lt"/>
              </a:rPr>
              <a:t>Itens: São as abstrações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Relacionamentos: Realiza a ligação entre os itens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Associação e Agregação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Generalização</a:t>
            </a:r>
            <a:r>
              <a:rPr lang="pt-BR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e E</a:t>
            </a:r>
            <a:r>
              <a:rPr lang="pt-BR" sz="21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specialização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Dependência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Diagramas: Agrupam coleções de itens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Possui 14 tipos de diagramas</a:t>
            </a:r>
          </a:p>
        </p:txBody>
      </p:sp>
    </p:spTree>
    <p:extLst>
      <p:ext uri="{BB962C8B-B14F-4D97-AF65-F5344CB8AC3E}">
        <p14:creationId xmlns:p14="http://schemas.microsoft.com/office/powerpoint/2010/main" val="705570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3247620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RELACIONAMENTO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NOTAÇÕES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1FD2C26-EE1A-342F-0BF6-C00E05B20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773238"/>
            <a:ext cx="3456384" cy="467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052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3247620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RELACIONAMENTO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ASSOCIAÇÃO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748" y="1773238"/>
            <a:ext cx="11665296" cy="1496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pt-BR" sz="2100" b="0" dirty="0">
                <a:latin typeface="+mj-lt"/>
              </a:rPr>
              <a:t>É um relacionamento estrutural que descreve um conjunto de ligações, em que as ligações são conexões entre objetos. </a:t>
            </a:r>
          </a:p>
          <a:p>
            <a:pPr algn="just">
              <a:lnSpc>
                <a:spcPct val="150000"/>
              </a:lnSpc>
            </a:pPr>
            <a:r>
              <a:rPr lang="pt-BR" sz="2100" b="0" dirty="0">
                <a:latin typeface="+mj-lt"/>
              </a:rPr>
              <a:t>Representada por uma linha entre os itens.</a:t>
            </a:r>
            <a:endParaRPr lang="pt-BR" sz="21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1852CBA-A090-62F8-81BD-CCA7281DA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3717176"/>
            <a:ext cx="7310485" cy="149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34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3247620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RELACIONAMENTO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AGREGAÇÃO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748" y="1773238"/>
            <a:ext cx="11665296" cy="1011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pt-BR" sz="2100" b="0" dirty="0">
                <a:latin typeface="+mj-lt"/>
              </a:rPr>
              <a:t>É um tipo particular de associação.</a:t>
            </a:r>
          </a:p>
          <a:p>
            <a:pPr algn="just">
              <a:lnSpc>
                <a:spcPct val="150000"/>
              </a:lnSpc>
            </a:pPr>
            <a:r>
              <a:rPr lang="pt-BR" sz="2100" b="0" dirty="0">
                <a:latin typeface="+mj-lt"/>
              </a:rPr>
              <a:t>A agregação indica que uma das classes do relacionamento é uma parte, ou está contida em outra classe.</a:t>
            </a:r>
            <a:endParaRPr lang="pt-BR" sz="21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A0BD1EC-DF9D-B60F-74AA-17F37FF31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68" y="3857408"/>
            <a:ext cx="6985821" cy="188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6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3308534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RELACIONAMENTO</a:t>
            </a:r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DEPENDENCIA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748" y="1773238"/>
            <a:ext cx="11665296" cy="1496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pt-BR" sz="2100" b="0" dirty="0">
                <a:latin typeface="+mj-lt"/>
              </a:rPr>
              <a:t>O relacionamento de dependência é uma conexão semântica entre dois modelos de elementos, um independente e outro dependente. </a:t>
            </a:r>
          </a:p>
          <a:p>
            <a:pPr algn="just">
              <a:lnSpc>
                <a:spcPct val="150000"/>
              </a:lnSpc>
            </a:pPr>
            <a:r>
              <a:rPr lang="pt-BR" sz="2100" b="0" dirty="0">
                <a:latin typeface="+mj-lt"/>
              </a:rPr>
              <a:t>Uma mudança no elemento independente irá afetar o modelo dependente.</a:t>
            </a:r>
            <a:endParaRPr lang="pt-BR" sz="21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6843727-A75E-28FD-9C9E-39D647C75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094" y="4344387"/>
            <a:ext cx="6123812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615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20137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DIAGRAMAS</a:t>
            </a:r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TIPOS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748" y="1773238"/>
            <a:ext cx="11665296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dirty="0"/>
              <a:t>Os diagramas da UML são uma representação gráfica e padronizada de um conjunto de itens e relacionamentos.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263812E-1FB6-4869-9BAD-99C604B8CDA4}"/>
              </a:ext>
            </a:extLst>
          </p:cNvPr>
          <p:cNvSpPr txBox="1"/>
          <p:nvPr/>
        </p:nvSpPr>
        <p:spPr>
          <a:xfrm>
            <a:off x="263352" y="2818025"/>
            <a:ext cx="3600400" cy="52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FF0000"/>
                </a:solidFill>
                <a:effectLst/>
              </a:rPr>
              <a:t>Diagrama de Casos de Uso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311BA63-832C-C65C-F3D5-4F54941DED48}"/>
              </a:ext>
            </a:extLst>
          </p:cNvPr>
          <p:cNvSpPr/>
          <p:nvPr/>
        </p:nvSpPr>
        <p:spPr>
          <a:xfrm>
            <a:off x="4979017" y="3068960"/>
            <a:ext cx="6984776" cy="3384376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DF850B3-FE55-3156-97D9-2BD2EA5AAF07}"/>
              </a:ext>
            </a:extLst>
          </p:cNvPr>
          <p:cNvSpPr txBox="1"/>
          <p:nvPr/>
        </p:nvSpPr>
        <p:spPr>
          <a:xfrm>
            <a:off x="5123033" y="3284984"/>
            <a:ext cx="6696744" cy="2465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dirty="0"/>
              <a:t>Representa as interações entre atores (usuários) e os casos de uso (funcionalidades) de um sistema.</a:t>
            </a:r>
          </a:p>
          <a:p>
            <a:r>
              <a:rPr lang="pt-BR" dirty="0"/>
              <a:t>O objetivo deste diagrama é descrever como os usuários interagem com o sistema e ajuda a identificar os requisitos funcionais do sistema.</a:t>
            </a:r>
          </a:p>
        </p:txBody>
      </p:sp>
    </p:spTree>
    <p:extLst>
      <p:ext uri="{BB962C8B-B14F-4D97-AF65-F5344CB8AC3E}">
        <p14:creationId xmlns:p14="http://schemas.microsoft.com/office/powerpoint/2010/main" val="2402984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20137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DIAGRAMAS</a:t>
            </a:r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TIPOS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748" y="1773238"/>
            <a:ext cx="11665296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dirty="0"/>
              <a:t>Os diagramas da UML são uma representação gráfica e padronizada de um conjunto de itens e relacionamentos.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263812E-1FB6-4869-9BAD-99C604B8CDA4}"/>
              </a:ext>
            </a:extLst>
          </p:cNvPr>
          <p:cNvSpPr txBox="1"/>
          <p:nvPr/>
        </p:nvSpPr>
        <p:spPr>
          <a:xfrm>
            <a:off x="263352" y="2818025"/>
            <a:ext cx="3600400" cy="52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FF0000"/>
                </a:solidFill>
                <a:effectLst/>
              </a:rPr>
              <a:t>Diagrama de Casos de Uso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311BA63-832C-C65C-F3D5-4F54941DED48}"/>
              </a:ext>
            </a:extLst>
          </p:cNvPr>
          <p:cNvSpPr/>
          <p:nvPr/>
        </p:nvSpPr>
        <p:spPr>
          <a:xfrm>
            <a:off x="264960" y="1773238"/>
            <a:ext cx="11807703" cy="4536082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DE8480A-3395-BD63-0B98-5FC30BE11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640" y="2204864"/>
            <a:ext cx="5832648" cy="394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826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20137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DIAGRAMAS</a:t>
            </a:r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TIPOS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748" y="1773238"/>
            <a:ext cx="11665296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dirty="0"/>
              <a:t>Os diagramas da UML são uma representação gráfica e padronizada de um conjunto de itens e relacionamentos.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263812E-1FB6-4869-9BAD-99C604B8CDA4}"/>
              </a:ext>
            </a:extLst>
          </p:cNvPr>
          <p:cNvSpPr txBox="1"/>
          <p:nvPr/>
        </p:nvSpPr>
        <p:spPr>
          <a:xfrm>
            <a:off x="263352" y="2818025"/>
            <a:ext cx="3600400" cy="1011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Casos de Uso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FF0000"/>
                </a:solidFill>
                <a:effectLst/>
              </a:rPr>
              <a:t>Diagrama de Classes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613A5F5-DF09-368F-677E-3A568F9DCF0B}"/>
              </a:ext>
            </a:extLst>
          </p:cNvPr>
          <p:cNvSpPr/>
          <p:nvPr/>
        </p:nvSpPr>
        <p:spPr>
          <a:xfrm>
            <a:off x="4979017" y="3068960"/>
            <a:ext cx="6984776" cy="3384376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7799658-B087-A576-EF4B-03BDC6688F4C}"/>
              </a:ext>
            </a:extLst>
          </p:cNvPr>
          <p:cNvSpPr txBox="1"/>
          <p:nvPr/>
        </p:nvSpPr>
        <p:spPr>
          <a:xfrm>
            <a:off x="5123033" y="3284984"/>
            <a:ext cx="6696744" cy="2465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dirty="0"/>
              <a:t>Representa a estrutura de classes e suas relações em um sistema.</a:t>
            </a:r>
          </a:p>
          <a:p>
            <a:r>
              <a:rPr lang="pt-BR" dirty="0"/>
              <a:t>Demonstra as classes, atributos, métodos e relacionamentos entre as classes, incluindo herança, associação, agregação e composição.</a:t>
            </a:r>
          </a:p>
        </p:txBody>
      </p:sp>
    </p:spTree>
    <p:extLst>
      <p:ext uri="{BB962C8B-B14F-4D97-AF65-F5344CB8AC3E}">
        <p14:creationId xmlns:p14="http://schemas.microsoft.com/office/powerpoint/2010/main" val="3642479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20137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DIAGRAMAS</a:t>
            </a:r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TIPOS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748" y="1773238"/>
            <a:ext cx="11665296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dirty="0"/>
              <a:t>Os diagramas da UML são uma representação gráfica e padronizada de um conjunto de itens e relacionamentos.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263812E-1FB6-4869-9BAD-99C604B8CDA4}"/>
              </a:ext>
            </a:extLst>
          </p:cNvPr>
          <p:cNvSpPr txBox="1"/>
          <p:nvPr/>
        </p:nvSpPr>
        <p:spPr>
          <a:xfrm>
            <a:off x="263352" y="2818025"/>
            <a:ext cx="3600400" cy="1011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Casos de Uso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FF0000"/>
                </a:solidFill>
                <a:effectLst/>
              </a:rPr>
              <a:t>Diagrama de Classes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613A5F5-DF09-368F-677E-3A568F9DCF0B}"/>
              </a:ext>
            </a:extLst>
          </p:cNvPr>
          <p:cNvSpPr/>
          <p:nvPr/>
        </p:nvSpPr>
        <p:spPr>
          <a:xfrm>
            <a:off x="298497" y="1773238"/>
            <a:ext cx="11665296" cy="4680098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4627E88-F64B-8558-82D4-9C4653D86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2016714"/>
            <a:ext cx="5997088" cy="443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198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20137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DIAGRAMAS</a:t>
            </a:r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TIPOS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748" y="1773238"/>
            <a:ext cx="11665296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dirty="0"/>
              <a:t>Os diagramas da UML são uma representação gráfica e padronizada de um conjunto de itens e relacionamentos.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263812E-1FB6-4869-9BAD-99C604B8CDA4}"/>
              </a:ext>
            </a:extLst>
          </p:cNvPr>
          <p:cNvSpPr txBox="1"/>
          <p:nvPr/>
        </p:nvSpPr>
        <p:spPr>
          <a:xfrm>
            <a:off x="263352" y="2818025"/>
            <a:ext cx="3600400" cy="1496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Casos de Uso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Classes</a:t>
            </a:r>
            <a:endParaRPr lang="pt-BR" b="1" dirty="0">
              <a:solidFill>
                <a:srgbClr val="24292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FF0000"/>
                </a:solidFill>
                <a:effectLst/>
              </a:rPr>
              <a:t>Diagrama de Sequência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BA43883-5B53-2FF7-378F-3B41FD3CD5BA}"/>
              </a:ext>
            </a:extLst>
          </p:cNvPr>
          <p:cNvSpPr/>
          <p:nvPr/>
        </p:nvSpPr>
        <p:spPr>
          <a:xfrm>
            <a:off x="4979017" y="3068960"/>
            <a:ext cx="6984776" cy="3384376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843A52-7CE5-9194-0FFC-D83F7EA09DF3}"/>
              </a:ext>
            </a:extLst>
          </p:cNvPr>
          <p:cNvSpPr txBox="1"/>
          <p:nvPr/>
        </p:nvSpPr>
        <p:spPr>
          <a:xfrm>
            <a:off x="5123033" y="3284984"/>
            <a:ext cx="6696744" cy="2950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dirty="0"/>
              <a:t>Representa a sequência de interações entre objetos ou componentes em um sistema ao longo do tempo. </a:t>
            </a:r>
          </a:p>
          <a:p>
            <a:r>
              <a:rPr lang="pt-BR" dirty="0"/>
              <a:t>Demonstra a ordem das mensagens trocadas entre os objetos, possibilitando a visualização do fluxo de controle e a troca de informações durante a execução de um cenário específico</a:t>
            </a:r>
          </a:p>
        </p:txBody>
      </p:sp>
    </p:spTree>
    <p:extLst>
      <p:ext uri="{BB962C8B-B14F-4D97-AF65-F5344CB8AC3E}">
        <p14:creationId xmlns:p14="http://schemas.microsoft.com/office/powerpoint/2010/main" val="2754948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20137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DIAGRAMAS</a:t>
            </a:r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TIPOS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748" y="1773238"/>
            <a:ext cx="11665296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dirty="0"/>
              <a:t>Os diagramas da UML são uma representação gráfica e padronizada de um conjunto de itens e relacionamentos.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263812E-1FB6-4869-9BAD-99C604B8CDA4}"/>
              </a:ext>
            </a:extLst>
          </p:cNvPr>
          <p:cNvSpPr txBox="1"/>
          <p:nvPr/>
        </p:nvSpPr>
        <p:spPr>
          <a:xfrm>
            <a:off x="263352" y="2818025"/>
            <a:ext cx="3600400" cy="1496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Casos de Uso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Classes</a:t>
            </a:r>
            <a:endParaRPr lang="pt-BR" b="1" dirty="0">
              <a:solidFill>
                <a:srgbClr val="24292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FF0000"/>
                </a:solidFill>
                <a:effectLst/>
              </a:rPr>
              <a:t>Diagrama de Sequência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BA43883-5B53-2FF7-378F-3B41FD3CD5BA}"/>
              </a:ext>
            </a:extLst>
          </p:cNvPr>
          <p:cNvSpPr/>
          <p:nvPr/>
        </p:nvSpPr>
        <p:spPr>
          <a:xfrm>
            <a:off x="263352" y="1773238"/>
            <a:ext cx="11700441" cy="4680098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40203E2-02D8-B8EF-B790-0F6D45116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68" y="1988840"/>
            <a:ext cx="7540274" cy="431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609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20137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DIAGRAMAS</a:t>
            </a:r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TIPOS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748" y="1773238"/>
            <a:ext cx="11665296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dirty="0"/>
              <a:t>Os diagramas da UML são uma representação gráfica e padronizada de um conjunto de itens e relacionamentos.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263812E-1FB6-4869-9BAD-99C604B8CDA4}"/>
              </a:ext>
            </a:extLst>
          </p:cNvPr>
          <p:cNvSpPr txBox="1"/>
          <p:nvPr/>
        </p:nvSpPr>
        <p:spPr>
          <a:xfrm>
            <a:off x="263352" y="2818025"/>
            <a:ext cx="3600400" cy="1981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Casos de Uso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Classes</a:t>
            </a:r>
            <a:endParaRPr lang="pt-BR" b="1" dirty="0">
              <a:solidFill>
                <a:srgbClr val="24292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Sequência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FF0000"/>
                </a:solidFill>
                <a:effectLst/>
              </a:rPr>
              <a:t>Diagrama de Atividades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8A3FC72-20DB-C73F-FDE8-3147610F25DF}"/>
              </a:ext>
            </a:extLst>
          </p:cNvPr>
          <p:cNvSpPr/>
          <p:nvPr/>
        </p:nvSpPr>
        <p:spPr>
          <a:xfrm>
            <a:off x="4979017" y="3068960"/>
            <a:ext cx="6984776" cy="3384376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E1992F7-50CB-204B-748B-B2185632AB84}"/>
              </a:ext>
            </a:extLst>
          </p:cNvPr>
          <p:cNvSpPr txBox="1"/>
          <p:nvPr/>
        </p:nvSpPr>
        <p:spPr>
          <a:xfrm>
            <a:off x="5123033" y="3284984"/>
            <a:ext cx="6696744" cy="52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BCA7243-B4DA-D7F5-4A9C-DE7798231354}"/>
              </a:ext>
            </a:extLst>
          </p:cNvPr>
          <p:cNvSpPr txBox="1"/>
          <p:nvPr/>
        </p:nvSpPr>
        <p:spPr>
          <a:xfrm>
            <a:off x="5123033" y="3284984"/>
            <a:ext cx="6696744" cy="2465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dirty="0"/>
              <a:t>É usado para representar o fluxo de atividades ou processos em um sistema.</a:t>
            </a:r>
          </a:p>
          <a:p>
            <a:r>
              <a:rPr lang="pt-BR" dirty="0"/>
              <a:t>demonstra as atividades, as decisões, as ramificações e as condições de controle do fluxo de trabalho, ajudando a entender o comportamento do sistema.</a:t>
            </a:r>
          </a:p>
        </p:txBody>
      </p:sp>
    </p:spTree>
    <p:extLst>
      <p:ext uri="{BB962C8B-B14F-4D97-AF65-F5344CB8AC3E}">
        <p14:creationId xmlns:p14="http://schemas.microsoft.com/office/powerpoint/2010/main" val="3048623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20137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DIAGRAMAS</a:t>
            </a:r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TIPOS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748" y="1773238"/>
            <a:ext cx="11665296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dirty="0"/>
              <a:t>Os diagramas da UML são uma representação gráfica e padronizada de um conjunto de itens e relacionamentos.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263812E-1FB6-4869-9BAD-99C604B8CDA4}"/>
              </a:ext>
            </a:extLst>
          </p:cNvPr>
          <p:cNvSpPr txBox="1"/>
          <p:nvPr/>
        </p:nvSpPr>
        <p:spPr>
          <a:xfrm>
            <a:off x="263352" y="2818025"/>
            <a:ext cx="3600400" cy="1981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Casos de Uso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Classes</a:t>
            </a:r>
            <a:endParaRPr lang="pt-BR" b="1" dirty="0">
              <a:solidFill>
                <a:srgbClr val="24292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Sequência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FF0000"/>
                </a:solidFill>
                <a:effectLst/>
              </a:rPr>
              <a:t>Diagrama de Atividades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8A3FC72-20DB-C73F-FDE8-3147610F25DF}"/>
              </a:ext>
            </a:extLst>
          </p:cNvPr>
          <p:cNvSpPr/>
          <p:nvPr/>
        </p:nvSpPr>
        <p:spPr>
          <a:xfrm>
            <a:off x="298497" y="1773238"/>
            <a:ext cx="11665296" cy="4680098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E1992F7-50CB-204B-748B-B2185632AB84}"/>
              </a:ext>
            </a:extLst>
          </p:cNvPr>
          <p:cNvSpPr txBox="1"/>
          <p:nvPr/>
        </p:nvSpPr>
        <p:spPr>
          <a:xfrm>
            <a:off x="5123033" y="3284984"/>
            <a:ext cx="6696744" cy="52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E8DEB07-CCFC-C5B0-03CB-96F1481D4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696" y="1993678"/>
            <a:ext cx="4963218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33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20137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DIAGRAMAS</a:t>
            </a:r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TIPOS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748" y="1773238"/>
            <a:ext cx="11665296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dirty="0"/>
              <a:t>Os diagramas da UML são uma representação gráfica e padronizada de um conjunto de itens e relacionamentos.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263812E-1FB6-4869-9BAD-99C604B8CDA4}"/>
              </a:ext>
            </a:extLst>
          </p:cNvPr>
          <p:cNvSpPr txBox="1"/>
          <p:nvPr/>
        </p:nvSpPr>
        <p:spPr>
          <a:xfrm>
            <a:off x="263352" y="2818025"/>
            <a:ext cx="3600400" cy="2465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Casos de Uso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Classes</a:t>
            </a:r>
            <a:endParaRPr lang="pt-BR" b="1" dirty="0">
              <a:solidFill>
                <a:srgbClr val="24292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Sequência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Atividades</a:t>
            </a:r>
            <a:endParaRPr lang="pt-BR" b="1" dirty="0">
              <a:solidFill>
                <a:srgbClr val="24292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FF0000"/>
                </a:solidFill>
                <a:effectLst/>
              </a:rPr>
              <a:t>Diagrama de Estado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6B8C9A7-E35C-A509-7AC2-64FD74BDF4BE}"/>
              </a:ext>
            </a:extLst>
          </p:cNvPr>
          <p:cNvSpPr/>
          <p:nvPr/>
        </p:nvSpPr>
        <p:spPr>
          <a:xfrm>
            <a:off x="4979017" y="3068960"/>
            <a:ext cx="6984776" cy="3384376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ED118C9-6BA3-3E5C-4B01-EFC9529340C7}"/>
              </a:ext>
            </a:extLst>
          </p:cNvPr>
          <p:cNvSpPr txBox="1"/>
          <p:nvPr/>
        </p:nvSpPr>
        <p:spPr>
          <a:xfrm>
            <a:off x="5123033" y="3284984"/>
            <a:ext cx="6696744" cy="2465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dirty="0"/>
              <a:t>Representa os estados e as transições de um objeto ou componente em resposta a eventos ou condições específicas. </a:t>
            </a:r>
          </a:p>
          <a:p>
            <a:r>
              <a:rPr lang="pt-BR" dirty="0"/>
              <a:t>Demonstra os diferentes estados possíveis de um objeto ou componente e as transições entre eles.</a:t>
            </a:r>
          </a:p>
        </p:txBody>
      </p:sp>
    </p:spTree>
    <p:extLst>
      <p:ext uri="{BB962C8B-B14F-4D97-AF65-F5344CB8AC3E}">
        <p14:creationId xmlns:p14="http://schemas.microsoft.com/office/powerpoint/2010/main" val="1047664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20137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DIAGRAMAS</a:t>
            </a:r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TIPOS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748" y="1773238"/>
            <a:ext cx="11665296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dirty="0"/>
              <a:t>Os diagramas da UML são uma representação gráfica e padronizada de um conjunto de itens e relacionamentos.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263812E-1FB6-4869-9BAD-99C604B8CDA4}"/>
              </a:ext>
            </a:extLst>
          </p:cNvPr>
          <p:cNvSpPr txBox="1"/>
          <p:nvPr/>
        </p:nvSpPr>
        <p:spPr>
          <a:xfrm>
            <a:off x="263352" y="2818025"/>
            <a:ext cx="3600400" cy="2465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Casos de Uso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Classes</a:t>
            </a:r>
            <a:endParaRPr lang="pt-BR" b="1" dirty="0">
              <a:solidFill>
                <a:srgbClr val="24292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Sequência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Atividades</a:t>
            </a:r>
            <a:endParaRPr lang="pt-BR" b="1" dirty="0">
              <a:solidFill>
                <a:srgbClr val="24292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FF0000"/>
                </a:solidFill>
                <a:effectLst/>
              </a:rPr>
              <a:t>Diagrama de Estado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6B8C9A7-E35C-A509-7AC2-64FD74BDF4BE}"/>
              </a:ext>
            </a:extLst>
          </p:cNvPr>
          <p:cNvSpPr/>
          <p:nvPr/>
        </p:nvSpPr>
        <p:spPr>
          <a:xfrm>
            <a:off x="298497" y="1773238"/>
            <a:ext cx="11665296" cy="4680098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01A7A18-E2FB-D952-83C6-1C4297B00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80" y="1845699"/>
            <a:ext cx="8928992" cy="424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2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20137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DIAGRAMAS</a:t>
            </a:r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TIPOS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748" y="1773238"/>
            <a:ext cx="11665296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dirty="0"/>
              <a:t>Os diagramas da UML são uma representação gráfica e padronizada de um conjunto de itens e relacionamentos.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263812E-1FB6-4869-9BAD-99C604B8CDA4}"/>
              </a:ext>
            </a:extLst>
          </p:cNvPr>
          <p:cNvSpPr txBox="1"/>
          <p:nvPr/>
        </p:nvSpPr>
        <p:spPr>
          <a:xfrm>
            <a:off x="263352" y="2818025"/>
            <a:ext cx="3600400" cy="2950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Casos de Uso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Classes</a:t>
            </a:r>
            <a:endParaRPr lang="pt-BR" b="1" dirty="0">
              <a:solidFill>
                <a:srgbClr val="24292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Sequência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Atividades</a:t>
            </a:r>
            <a:endParaRPr lang="pt-BR" b="1" dirty="0">
              <a:solidFill>
                <a:srgbClr val="24292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Estado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FF0000"/>
                </a:solidFill>
                <a:effectLst/>
              </a:rPr>
              <a:t>Diagrama de Componentes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FCD7C53-C9CD-C248-46EC-68C09C49DB21}"/>
              </a:ext>
            </a:extLst>
          </p:cNvPr>
          <p:cNvSpPr/>
          <p:nvPr/>
        </p:nvSpPr>
        <p:spPr>
          <a:xfrm>
            <a:off x="4979017" y="3068960"/>
            <a:ext cx="6984776" cy="3384376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B2A5E00-5531-4908-060A-35341156F0E3}"/>
              </a:ext>
            </a:extLst>
          </p:cNvPr>
          <p:cNvSpPr txBox="1"/>
          <p:nvPr/>
        </p:nvSpPr>
        <p:spPr>
          <a:xfrm>
            <a:off x="5123033" y="3284984"/>
            <a:ext cx="6696744" cy="1981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dirty="0"/>
              <a:t>Representar os componentes físicos ou lógicos de um sistema, suas dependências e interações.</a:t>
            </a:r>
          </a:p>
          <a:p>
            <a:r>
              <a:rPr lang="pt-BR" dirty="0"/>
              <a:t>demonstra os componentes do sistema, as interfaces entre os componentes e as relações de dependência entre eles.</a:t>
            </a:r>
          </a:p>
        </p:txBody>
      </p:sp>
    </p:spTree>
    <p:extLst>
      <p:ext uri="{BB962C8B-B14F-4D97-AF65-F5344CB8AC3E}">
        <p14:creationId xmlns:p14="http://schemas.microsoft.com/office/powerpoint/2010/main" val="3497790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20137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DIAGRAMAS</a:t>
            </a:r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TIPOS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748" y="1773238"/>
            <a:ext cx="11665296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dirty="0"/>
              <a:t>Os diagramas da UML são uma representação gráfica e padronizada de um conjunto de itens e relacionamentos.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263812E-1FB6-4869-9BAD-99C604B8CDA4}"/>
              </a:ext>
            </a:extLst>
          </p:cNvPr>
          <p:cNvSpPr txBox="1"/>
          <p:nvPr/>
        </p:nvSpPr>
        <p:spPr>
          <a:xfrm>
            <a:off x="263352" y="2818025"/>
            <a:ext cx="3600400" cy="3435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Casos de Uso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Classes</a:t>
            </a:r>
            <a:endParaRPr lang="pt-BR" b="1" dirty="0">
              <a:solidFill>
                <a:srgbClr val="24292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Sequência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Atividades</a:t>
            </a:r>
            <a:endParaRPr lang="pt-BR" b="1" dirty="0">
              <a:solidFill>
                <a:srgbClr val="24292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Estado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24292F"/>
                </a:solidFill>
                <a:effectLst/>
              </a:rPr>
              <a:t>Diagrama de Componentes</a:t>
            </a:r>
            <a:endParaRPr lang="pt-BR" b="1" dirty="0">
              <a:solidFill>
                <a:srgbClr val="24292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b="1" i="0" dirty="0">
                <a:solidFill>
                  <a:srgbClr val="FF0000"/>
                </a:solidFill>
                <a:effectLst/>
              </a:rPr>
              <a:t>Diagrama de Implantação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D7A1563-B754-C1F8-E380-4B3C9DE4A219}"/>
              </a:ext>
            </a:extLst>
          </p:cNvPr>
          <p:cNvSpPr/>
          <p:nvPr/>
        </p:nvSpPr>
        <p:spPr>
          <a:xfrm>
            <a:off x="4979017" y="3068960"/>
            <a:ext cx="6984776" cy="3384376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0FE3625-B8F1-8B73-98BF-DB32DF96272B}"/>
              </a:ext>
            </a:extLst>
          </p:cNvPr>
          <p:cNvSpPr txBox="1"/>
          <p:nvPr/>
        </p:nvSpPr>
        <p:spPr>
          <a:xfrm>
            <a:off x="5123033" y="3284984"/>
            <a:ext cx="6696744" cy="2465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dirty="0"/>
              <a:t>Representa a implantação física de componentes de um sistema em hardware ou software.</a:t>
            </a:r>
          </a:p>
          <a:p>
            <a:r>
              <a:rPr lang="pt-BR" dirty="0"/>
              <a:t>demonstra os nós de hardware, os componentes de software e as conexões entre eles, permitindo entender a arquitetura de implantação do sistema</a:t>
            </a:r>
          </a:p>
        </p:txBody>
      </p:sp>
    </p:spTree>
    <p:extLst>
      <p:ext uri="{BB962C8B-B14F-4D97-AF65-F5344CB8AC3E}">
        <p14:creationId xmlns:p14="http://schemas.microsoft.com/office/powerpoint/2010/main" val="27157323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</TotalTime>
  <Words>875</Words>
  <Application>Microsoft Office PowerPoint</Application>
  <PresentationFormat>Widescreen</PresentationFormat>
  <Paragraphs>135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Eduardo Lucas</dc:creator>
  <cp:lastModifiedBy>Eduardo Lucas</cp:lastModifiedBy>
  <cp:revision>56</cp:revision>
  <dcterms:created xsi:type="dcterms:W3CDTF">2022-08-10T14:27:29Z</dcterms:created>
  <dcterms:modified xsi:type="dcterms:W3CDTF">2023-04-20T13:25:11Z</dcterms:modified>
</cp:coreProperties>
</file>