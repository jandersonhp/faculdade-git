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4" r:id="rId2"/>
    <p:sldId id="279" r:id="rId3"/>
    <p:sldId id="280" r:id="rId4"/>
    <p:sldId id="281" r:id="rId5"/>
    <p:sldId id="282" r:id="rId6"/>
    <p:sldId id="285" r:id="rId7"/>
    <p:sldId id="287" r:id="rId8"/>
    <p:sldId id="288" r:id="rId9"/>
    <p:sldId id="283" r:id="rId10"/>
    <p:sldId id="284" r:id="rId11"/>
    <p:sldId id="286" r:id="rId12"/>
    <p:sldId id="289" r:id="rId13"/>
    <p:sldId id="290" r:id="rId14"/>
    <p:sldId id="291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7D793C-827B-4AD8-9A0A-0EBA4BAFCE83}" v="38" dt="2023-04-26T20:10:20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38" autoAdjust="0"/>
    <p:restoredTop sz="93957" autoAdjust="0"/>
  </p:normalViewPr>
  <p:slideViewPr>
    <p:cSldViewPr>
      <p:cViewPr varScale="1">
        <p:scale>
          <a:sx n="61" d="100"/>
          <a:sy n="61" d="100"/>
        </p:scale>
        <p:origin x="1146" y="66"/>
      </p:cViewPr>
      <p:guideLst>
        <p:guide orient="horz" pos="102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Lucas" userId="2c32288683b74354" providerId="LiveId" clId="{B835D068-D7E8-47EC-9C17-6189D1D676B4}"/>
    <pc:docChg chg="custSel addSld modSld">
      <pc:chgData name="Eduardo Lucas" userId="2c32288683b74354" providerId="LiveId" clId="{B835D068-D7E8-47EC-9C17-6189D1D676B4}" dt="2023-02-15T19:55:06.904" v="676" actId="20577"/>
      <pc:docMkLst>
        <pc:docMk/>
      </pc:docMkLst>
      <pc:sldChg chg="addSp delSp modSp mod">
        <pc:chgData name="Eduardo Lucas" userId="2c32288683b74354" providerId="LiveId" clId="{B835D068-D7E8-47EC-9C17-6189D1D676B4}" dt="2023-02-15T19:17:37.507" v="2"/>
        <pc:sldMkLst>
          <pc:docMk/>
          <pc:sldMk cId="2026832597" sldId="269"/>
        </pc:sldMkLst>
        <pc:spChg chg="del">
          <ac:chgData name="Eduardo Lucas" userId="2c32288683b74354" providerId="LiveId" clId="{B835D068-D7E8-47EC-9C17-6189D1D676B4}" dt="2023-02-15T19:17:28.820" v="0" actId="21"/>
          <ac:spMkLst>
            <pc:docMk/>
            <pc:sldMk cId="2026832597" sldId="269"/>
            <ac:spMk id="2" creationId="{3D06D28C-2981-E7B7-872F-5BA562F131B2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3" creationId="{ABC50711-90BC-BCA4-6787-47B33C2CE440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4" creationId="{FC140873-4178-B439-537A-C7375290CC48}"/>
          </ac:spMkLst>
        </pc:spChg>
        <pc:spChg chg="add mod">
          <ac:chgData name="Eduardo Lucas" userId="2c32288683b74354" providerId="LiveId" clId="{B835D068-D7E8-47EC-9C17-6189D1D676B4}" dt="2023-02-15T19:17:37.507" v="2"/>
          <ac:spMkLst>
            <pc:docMk/>
            <pc:sldMk cId="2026832597" sldId="269"/>
            <ac:spMk id="5" creationId="{2B39DB33-9C1D-DAC1-6F4E-B9A33DEF722B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6" creationId="{CDDB6E8F-ACF6-FEE6-0E41-05652C634028}"/>
          </ac:spMkLst>
        </pc:spChg>
        <pc:spChg chg="del">
          <ac:chgData name="Eduardo Lucas" userId="2c32288683b74354" providerId="LiveId" clId="{B835D068-D7E8-47EC-9C17-6189D1D676B4}" dt="2023-02-15T19:17:36.376" v="1" actId="478"/>
          <ac:spMkLst>
            <pc:docMk/>
            <pc:sldMk cId="2026832597" sldId="269"/>
            <ac:spMk id="7" creationId="{BE16D933-2961-C328-F60F-AB781CE48189}"/>
          </ac:spMkLst>
        </pc:spChg>
      </pc:sldChg>
      <pc:sldChg chg="addSp delSp modSp add mod">
        <pc:chgData name="Eduardo Lucas" userId="2c32288683b74354" providerId="LiveId" clId="{B835D068-D7E8-47EC-9C17-6189D1D676B4}" dt="2023-02-15T19:47:09.398" v="194" actId="20577"/>
        <pc:sldMkLst>
          <pc:docMk/>
          <pc:sldMk cId="3199378571" sldId="272"/>
        </pc:sldMkLst>
        <pc:spChg chg="mod">
          <ac:chgData name="Eduardo Lucas" userId="2c32288683b74354" providerId="LiveId" clId="{B835D068-D7E8-47EC-9C17-6189D1D676B4}" dt="2023-02-15T19:47:09.398" v="194" actId="20577"/>
          <ac:spMkLst>
            <pc:docMk/>
            <pc:sldMk cId="3199378571" sldId="272"/>
            <ac:spMk id="4" creationId="{0FEE5E21-AD6C-2D36-0AA2-323F12E8F3C3}"/>
          </ac:spMkLst>
        </pc:spChg>
        <pc:picChg chg="del">
          <ac:chgData name="Eduardo Lucas" userId="2c32288683b74354" providerId="LiveId" clId="{B835D068-D7E8-47EC-9C17-6189D1D676B4}" dt="2023-02-15T19:33:30.856" v="4" actId="478"/>
          <ac:picMkLst>
            <pc:docMk/>
            <pc:sldMk cId="3199378571" sldId="272"/>
            <ac:picMk id="3" creationId="{E1BFB370-781A-6194-DD09-C52C216B0AE1}"/>
          </ac:picMkLst>
        </pc:picChg>
        <pc:picChg chg="add mod">
          <ac:chgData name="Eduardo Lucas" userId="2c32288683b74354" providerId="LiveId" clId="{B835D068-D7E8-47EC-9C17-6189D1D676B4}" dt="2023-02-15T19:36:24.367" v="9" actId="1076"/>
          <ac:picMkLst>
            <pc:docMk/>
            <pc:sldMk cId="3199378571" sldId="272"/>
            <ac:picMk id="5" creationId="{07FFD113-07D3-57A6-CA56-46276528253A}"/>
          </ac:picMkLst>
        </pc:picChg>
      </pc:sldChg>
      <pc:sldChg chg="addSp delSp modSp add mod setBg">
        <pc:chgData name="Eduardo Lucas" userId="2c32288683b74354" providerId="LiveId" clId="{B835D068-D7E8-47EC-9C17-6189D1D676B4}" dt="2023-02-15T19:55:06.904" v="676" actId="20577"/>
        <pc:sldMkLst>
          <pc:docMk/>
          <pc:sldMk cId="3782100652" sldId="273"/>
        </pc:sldMkLst>
        <pc:spChg chg="add mod">
          <ac:chgData name="Eduardo Lucas" userId="2c32288683b74354" providerId="LiveId" clId="{B835D068-D7E8-47EC-9C17-6189D1D676B4}" dt="2023-02-15T19:54:42.992" v="648" actId="1076"/>
          <ac:spMkLst>
            <pc:docMk/>
            <pc:sldMk cId="3782100652" sldId="273"/>
            <ac:spMk id="2" creationId="{97020630-7E06-F616-43BE-C6AFD02CB3A6}"/>
          </ac:spMkLst>
        </pc:spChg>
        <pc:spChg chg="mod">
          <ac:chgData name="Eduardo Lucas" userId="2c32288683b74354" providerId="LiveId" clId="{B835D068-D7E8-47EC-9C17-6189D1D676B4}" dt="2023-02-15T19:55:06.904" v="676" actId="20577"/>
          <ac:spMkLst>
            <pc:docMk/>
            <pc:sldMk cId="3782100652" sldId="273"/>
            <ac:spMk id="4" creationId="{0FEE5E21-AD6C-2D36-0AA2-323F12E8F3C3}"/>
          </ac:spMkLst>
        </pc:spChg>
        <pc:spChg chg="mod">
          <ac:chgData name="Eduardo Lucas" userId="2c32288683b74354" providerId="LiveId" clId="{B835D068-D7E8-47EC-9C17-6189D1D676B4}" dt="2023-02-15T19:47:55.377" v="209" actId="20577"/>
          <ac:spMkLst>
            <pc:docMk/>
            <pc:sldMk cId="3782100652" sldId="273"/>
            <ac:spMk id="8" creationId="{72F65A63-5FD0-B217-3EF5-5A15F9917043}"/>
          </ac:spMkLst>
        </pc:spChg>
        <pc:picChg chg="del">
          <ac:chgData name="Eduardo Lucas" userId="2c32288683b74354" providerId="LiveId" clId="{B835D068-D7E8-47EC-9C17-6189D1D676B4}" dt="2023-02-15T19:48:18.170" v="229" actId="478"/>
          <ac:picMkLst>
            <pc:docMk/>
            <pc:sldMk cId="3782100652" sldId="273"/>
            <ac:picMk id="5" creationId="{07FFD113-07D3-57A6-CA56-46276528253A}"/>
          </ac:picMkLst>
        </pc:picChg>
        <pc:picChg chg="add mod">
          <ac:chgData name="Eduardo Lucas" userId="2c32288683b74354" providerId="LiveId" clId="{B835D068-D7E8-47EC-9C17-6189D1D676B4}" dt="2023-02-15T19:54:49.333" v="649" actId="1076"/>
          <ac:picMkLst>
            <pc:docMk/>
            <pc:sldMk cId="3782100652" sldId="273"/>
            <ac:picMk id="6" creationId="{51E48D5F-892D-162F-5AE0-BA127CF6C9CB}"/>
          </ac:picMkLst>
        </pc:picChg>
      </pc:sldChg>
    </pc:docChg>
  </pc:docChgLst>
  <pc:docChgLst>
    <pc:chgData name="Eduardo Lucas" userId="2c32288683b74354" providerId="LiveId" clId="{9C8ECB29-97C0-403F-8266-0F9E62B6E178}"/>
    <pc:docChg chg="undo redo custSel addSld delSld modSld sldOrd modMainMaster">
      <pc:chgData name="Eduardo Lucas" userId="2c32288683b74354" providerId="LiveId" clId="{9C8ECB29-97C0-403F-8266-0F9E62B6E178}" dt="2023-03-28T19:58:13.882" v="2368" actId="1076"/>
      <pc:docMkLst>
        <pc:docMk/>
      </pc:docMkLst>
      <pc:sldChg chg="modSp mod">
        <pc:chgData name="Eduardo Lucas" userId="2c32288683b74354" providerId="LiveId" clId="{9C8ECB29-97C0-403F-8266-0F9E62B6E178}" dt="2023-03-28T18:14:56.834" v="990" actId="255"/>
        <pc:sldMkLst>
          <pc:docMk/>
          <pc:sldMk cId="3611735909" sldId="264"/>
        </pc:sldMkLst>
        <pc:spChg chg="mod">
          <ac:chgData name="Eduardo Lucas" userId="2c32288683b74354" providerId="LiveId" clId="{9C8ECB29-97C0-403F-8266-0F9E62B6E178}" dt="2023-03-28T18:14:56.834" v="990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addSp delSp modSp mod">
        <pc:chgData name="Eduardo Lucas" userId="2c32288683b74354" providerId="LiveId" clId="{9C8ECB29-97C0-403F-8266-0F9E62B6E178}" dt="2023-03-28T18:47:57.940" v="1284" actId="478"/>
        <pc:sldMkLst>
          <pc:docMk/>
          <pc:sldMk cId="67721199" sldId="277"/>
        </pc:sldMkLst>
        <pc:spChg chg="mod">
          <ac:chgData name="Eduardo Lucas" userId="2c32288683b74354" providerId="LiveId" clId="{9C8ECB29-97C0-403F-8266-0F9E62B6E178}" dt="2023-03-28T18:18:16.420" v="1077" actId="20577"/>
          <ac:spMkLst>
            <pc:docMk/>
            <pc:sldMk cId="67721199" sldId="277"/>
            <ac:spMk id="2" creationId="{71CA36E5-C16C-B323-9708-48E4D6D10865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8:43:12.611" v="1109" actId="21"/>
          <ac:spMkLst>
            <pc:docMk/>
            <pc:sldMk cId="67721199" sldId="277"/>
            <ac:spMk id="4" creationId="{9CF5F437-D3CB-0B01-D41D-30EAAF90D04D}"/>
          </ac:spMkLst>
        </pc:spChg>
        <pc:spChg chg="add del mod">
          <ac:chgData name="Eduardo Lucas" userId="2c32288683b74354" providerId="LiveId" clId="{9C8ECB29-97C0-403F-8266-0F9E62B6E178}" dt="2023-03-28T18:47:57.940" v="1284" actId="478"/>
          <ac:spMkLst>
            <pc:docMk/>
            <pc:sldMk cId="67721199" sldId="277"/>
            <ac:spMk id="6" creationId="{3B42E5A0-2F34-C698-7F7D-A1C055A8A18E}"/>
          </ac:spMkLst>
        </pc:spChg>
        <pc:spChg chg="add del mod">
          <ac:chgData name="Eduardo Lucas" userId="2c32288683b74354" providerId="LiveId" clId="{9C8ECB29-97C0-403F-8266-0F9E62B6E178}" dt="2023-03-28T18:45:12.467" v="1230" actId="478"/>
          <ac:spMkLst>
            <pc:docMk/>
            <pc:sldMk cId="67721199" sldId="277"/>
            <ac:spMk id="7" creationId="{7EA768FF-5971-47A0-BA08-90786243A457}"/>
          </ac:spMkLst>
        </pc:spChg>
      </pc:sldChg>
      <pc:sldChg chg="addSp modSp add mod">
        <pc:chgData name="Eduardo Lucas" userId="2c32288683b74354" providerId="LiveId" clId="{9C8ECB29-97C0-403F-8266-0F9E62B6E178}" dt="2023-03-28T18:47:47.918" v="1283" actId="20577"/>
        <pc:sldMkLst>
          <pc:docMk/>
          <pc:sldMk cId="1316774732" sldId="278"/>
        </pc:sldMkLst>
        <pc:spChg chg="add mod">
          <ac:chgData name="Eduardo Lucas" userId="2c32288683b74354" providerId="LiveId" clId="{9C8ECB29-97C0-403F-8266-0F9E62B6E178}" dt="2023-03-28T18:47:26.555" v="1270" actId="20577"/>
          <ac:spMkLst>
            <pc:docMk/>
            <pc:sldMk cId="1316774732" sldId="278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47:47.918" v="1283" actId="20577"/>
          <ac:spMkLst>
            <pc:docMk/>
            <pc:sldMk cId="1316774732" sldId="278"/>
            <ac:spMk id="6" creationId="{3B42E5A0-2F34-C698-7F7D-A1C055A8A18E}"/>
          </ac:spMkLst>
        </pc:spChg>
      </pc:sldChg>
      <pc:sldChg chg="add del">
        <pc:chgData name="Eduardo Lucas" userId="2c32288683b74354" providerId="LiveId" clId="{9C8ECB29-97C0-403F-8266-0F9E62B6E178}" dt="2023-03-28T18:42:45.763" v="1108" actId="47"/>
        <pc:sldMkLst>
          <pc:docMk/>
          <pc:sldMk cId="2130564816" sldId="278"/>
        </pc:sldMkLst>
      </pc:sldChg>
      <pc:sldChg chg="modSp add mod">
        <pc:chgData name="Eduardo Lucas" userId="2c32288683b74354" providerId="LiveId" clId="{9C8ECB29-97C0-403F-8266-0F9E62B6E178}" dt="2023-03-28T18:50:32.068" v="1307" actId="108"/>
        <pc:sldMkLst>
          <pc:docMk/>
          <pc:sldMk cId="1451590909" sldId="279"/>
        </pc:sldMkLst>
        <pc:spChg chg="mod">
          <ac:chgData name="Eduardo Lucas" userId="2c32288683b74354" providerId="LiveId" clId="{9C8ECB29-97C0-403F-8266-0F9E62B6E178}" dt="2023-03-28T18:49:27.259" v="1297" actId="20577"/>
          <ac:spMkLst>
            <pc:docMk/>
            <pc:sldMk cId="1451590909" sldId="279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32.068" v="1307" actId="108"/>
          <ac:spMkLst>
            <pc:docMk/>
            <pc:sldMk cId="1451590909" sldId="279"/>
            <ac:spMk id="6" creationId="{3B42E5A0-2F34-C698-7F7D-A1C055A8A18E}"/>
          </ac:spMkLst>
        </pc:spChg>
      </pc:sldChg>
      <pc:sldChg chg="modSp add mod ord">
        <pc:chgData name="Eduardo Lucas" userId="2c32288683b74354" providerId="LiveId" clId="{9C8ECB29-97C0-403F-8266-0F9E62B6E178}" dt="2023-03-28T18:51:32.890" v="1331" actId="20577"/>
        <pc:sldMkLst>
          <pc:docMk/>
          <pc:sldMk cId="25520498" sldId="280"/>
        </pc:sldMkLst>
        <pc:spChg chg="mod">
          <ac:chgData name="Eduardo Lucas" userId="2c32288683b74354" providerId="LiveId" clId="{9C8ECB29-97C0-403F-8266-0F9E62B6E178}" dt="2023-03-28T18:51:32.890" v="1331" actId="20577"/>
          <ac:spMkLst>
            <pc:docMk/>
            <pc:sldMk cId="25520498" sldId="280"/>
            <ac:spMk id="5" creationId="{4FE630DB-945D-3F52-5ABE-D0DA615220B8}"/>
          </ac:spMkLst>
        </pc:spChg>
        <pc:spChg chg="mod">
          <ac:chgData name="Eduardo Lucas" userId="2c32288683b74354" providerId="LiveId" clId="{9C8ECB29-97C0-403F-8266-0F9E62B6E178}" dt="2023-03-28T18:50:07.868" v="1302" actId="20577"/>
          <ac:spMkLst>
            <pc:docMk/>
            <pc:sldMk cId="25520498" sldId="280"/>
            <ac:spMk id="6" creationId="{3B42E5A0-2F34-C698-7F7D-A1C055A8A18E}"/>
          </ac:spMkLst>
        </pc:spChg>
      </pc:sldChg>
      <pc:sldChg chg="addSp delSp modSp add del mod">
        <pc:chgData name="Eduardo Lucas" userId="2c32288683b74354" providerId="LiveId" clId="{9C8ECB29-97C0-403F-8266-0F9E62B6E178}" dt="2023-03-28T19:36:46.704" v="1863" actId="47"/>
        <pc:sldMkLst>
          <pc:docMk/>
          <pc:sldMk cId="4116918669" sldId="281"/>
        </pc:sldMkLst>
        <pc:spChg chg="mod">
          <ac:chgData name="Eduardo Lucas" userId="2c32288683b74354" providerId="LiveId" clId="{9C8ECB29-97C0-403F-8266-0F9E62B6E178}" dt="2023-03-28T19:32:24.502" v="1794" actId="20577"/>
          <ac:spMkLst>
            <pc:docMk/>
            <pc:sldMk cId="4116918669" sldId="281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8:52:41.021" v="1350" actId="478"/>
          <ac:spMkLst>
            <pc:docMk/>
            <pc:sldMk cId="4116918669" sldId="281"/>
            <ac:spMk id="3" creationId="{ED1FBE5C-4BA1-1585-65EF-32DDA95D9CF6}"/>
          </ac:spMkLst>
        </pc:spChg>
        <pc:spChg chg="mod">
          <ac:chgData name="Eduardo Lucas" userId="2c32288683b74354" providerId="LiveId" clId="{9C8ECB29-97C0-403F-8266-0F9E62B6E178}" dt="2023-03-28T19:36:00.853" v="1857" actId="255"/>
          <ac:spMkLst>
            <pc:docMk/>
            <pc:sldMk cId="4116918669" sldId="281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28T18:52:43.006" v="1351" actId="478"/>
          <ac:spMkLst>
            <pc:docMk/>
            <pc:sldMk cId="4116918669" sldId="281"/>
            <ac:spMk id="5" creationId="{4FE630DB-945D-3F52-5ABE-D0DA615220B8}"/>
          </ac:spMkLst>
        </pc:spChg>
        <pc:spChg chg="del">
          <ac:chgData name="Eduardo Lucas" userId="2c32288683b74354" providerId="LiveId" clId="{9C8ECB29-97C0-403F-8266-0F9E62B6E178}" dt="2023-03-28T18:52:40.207" v="1349" actId="478"/>
          <ac:spMkLst>
            <pc:docMk/>
            <pc:sldMk cId="4116918669" sldId="281"/>
            <ac:spMk id="6" creationId="{3B42E5A0-2F34-C698-7F7D-A1C055A8A18E}"/>
          </ac:spMkLst>
        </pc:spChg>
        <pc:spChg chg="del">
          <ac:chgData name="Eduardo Lucas" userId="2c32288683b74354" providerId="LiveId" clId="{9C8ECB29-97C0-403F-8266-0F9E62B6E178}" dt="2023-03-28T18:52:39.345" v="1348" actId="478"/>
          <ac:spMkLst>
            <pc:docMk/>
            <pc:sldMk cId="4116918669" sldId="281"/>
            <ac:spMk id="7" creationId="{7EA768FF-5971-47A0-BA08-90786243A457}"/>
          </ac:spMkLst>
        </pc:spChg>
        <pc:spChg chg="add del mod">
          <ac:chgData name="Eduardo Lucas" userId="2c32288683b74354" providerId="LiveId" clId="{9C8ECB29-97C0-403F-8266-0F9E62B6E178}" dt="2023-03-28T19:36:28.875" v="1860" actId="478"/>
          <ac:spMkLst>
            <pc:docMk/>
            <pc:sldMk cId="4116918669" sldId="281"/>
            <ac:spMk id="8" creationId="{1883C352-33D6-BFA4-D46B-4B0AE270AE5C}"/>
          </ac:spMkLst>
        </pc:spChg>
        <pc:spChg chg="add del mod">
          <ac:chgData name="Eduardo Lucas" userId="2c32288683b74354" providerId="LiveId" clId="{9C8ECB29-97C0-403F-8266-0F9E62B6E178}" dt="2023-03-28T19:36:28.120" v="1859" actId="478"/>
          <ac:spMkLst>
            <pc:docMk/>
            <pc:sldMk cId="4116918669" sldId="281"/>
            <ac:spMk id="9" creationId="{41941F91-D867-A305-A623-30161F86F48C}"/>
          </ac:spMkLst>
        </pc:spChg>
        <pc:spChg chg="add del mod">
          <ac:chgData name="Eduardo Lucas" userId="2c32288683b74354" providerId="LiveId" clId="{9C8ECB29-97C0-403F-8266-0F9E62B6E178}" dt="2023-03-28T19:36:31.596" v="1862" actId="478"/>
          <ac:spMkLst>
            <pc:docMk/>
            <pc:sldMk cId="4116918669" sldId="281"/>
            <ac:spMk id="10" creationId="{7A3CFAAA-5493-21B9-257F-EBE446E54559}"/>
          </ac:spMkLst>
        </pc:spChg>
        <pc:spChg chg="add del mod">
          <ac:chgData name="Eduardo Lucas" userId="2c32288683b74354" providerId="LiveId" clId="{9C8ECB29-97C0-403F-8266-0F9E62B6E178}" dt="2023-03-28T19:36:30.902" v="1861" actId="478"/>
          <ac:spMkLst>
            <pc:docMk/>
            <pc:sldMk cId="4116918669" sldId="281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6:47.699" v="1499" actId="6549"/>
        <pc:sldMkLst>
          <pc:docMk/>
          <pc:sldMk cId="460464943" sldId="282"/>
        </pc:sldMkLst>
        <pc:spChg chg="mod">
          <ac:chgData name="Eduardo Lucas" userId="2c32288683b74354" providerId="LiveId" clId="{9C8ECB29-97C0-403F-8266-0F9E62B6E178}" dt="2023-03-28T19:16:47.699" v="1499" actId="6549"/>
          <ac:spMkLst>
            <pc:docMk/>
            <pc:sldMk cId="460464943" sldId="28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6:32.450" v="1496" actId="20577"/>
          <ac:spMkLst>
            <pc:docMk/>
            <pc:sldMk cId="460464943" sldId="282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18:18.315" v="1528" actId="6549"/>
        <pc:sldMkLst>
          <pc:docMk/>
          <pc:sldMk cId="1218619394" sldId="283"/>
        </pc:sldMkLst>
        <pc:spChg chg="mod">
          <ac:chgData name="Eduardo Lucas" userId="2c32288683b74354" providerId="LiveId" clId="{9C8ECB29-97C0-403F-8266-0F9E62B6E178}" dt="2023-03-28T19:18:18.315" v="1528" actId="6549"/>
          <ac:spMkLst>
            <pc:docMk/>
            <pc:sldMk cId="1218619394" sldId="28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17:49.480" v="1523" actId="2711"/>
          <ac:spMkLst>
            <pc:docMk/>
            <pc:sldMk cId="1218619394" sldId="283"/>
            <ac:spMk id="10" creationId="{7A3CFAAA-5493-21B9-257F-EBE446E54559}"/>
          </ac:spMkLst>
        </pc:spChg>
        <pc:spChg chg="mod">
          <ac:chgData name="Eduardo Lucas" userId="2c32288683b74354" providerId="LiveId" clId="{9C8ECB29-97C0-403F-8266-0F9E62B6E178}" dt="2023-03-28T19:17:58.628" v="1525" actId="255"/>
          <ac:spMkLst>
            <pc:docMk/>
            <pc:sldMk cId="1218619394" sldId="28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1:10.338" v="1567" actId="6549"/>
        <pc:sldMkLst>
          <pc:docMk/>
          <pc:sldMk cId="4286895945" sldId="284"/>
        </pc:sldMkLst>
        <pc:spChg chg="mod">
          <ac:chgData name="Eduardo Lucas" userId="2c32288683b74354" providerId="LiveId" clId="{9C8ECB29-97C0-403F-8266-0F9E62B6E178}" dt="2023-03-28T19:19:08.913" v="1531" actId="20577"/>
          <ac:spMkLst>
            <pc:docMk/>
            <pc:sldMk cId="4286895945" sldId="284"/>
            <ac:spMk id="8" creationId="{1883C352-33D6-BFA4-D46B-4B0AE270AE5C}"/>
          </ac:spMkLst>
        </pc:spChg>
        <pc:spChg chg="mod">
          <ac:chgData name="Eduardo Lucas" userId="2c32288683b74354" providerId="LiveId" clId="{9C8ECB29-97C0-403F-8266-0F9E62B6E178}" dt="2023-03-28T19:21:10.338" v="1567" actId="6549"/>
          <ac:spMkLst>
            <pc:docMk/>
            <pc:sldMk cId="4286895945" sldId="28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0:19.291" v="1564" actId="113"/>
          <ac:spMkLst>
            <pc:docMk/>
            <pc:sldMk cId="4286895945" sldId="284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3:11.123" v="1623" actId="6549"/>
        <pc:sldMkLst>
          <pc:docMk/>
          <pc:sldMk cId="1515290486" sldId="285"/>
        </pc:sldMkLst>
        <pc:spChg chg="mod">
          <ac:chgData name="Eduardo Lucas" userId="2c32288683b74354" providerId="LiveId" clId="{9C8ECB29-97C0-403F-8266-0F9E62B6E178}" dt="2023-03-28T19:23:11.123" v="1623" actId="6549"/>
          <ac:spMkLst>
            <pc:docMk/>
            <pc:sldMk cId="1515290486" sldId="28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2:43.948" v="1620" actId="113"/>
          <ac:spMkLst>
            <pc:docMk/>
            <pc:sldMk cId="1515290486" sldId="285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5:32.260" v="1668" actId="20577"/>
        <pc:sldMkLst>
          <pc:docMk/>
          <pc:sldMk cId="92999037" sldId="286"/>
        </pc:sldMkLst>
        <pc:spChg chg="mod">
          <ac:chgData name="Eduardo Lucas" userId="2c32288683b74354" providerId="LiveId" clId="{9C8ECB29-97C0-403F-8266-0F9E62B6E178}" dt="2023-03-28T19:24:38.754" v="1662" actId="6549"/>
          <ac:spMkLst>
            <pc:docMk/>
            <pc:sldMk cId="92999037" sldId="286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5:32.260" v="1668" actId="20577"/>
          <ac:spMkLst>
            <pc:docMk/>
            <pc:sldMk cId="92999037" sldId="286"/>
            <ac:spMk id="11" creationId="{3D9DA35C-8872-A705-51C6-21E0C0FD8BB4}"/>
          </ac:spMkLst>
        </pc:spChg>
      </pc:sldChg>
      <pc:sldChg chg="addSp delSp modSp add mod">
        <pc:chgData name="Eduardo Lucas" userId="2c32288683b74354" providerId="LiveId" clId="{9C8ECB29-97C0-403F-8266-0F9E62B6E178}" dt="2023-03-28T19:26:56.318" v="1700" actId="6549"/>
        <pc:sldMkLst>
          <pc:docMk/>
          <pc:sldMk cId="2563533058" sldId="287"/>
        </pc:sldMkLst>
        <pc:spChg chg="add del mod">
          <ac:chgData name="Eduardo Lucas" userId="2c32288683b74354" providerId="LiveId" clId="{9C8ECB29-97C0-403F-8266-0F9E62B6E178}" dt="2023-03-28T19:26:56.318" v="1700" actId="6549"/>
          <ac:spMkLst>
            <pc:docMk/>
            <pc:sldMk cId="2563533058" sldId="287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6:18.911" v="1693" actId="113"/>
          <ac:spMkLst>
            <pc:docMk/>
            <pc:sldMk cId="2563533058" sldId="287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8:22.292" v="1739" actId="20577"/>
        <pc:sldMkLst>
          <pc:docMk/>
          <pc:sldMk cId="802307199" sldId="288"/>
        </pc:sldMkLst>
        <pc:spChg chg="mod">
          <ac:chgData name="Eduardo Lucas" userId="2c32288683b74354" providerId="LiveId" clId="{9C8ECB29-97C0-403F-8266-0F9E62B6E178}" dt="2023-03-28T19:28:22.292" v="1739" actId="20577"/>
          <ac:spMkLst>
            <pc:docMk/>
            <pc:sldMk cId="802307199" sldId="288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8:08.951" v="1735" actId="113"/>
          <ac:spMkLst>
            <pc:docMk/>
            <pc:sldMk cId="802307199" sldId="288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29:38.820" v="1784" actId="207"/>
        <pc:sldMkLst>
          <pc:docMk/>
          <pc:sldMk cId="1390208546" sldId="289"/>
        </pc:sldMkLst>
        <pc:spChg chg="mod">
          <ac:chgData name="Eduardo Lucas" userId="2c32288683b74354" providerId="LiveId" clId="{9C8ECB29-97C0-403F-8266-0F9E62B6E178}" dt="2023-03-28T19:29:38.820" v="1784" actId="207"/>
          <ac:spMkLst>
            <pc:docMk/>
            <pc:sldMk cId="1390208546" sldId="289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29:34.381" v="1783" actId="255"/>
          <ac:spMkLst>
            <pc:docMk/>
            <pc:sldMk cId="1390208546" sldId="289"/>
            <ac:spMk id="11" creationId="{3D9DA35C-8872-A705-51C6-21E0C0FD8BB4}"/>
          </ac:spMkLst>
        </pc:spChg>
      </pc:sldChg>
      <pc:sldChg chg="add">
        <pc:chgData name="Eduardo Lucas" userId="2c32288683b74354" providerId="LiveId" clId="{9C8ECB29-97C0-403F-8266-0F9E62B6E178}" dt="2023-03-28T19:32:18.516" v="1785" actId="2890"/>
        <pc:sldMkLst>
          <pc:docMk/>
          <pc:sldMk cId="2517394480" sldId="290"/>
        </pc:sldMkLst>
      </pc:sldChg>
      <pc:sldChg chg="modSp add mod">
        <pc:chgData name="Eduardo Lucas" userId="2c32288683b74354" providerId="LiveId" clId="{9C8ECB29-97C0-403F-8266-0F9E62B6E178}" dt="2023-03-28T19:39:24.266" v="1931" actId="6549"/>
        <pc:sldMkLst>
          <pc:docMk/>
          <pc:sldMk cId="2202899175" sldId="291"/>
        </pc:sldMkLst>
        <pc:spChg chg="mod">
          <ac:chgData name="Eduardo Lucas" userId="2c32288683b74354" providerId="LiveId" clId="{9C8ECB29-97C0-403F-8266-0F9E62B6E178}" dt="2023-03-28T19:37:23.645" v="1898" actId="1076"/>
          <ac:spMkLst>
            <pc:docMk/>
            <pc:sldMk cId="2202899175" sldId="291"/>
            <ac:spMk id="4" creationId="{9CF5F437-D3CB-0B01-D41D-30EAAF90D04D}"/>
          </ac:spMkLst>
        </pc:spChg>
        <pc:spChg chg="mod">
          <ac:chgData name="Eduardo Lucas" userId="2c32288683b74354" providerId="LiveId" clId="{9C8ECB29-97C0-403F-8266-0F9E62B6E178}" dt="2023-03-28T19:39:24.266" v="1931" actId="6549"/>
          <ac:spMkLst>
            <pc:docMk/>
            <pc:sldMk cId="2202899175" sldId="291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39:12.369" v="1928" actId="6549"/>
          <ac:spMkLst>
            <pc:docMk/>
            <pc:sldMk cId="2202899175" sldId="291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3.599" v="991" actId="47"/>
        <pc:sldMkLst>
          <pc:docMk/>
          <pc:sldMk cId="2837403444" sldId="291"/>
        </pc:sldMkLst>
        <pc:spChg chg="mod">
          <ac:chgData name="Eduardo Lucas" userId="2c32288683b74354" providerId="LiveId" clId="{9C8ECB29-97C0-403F-8266-0F9E62B6E178}" dt="2023-03-16T19:32:49.793" v="153" actId="207"/>
          <ac:spMkLst>
            <pc:docMk/>
            <pc:sldMk cId="2837403444" sldId="291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22.979" v="0" actId="6549"/>
          <ac:spMkLst>
            <pc:docMk/>
            <pc:sldMk cId="2837403444" sldId="291"/>
            <ac:spMk id="6" creationId="{F6DD6CB4-AA61-F2BB-A745-69A4DC455558}"/>
          </ac:spMkLst>
        </pc:spChg>
      </pc:sldChg>
      <pc:sldChg chg="modSp del mod">
        <pc:chgData name="Eduardo Lucas" userId="2c32288683b74354" providerId="LiveId" clId="{9C8ECB29-97C0-403F-8266-0F9E62B6E178}" dt="2023-03-28T18:15:05.092" v="992" actId="47"/>
        <pc:sldMkLst>
          <pc:docMk/>
          <pc:sldMk cId="625945542" sldId="292"/>
        </pc:sldMkLst>
        <pc:spChg chg="mod">
          <ac:chgData name="Eduardo Lucas" userId="2c32288683b74354" providerId="LiveId" clId="{9C8ECB29-97C0-403F-8266-0F9E62B6E178}" dt="2023-03-16T19:32:57.625" v="154" actId="207"/>
          <ac:spMkLst>
            <pc:docMk/>
            <pc:sldMk cId="625945542" sldId="292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0.155" v="1" actId="6549"/>
          <ac:spMkLst>
            <pc:docMk/>
            <pc:sldMk cId="625945542" sldId="292"/>
            <ac:spMk id="6" creationId="{08188670-3AE5-3EC5-791D-DDDF0639380A}"/>
          </ac:spMkLst>
        </pc:spChg>
      </pc:sldChg>
      <pc:sldChg chg="modSp add mod">
        <pc:chgData name="Eduardo Lucas" userId="2c32288683b74354" providerId="LiveId" clId="{9C8ECB29-97C0-403F-8266-0F9E62B6E178}" dt="2023-03-28T19:41:28.919" v="1984" actId="20577"/>
        <pc:sldMkLst>
          <pc:docMk/>
          <pc:sldMk cId="2815285750" sldId="292"/>
        </pc:sldMkLst>
        <pc:spChg chg="mod">
          <ac:chgData name="Eduardo Lucas" userId="2c32288683b74354" providerId="LiveId" clId="{9C8ECB29-97C0-403F-8266-0F9E62B6E178}" dt="2023-03-28T19:41:28.919" v="1984" actId="20577"/>
          <ac:spMkLst>
            <pc:docMk/>
            <pc:sldMk cId="2815285750" sldId="292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1:08.042" v="1946" actId="113"/>
          <ac:spMkLst>
            <pc:docMk/>
            <pc:sldMk cId="2815285750" sldId="292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374" v="993" actId="47"/>
        <pc:sldMkLst>
          <pc:docMk/>
          <pc:sldMk cId="2229417533" sldId="293"/>
        </pc:sldMkLst>
        <pc:spChg chg="mod">
          <ac:chgData name="Eduardo Lucas" userId="2c32288683b74354" providerId="LiveId" clId="{9C8ECB29-97C0-403F-8266-0F9E62B6E178}" dt="2023-03-16T19:33:03.373" v="155" actId="207"/>
          <ac:spMkLst>
            <pc:docMk/>
            <pc:sldMk cId="2229417533" sldId="293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35.507" v="2" actId="6549"/>
          <ac:spMkLst>
            <pc:docMk/>
            <pc:sldMk cId="2229417533" sldId="293"/>
            <ac:spMk id="6" creationId="{D077AA95-DAD1-1B58-91F3-EA33857071A8}"/>
          </ac:spMkLst>
        </pc:spChg>
      </pc:sldChg>
      <pc:sldChg chg="modSp add mod">
        <pc:chgData name="Eduardo Lucas" userId="2c32288683b74354" providerId="LiveId" clId="{9C8ECB29-97C0-403F-8266-0F9E62B6E178}" dt="2023-03-28T19:43:05.232" v="2006" actId="6549"/>
        <pc:sldMkLst>
          <pc:docMk/>
          <pc:sldMk cId="2766655319" sldId="293"/>
        </pc:sldMkLst>
        <pc:spChg chg="mod">
          <ac:chgData name="Eduardo Lucas" userId="2c32288683b74354" providerId="LiveId" clId="{9C8ECB29-97C0-403F-8266-0F9E62B6E178}" dt="2023-03-28T19:43:05.232" v="2006" actId="6549"/>
          <ac:spMkLst>
            <pc:docMk/>
            <pc:sldMk cId="2766655319" sldId="293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2:45.901" v="2003" actId="255"/>
          <ac:spMkLst>
            <pc:docMk/>
            <pc:sldMk cId="2766655319" sldId="293"/>
            <ac:spMk id="11" creationId="{3D9DA35C-8872-A705-51C6-21E0C0FD8BB4}"/>
          </ac:spMkLst>
        </pc:spChg>
      </pc:sldChg>
      <pc:sldChg chg="modSp add mod">
        <pc:chgData name="Eduardo Lucas" userId="2c32288683b74354" providerId="LiveId" clId="{9C8ECB29-97C0-403F-8266-0F9E62B6E178}" dt="2023-03-28T19:44:52.997" v="2033" actId="207"/>
        <pc:sldMkLst>
          <pc:docMk/>
          <pc:sldMk cId="1084925176" sldId="294"/>
        </pc:sldMkLst>
        <pc:spChg chg="mod">
          <ac:chgData name="Eduardo Lucas" userId="2c32288683b74354" providerId="LiveId" clId="{9C8ECB29-97C0-403F-8266-0F9E62B6E178}" dt="2023-03-28T19:44:52.997" v="2033" actId="207"/>
          <ac:spMkLst>
            <pc:docMk/>
            <pc:sldMk cId="1084925176" sldId="294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4:35.086" v="2031" actId="20577"/>
          <ac:spMkLst>
            <pc:docMk/>
            <pc:sldMk cId="1084925176" sldId="294"/>
            <ac:spMk id="11" creationId="{3D9DA35C-8872-A705-51C6-21E0C0FD8BB4}"/>
          </ac:spMkLst>
        </pc:spChg>
      </pc:sldChg>
      <pc:sldChg chg="addSp delSp modSp del mod">
        <pc:chgData name="Eduardo Lucas" userId="2c32288683b74354" providerId="LiveId" clId="{9C8ECB29-97C0-403F-8266-0F9E62B6E178}" dt="2023-03-28T18:15:05.590" v="994" actId="47"/>
        <pc:sldMkLst>
          <pc:docMk/>
          <pc:sldMk cId="3810949471" sldId="294"/>
        </pc:sldMkLst>
        <pc:spChg chg="mod">
          <ac:chgData name="Eduardo Lucas" userId="2c32288683b74354" providerId="LiveId" clId="{9C8ECB29-97C0-403F-8266-0F9E62B6E178}" dt="2023-03-16T19:33:08.041" v="156" actId="207"/>
          <ac:spMkLst>
            <pc:docMk/>
            <pc:sldMk cId="3810949471" sldId="294"/>
            <ac:spMk id="3" creationId="{416F2013-1BAE-CD9A-65A9-74F2606DDCE6}"/>
          </ac:spMkLst>
        </pc:spChg>
        <pc:spChg chg="add del mod">
          <ac:chgData name="Eduardo Lucas" userId="2c32288683b74354" providerId="LiveId" clId="{9C8ECB29-97C0-403F-8266-0F9E62B6E178}" dt="2023-03-16T19:20:44.625" v="5" actId="6549"/>
          <ac:spMkLst>
            <pc:docMk/>
            <pc:sldMk cId="3810949471" sldId="294"/>
            <ac:spMk id="6" creationId="{06D65B0E-72B1-C58C-8975-AFADF780A777}"/>
          </ac:spMkLst>
        </pc:spChg>
      </pc:sldChg>
      <pc:sldChg chg="modSp del mod">
        <pc:chgData name="Eduardo Lucas" userId="2c32288683b74354" providerId="LiveId" clId="{9C8ECB29-97C0-403F-8266-0F9E62B6E178}" dt="2023-03-28T18:15:05.768" v="995" actId="47"/>
        <pc:sldMkLst>
          <pc:docMk/>
          <pc:sldMk cId="789733603" sldId="295"/>
        </pc:sldMkLst>
        <pc:spChg chg="mod">
          <ac:chgData name="Eduardo Lucas" userId="2c32288683b74354" providerId="LiveId" clId="{9C8ECB29-97C0-403F-8266-0F9E62B6E178}" dt="2023-03-16T19:33:13.333" v="157" actId="207"/>
          <ac:spMkLst>
            <pc:docMk/>
            <pc:sldMk cId="789733603" sldId="295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20:50.773" v="13" actId="20577"/>
          <ac:spMkLst>
            <pc:docMk/>
            <pc:sldMk cId="789733603" sldId="295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9C8ECB29-97C0-403F-8266-0F9E62B6E178}" dt="2023-03-28T19:49:25.967" v="2217" actId="20577"/>
        <pc:sldMkLst>
          <pc:docMk/>
          <pc:sldMk cId="3127333677" sldId="295"/>
        </pc:sldMkLst>
        <pc:spChg chg="mod">
          <ac:chgData name="Eduardo Lucas" userId="2c32288683b74354" providerId="LiveId" clId="{9C8ECB29-97C0-403F-8266-0F9E62B6E178}" dt="2023-03-28T19:45:52.240" v="2034" actId="207"/>
          <ac:spMkLst>
            <pc:docMk/>
            <pc:sldMk cId="3127333677" sldId="295"/>
            <ac:spMk id="9" creationId="{41941F91-D867-A305-A623-30161F86F48C}"/>
          </ac:spMkLst>
        </pc:spChg>
        <pc:spChg chg="mod">
          <ac:chgData name="Eduardo Lucas" userId="2c32288683b74354" providerId="LiveId" clId="{9C8ECB29-97C0-403F-8266-0F9E62B6E178}" dt="2023-03-28T19:49:25.967" v="2217" actId="20577"/>
          <ac:spMkLst>
            <pc:docMk/>
            <pc:sldMk cId="3127333677" sldId="295"/>
            <ac:spMk id="11" creationId="{3D9DA35C-8872-A705-51C6-21E0C0FD8BB4}"/>
          </ac:spMkLst>
        </pc:spChg>
      </pc:sldChg>
      <pc:sldChg chg="modSp del mod">
        <pc:chgData name="Eduardo Lucas" userId="2c32288683b74354" providerId="LiveId" clId="{9C8ECB29-97C0-403F-8266-0F9E62B6E178}" dt="2023-03-28T18:15:05.869" v="996" actId="47"/>
        <pc:sldMkLst>
          <pc:docMk/>
          <pc:sldMk cId="195980359" sldId="296"/>
        </pc:sldMkLst>
        <pc:spChg chg="mod">
          <ac:chgData name="Eduardo Lucas" userId="2c32288683b74354" providerId="LiveId" clId="{9C8ECB29-97C0-403F-8266-0F9E62B6E178}" dt="2023-03-16T19:33:17.785" v="158" actId="207"/>
          <ac:spMkLst>
            <pc:docMk/>
            <pc:sldMk cId="195980359" sldId="296"/>
            <ac:spMk id="3" creationId="{416F2013-1BAE-CD9A-65A9-74F2606DDCE6}"/>
          </ac:spMkLst>
        </pc:spChg>
      </pc:sldChg>
      <pc:sldChg chg="addSp delSp modSp add mod">
        <pc:chgData name="Eduardo Lucas" userId="2c32288683b74354" providerId="LiveId" clId="{9C8ECB29-97C0-403F-8266-0F9E62B6E178}" dt="2023-03-28T19:57:26.111" v="2348" actId="1076"/>
        <pc:sldMkLst>
          <pc:docMk/>
          <pc:sldMk cId="2550689628" sldId="296"/>
        </pc:sldMkLst>
        <pc:spChg chg="mod">
          <ac:chgData name="Eduardo Lucas" userId="2c32288683b74354" providerId="LiveId" clId="{9C8ECB29-97C0-403F-8266-0F9E62B6E178}" dt="2023-03-28T19:53:32.085" v="2318" actId="12"/>
          <ac:spMkLst>
            <pc:docMk/>
            <pc:sldMk cId="2550689628" sldId="296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4" creationId="{9CF5F437-D3CB-0B01-D41D-30EAAF90D04D}"/>
          </ac:spMkLst>
        </pc:spChg>
        <pc:spChg chg="add mod">
          <ac:chgData name="Eduardo Lucas" userId="2c32288683b74354" providerId="LiveId" clId="{9C8ECB29-97C0-403F-8266-0F9E62B6E178}" dt="2023-03-28T19:55:11.717" v="2327" actId="164"/>
          <ac:spMkLst>
            <pc:docMk/>
            <pc:sldMk cId="2550689628" sldId="296"/>
            <ac:spMk id="6" creationId="{5884BDDA-B856-DA42-6AF7-08D693DEA826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8" creationId="{1883C352-33D6-BFA4-D46B-4B0AE270AE5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9" creationId="{41941F91-D867-A305-A623-30161F86F48C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0" creationId="{7A3CFAAA-5493-21B9-257F-EBE446E54559}"/>
          </ac:spMkLst>
        </pc:spChg>
        <pc:spChg chg="del">
          <ac:chgData name="Eduardo Lucas" userId="2c32288683b74354" providerId="LiveId" clId="{9C8ECB29-97C0-403F-8266-0F9E62B6E178}" dt="2023-03-28T19:51:09.445" v="2219" actId="478"/>
          <ac:spMkLst>
            <pc:docMk/>
            <pc:sldMk cId="2550689628" sldId="296"/>
            <ac:spMk id="11" creationId="{3D9DA35C-8872-A705-51C6-21E0C0FD8BB4}"/>
          </ac:spMkLst>
        </pc:spChg>
        <pc:grpChg chg="add del mod">
          <ac:chgData name="Eduardo Lucas" userId="2c32288683b74354" providerId="LiveId" clId="{9C8ECB29-97C0-403F-8266-0F9E62B6E178}" dt="2023-03-28T19:55:21.216" v="2331" actId="478"/>
          <ac:grpSpMkLst>
            <pc:docMk/>
            <pc:sldMk cId="2550689628" sldId="296"/>
            <ac:grpSpMk id="7" creationId="{5B8B730E-4B03-C473-B821-3D10293BD737}"/>
          </ac:grpSpMkLst>
        </pc:grpChg>
        <pc:picChg chg="add mod">
          <ac:chgData name="Eduardo Lucas" userId="2c32288683b74354" providerId="LiveId" clId="{9C8ECB29-97C0-403F-8266-0F9E62B6E178}" dt="2023-03-28T19:55:11.717" v="2327" actId="164"/>
          <ac:picMkLst>
            <pc:docMk/>
            <pc:sldMk cId="2550689628" sldId="296"/>
            <ac:picMk id="5" creationId="{D3DAD1E7-8B1D-F9FB-5A4C-6CBC2BD32335}"/>
          </ac:picMkLst>
        </pc:picChg>
        <pc:picChg chg="add mod">
          <ac:chgData name="Eduardo Lucas" userId="2c32288683b74354" providerId="LiveId" clId="{9C8ECB29-97C0-403F-8266-0F9E62B6E178}" dt="2023-03-28T19:56:23.507" v="2334" actId="1076"/>
          <ac:picMkLst>
            <pc:docMk/>
            <pc:sldMk cId="2550689628" sldId="296"/>
            <ac:picMk id="13" creationId="{5AE81841-30C1-75F0-8A2C-612BEE3DFF19}"/>
          </ac:picMkLst>
        </pc:picChg>
        <pc:picChg chg="add mod">
          <ac:chgData name="Eduardo Lucas" userId="2c32288683b74354" providerId="LiveId" clId="{9C8ECB29-97C0-403F-8266-0F9E62B6E178}" dt="2023-03-28T19:56:40.193" v="2339" actId="1076"/>
          <ac:picMkLst>
            <pc:docMk/>
            <pc:sldMk cId="2550689628" sldId="296"/>
            <ac:picMk id="15" creationId="{08CEFC83-2B5C-A577-57F6-A132418BD1C3}"/>
          </ac:picMkLst>
        </pc:picChg>
        <pc:picChg chg="add mod">
          <ac:chgData name="Eduardo Lucas" userId="2c32288683b74354" providerId="LiveId" clId="{9C8ECB29-97C0-403F-8266-0F9E62B6E178}" dt="2023-03-28T19:56:54.816" v="2342" actId="1076"/>
          <ac:picMkLst>
            <pc:docMk/>
            <pc:sldMk cId="2550689628" sldId="296"/>
            <ac:picMk id="17" creationId="{B2070D8D-7F88-88AB-903C-2D73E7C514BE}"/>
          </ac:picMkLst>
        </pc:picChg>
        <pc:picChg chg="add mod">
          <ac:chgData name="Eduardo Lucas" userId="2c32288683b74354" providerId="LiveId" clId="{9C8ECB29-97C0-403F-8266-0F9E62B6E178}" dt="2023-03-28T19:57:08.724" v="2345" actId="1076"/>
          <ac:picMkLst>
            <pc:docMk/>
            <pc:sldMk cId="2550689628" sldId="296"/>
            <ac:picMk id="19" creationId="{0DA9ABD0-147F-7FE0-E64F-21B5CD72D547}"/>
          </ac:picMkLst>
        </pc:picChg>
        <pc:picChg chg="add mod">
          <ac:chgData name="Eduardo Lucas" userId="2c32288683b74354" providerId="LiveId" clId="{9C8ECB29-97C0-403F-8266-0F9E62B6E178}" dt="2023-03-28T19:57:26.111" v="2348" actId="1076"/>
          <ac:picMkLst>
            <pc:docMk/>
            <pc:sldMk cId="2550689628" sldId="296"/>
            <ac:picMk id="21" creationId="{9AF15412-0509-8E3A-C88E-1BCDA91AB0D8}"/>
          </ac:picMkLst>
        </pc:picChg>
      </pc:sldChg>
      <pc:sldChg chg="addSp delSp modSp add mod">
        <pc:chgData name="Eduardo Lucas" userId="2c32288683b74354" providerId="LiveId" clId="{9C8ECB29-97C0-403F-8266-0F9E62B6E178}" dt="2023-03-28T19:58:13.882" v="2368" actId="1076"/>
        <pc:sldMkLst>
          <pc:docMk/>
          <pc:sldMk cId="1778458384" sldId="297"/>
        </pc:sldMkLst>
        <pc:spChg chg="mod">
          <ac:chgData name="Eduardo Lucas" userId="2c32288683b74354" providerId="LiveId" clId="{9C8ECB29-97C0-403F-8266-0F9E62B6E178}" dt="2023-03-28T19:57:49.851" v="2363" actId="20577"/>
          <ac:spMkLst>
            <pc:docMk/>
            <pc:sldMk cId="1778458384" sldId="297"/>
            <ac:spMk id="2" creationId="{71CA36E5-C16C-B323-9708-48E4D6D10865}"/>
          </ac:spMkLst>
        </pc:spChg>
        <pc:picChg chg="add mod">
          <ac:chgData name="Eduardo Lucas" userId="2c32288683b74354" providerId="LiveId" clId="{9C8ECB29-97C0-403F-8266-0F9E62B6E178}" dt="2023-03-28T19:58:13.882" v="2368" actId="1076"/>
          <ac:picMkLst>
            <pc:docMk/>
            <pc:sldMk cId="1778458384" sldId="297"/>
            <ac:picMk id="4" creationId="{76F989DF-DDDF-FC47-6C92-3BECC71D3196}"/>
          </ac:picMkLst>
        </pc:picChg>
        <pc:picChg chg="del">
          <ac:chgData name="Eduardo Lucas" userId="2c32288683b74354" providerId="LiveId" clId="{9C8ECB29-97C0-403F-8266-0F9E62B6E178}" dt="2023-03-28T19:57:45.022" v="2358" actId="478"/>
          <ac:picMkLst>
            <pc:docMk/>
            <pc:sldMk cId="1778458384" sldId="297"/>
            <ac:picMk id="13" creationId="{5AE81841-30C1-75F0-8A2C-612BEE3DFF19}"/>
          </ac:picMkLst>
        </pc:picChg>
        <pc:picChg chg="del">
          <ac:chgData name="Eduardo Lucas" userId="2c32288683b74354" providerId="LiveId" clId="{9C8ECB29-97C0-403F-8266-0F9E62B6E178}" dt="2023-03-28T19:57:47.722" v="2362" actId="478"/>
          <ac:picMkLst>
            <pc:docMk/>
            <pc:sldMk cId="1778458384" sldId="297"/>
            <ac:picMk id="15" creationId="{08CEFC83-2B5C-A577-57F6-A132418BD1C3}"/>
          </ac:picMkLst>
        </pc:picChg>
        <pc:picChg chg="del">
          <ac:chgData name="Eduardo Lucas" userId="2c32288683b74354" providerId="LiveId" clId="{9C8ECB29-97C0-403F-8266-0F9E62B6E178}" dt="2023-03-28T19:57:45.745" v="2359" actId="478"/>
          <ac:picMkLst>
            <pc:docMk/>
            <pc:sldMk cId="1778458384" sldId="297"/>
            <ac:picMk id="17" creationId="{B2070D8D-7F88-88AB-903C-2D73E7C514BE}"/>
          </ac:picMkLst>
        </pc:picChg>
        <pc:picChg chg="del">
          <ac:chgData name="Eduardo Lucas" userId="2c32288683b74354" providerId="LiveId" clId="{9C8ECB29-97C0-403F-8266-0F9E62B6E178}" dt="2023-03-28T19:57:47.106" v="2361" actId="478"/>
          <ac:picMkLst>
            <pc:docMk/>
            <pc:sldMk cId="1778458384" sldId="297"/>
            <ac:picMk id="19" creationId="{0DA9ABD0-147F-7FE0-E64F-21B5CD72D547}"/>
          </ac:picMkLst>
        </pc:picChg>
        <pc:picChg chg="del">
          <ac:chgData name="Eduardo Lucas" userId="2c32288683b74354" providerId="LiveId" clId="{9C8ECB29-97C0-403F-8266-0F9E62B6E178}" dt="2023-03-28T19:57:46.326" v="2360" actId="478"/>
          <ac:picMkLst>
            <pc:docMk/>
            <pc:sldMk cId="1778458384" sldId="297"/>
            <ac:picMk id="21" creationId="{9AF15412-0509-8E3A-C88E-1BCDA91AB0D8}"/>
          </ac:picMkLst>
        </pc:picChg>
      </pc:sldChg>
      <pc:sldChg chg="modSp add del mod">
        <pc:chgData name="Eduardo Lucas" userId="2c32288683b74354" providerId="LiveId" clId="{9C8ECB29-97C0-403F-8266-0F9E62B6E178}" dt="2023-03-28T18:15:06.045" v="997" actId="47"/>
        <pc:sldMkLst>
          <pc:docMk/>
          <pc:sldMk cId="3011106593" sldId="297"/>
        </pc:sldMkLst>
        <pc:spChg chg="mod">
          <ac:chgData name="Eduardo Lucas" userId="2c32288683b74354" providerId="LiveId" clId="{9C8ECB29-97C0-403F-8266-0F9E62B6E178}" dt="2023-03-16T19:33:21.936" v="159" actId="207"/>
          <ac:spMkLst>
            <pc:docMk/>
            <pc:sldMk cId="3011106593" sldId="297"/>
            <ac:spMk id="3" creationId="{416F2013-1BAE-CD9A-65A9-74F2606DDCE6}"/>
          </ac:spMkLst>
        </pc:spChg>
      </pc:sldChg>
      <pc:sldChg chg="addSp delSp modSp add del mod">
        <pc:chgData name="Eduardo Lucas" userId="2c32288683b74354" providerId="LiveId" clId="{9C8ECB29-97C0-403F-8266-0F9E62B6E178}" dt="2023-03-28T18:15:06.315" v="998" actId="47"/>
        <pc:sldMkLst>
          <pc:docMk/>
          <pc:sldMk cId="2744864907" sldId="298"/>
        </pc:sldMkLst>
        <pc:spChg chg="mod">
          <ac:chgData name="Eduardo Lucas" userId="2c32288683b74354" providerId="LiveId" clId="{9C8ECB29-97C0-403F-8266-0F9E62B6E178}" dt="2023-03-16T19:28:51.857" v="31" actId="20577"/>
          <ac:spMkLst>
            <pc:docMk/>
            <pc:sldMk cId="2744864907" sldId="298"/>
            <ac:spMk id="2" creationId="{71CA36E5-C16C-B323-9708-48E4D6D10865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3" creationId="{416F2013-1BAE-CD9A-65A9-74F2606DDCE6}"/>
          </ac:spMkLst>
        </pc:spChg>
        <pc:spChg chg="mod">
          <ac:chgData name="Eduardo Lucas" userId="2c32288683b74354" providerId="LiveId" clId="{9C8ECB29-97C0-403F-8266-0F9E62B6E178}" dt="2023-03-16T19:30:41.527" v="85" actId="20577"/>
          <ac:spMkLst>
            <pc:docMk/>
            <pc:sldMk cId="2744864907" sldId="298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29:04.653" v="32" actId="478"/>
          <ac:spMkLst>
            <pc:docMk/>
            <pc:sldMk cId="2744864907" sldId="298"/>
            <ac:spMk id="5" creationId="{0758C619-9B57-F302-AD89-C6607FE3AA4D}"/>
          </ac:spMkLst>
        </pc:spChg>
        <pc:spChg chg="add mod">
          <ac:chgData name="Eduardo Lucas" userId="2c32288683b74354" providerId="LiveId" clId="{9C8ECB29-97C0-403F-8266-0F9E62B6E178}" dt="2023-03-16T19:34:45.327" v="234" actId="207"/>
          <ac:spMkLst>
            <pc:docMk/>
            <pc:sldMk cId="2744864907" sldId="298"/>
            <ac:spMk id="6" creationId="{45280D1A-F172-8160-1C18-175BE71FB0B2}"/>
          </ac:spMkLst>
        </pc:spChg>
        <pc:spChg chg="add mod">
          <ac:chgData name="Eduardo Lucas" userId="2c32288683b74354" providerId="LiveId" clId="{9C8ECB29-97C0-403F-8266-0F9E62B6E178}" dt="2023-03-16T19:33:35.509" v="164" actId="14100"/>
          <ac:spMkLst>
            <pc:docMk/>
            <pc:sldMk cId="2744864907" sldId="298"/>
            <ac:spMk id="7" creationId="{E52143B8-78F3-70DD-F613-460A82A5CCA0}"/>
          </ac:spMkLst>
        </pc:spChg>
        <pc:spChg chg="add mod">
          <ac:chgData name="Eduardo Lucas" userId="2c32288683b74354" providerId="LiveId" clId="{9C8ECB29-97C0-403F-8266-0F9E62B6E178}" dt="2023-03-16T19:34:24.488" v="183" actId="20577"/>
          <ac:spMkLst>
            <pc:docMk/>
            <pc:sldMk cId="2744864907" sldId="298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020" v="1003" actId="47"/>
        <pc:sldMkLst>
          <pc:docMk/>
          <pc:sldMk cId="780095215" sldId="299"/>
        </pc:sldMkLst>
        <pc:spChg chg="mod">
          <ac:chgData name="Eduardo Lucas" userId="2c32288683b74354" providerId="LiveId" clId="{9C8ECB29-97C0-403F-8266-0F9E62B6E178}" dt="2023-03-16T19:36:05.153" v="283" actId="207"/>
          <ac:spMkLst>
            <pc:docMk/>
            <pc:sldMk cId="780095215" sldId="299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5:42.850" v="250" actId="20577"/>
          <ac:spMkLst>
            <pc:docMk/>
            <pc:sldMk cId="780095215" sldId="299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224" v="1004" actId="47"/>
        <pc:sldMkLst>
          <pc:docMk/>
          <pc:sldMk cId="2469024178" sldId="300"/>
        </pc:sldMkLst>
        <pc:spChg chg="mod">
          <ac:chgData name="Eduardo Lucas" userId="2c32288683b74354" providerId="LiveId" clId="{9C8ECB29-97C0-403F-8266-0F9E62B6E178}" dt="2023-03-16T19:37:07.463" v="443" actId="207"/>
          <ac:spMkLst>
            <pc:docMk/>
            <pc:sldMk cId="2469024178" sldId="300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6:45.412" v="425" actId="113"/>
          <ac:spMkLst>
            <pc:docMk/>
            <pc:sldMk cId="2469024178" sldId="300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7.507" v="1005" actId="47"/>
        <pc:sldMkLst>
          <pc:docMk/>
          <pc:sldMk cId="1362882797" sldId="301"/>
        </pc:sldMkLst>
        <pc:spChg chg="mod">
          <ac:chgData name="Eduardo Lucas" userId="2c32288683b74354" providerId="LiveId" clId="{9C8ECB29-97C0-403F-8266-0F9E62B6E178}" dt="2023-03-16T19:37:20.543" v="444" actId="207"/>
          <ac:spMkLst>
            <pc:docMk/>
            <pc:sldMk cId="1362882797" sldId="301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38:04.179" v="574" actId="20577"/>
          <ac:spMkLst>
            <pc:docMk/>
            <pc:sldMk cId="1362882797" sldId="301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467" v="999" actId="47"/>
        <pc:sldMkLst>
          <pc:docMk/>
          <pc:sldMk cId="169977473" sldId="302"/>
        </pc:sldMkLst>
        <pc:spChg chg="mod">
          <ac:chgData name="Eduardo Lucas" userId="2c32288683b74354" providerId="LiveId" clId="{9C8ECB29-97C0-403F-8266-0F9E62B6E178}" dt="2023-03-16T19:42:45.326" v="590" actId="14"/>
          <ac:spMkLst>
            <pc:docMk/>
            <pc:sldMk cId="169977473" sldId="302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2:25.640" v="587" actId="113"/>
          <ac:spMkLst>
            <pc:docMk/>
            <pc:sldMk cId="169977473" sldId="302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565" v="1000" actId="47"/>
        <pc:sldMkLst>
          <pc:docMk/>
          <pc:sldMk cId="2885548168" sldId="303"/>
        </pc:sldMkLst>
        <pc:spChg chg="mod">
          <ac:chgData name="Eduardo Lucas" userId="2c32288683b74354" providerId="LiveId" clId="{9C8ECB29-97C0-403F-8266-0F9E62B6E178}" dt="2023-03-16T19:43:16.745" v="615" actId="207"/>
          <ac:spMkLst>
            <pc:docMk/>
            <pc:sldMk cId="2885548168" sldId="303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3:50.265" v="622" actId="113"/>
          <ac:spMkLst>
            <pc:docMk/>
            <pc:sldMk cId="2885548168" sldId="303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773" v="1001" actId="47"/>
        <pc:sldMkLst>
          <pc:docMk/>
          <pc:sldMk cId="3179473778" sldId="304"/>
        </pc:sldMkLst>
        <pc:spChg chg="mod">
          <ac:chgData name="Eduardo Lucas" userId="2c32288683b74354" providerId="LiveId" clId="{9C8ECB29-97C0-403F-8266-0F9E62B6E178}" dt="2023-03-16T19:44:53.425" v="635" actId="207"/>
          <ac:spMkLst>
            <pc:docMk/>
            <pc:sldMk cId="3179473778" sldId="304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4:36.906" v="630" actId="1076"/>
          <ac:spMkLst>
            <pc:docMk/>
            <pc:sldMk cId="3179473778" sldId="304"/>
            <ac:spMk id="7" creationId="{E52143B8-78F3-70DD-F613-460A82A5CCA0}"/>
          </ac:spMkLst>
        </pc:spChg>
        <pc:spChg chg="mod">
          <ac:chgData name="Eduardo Lucas" userId="2c32288683b74354" providerId="LiveId" clId="{9C8ECB29-97C0-403F-8266-0F9E62B6E178}" dt="2023-03-16T19:45:27.847" v="646" actId="113"/>
          <ac:spMkLst>
            <pc:docMk/>
            <pc:sldMk cId="3179473778" sldId="304"/>
            <ac:spMk id="8" creationId="{9C5F46B3-E27F-AC20-2E3C-DC87680C6CD6}"/>
          </ac:spMkLst>
        </pc:spChg>
      </pc:sldChg>
      <pc:sldChg chg="modSp add del mod">
        <pc:chgData name="Eduardo Lucas" userId="2c32288683b74354" providerId="LiveId" clId="{9C8ECB29-97C0-403F-8266-0F9E62B6E178}" dt="2023-03-28T18:15:06.924" v="1002" actId="47"/>
        <pc:sldMkLst>
          <pc:docMk/>
          <pc:sldMk cId="1893396464" sldId="305"/>
        </pc:sldMkLst>
        <pc:spChg chg="mod">
          <ac:chgData name="Eduardo Lucas" userId="2c32288683b74354" providerId="LiveId" clId="{9C8ECB29-97C0-403F-8266-0F9E62B6E178}" dt="2023-03-16T19:46:13.199" v="651" actId="207"/>
          <ac:spMkLst>
            <pc:docMk/>
            <pc:sldMk cId="1893396464" sldId="305"/>
            <ac:spMk id="6" creationId="{45280D1A-F172-8160-1C18-175BE71FB0B2}"/>
          </ac:spMkLst>
        </pc:spChg>
        <pc:spChg chg="mod">
          <ac:chgData name="Eduardo Lucas" userId="2c32288683b74354" providerId="LiveId" clId="{9C8ECB29-97C0-403F-8266-0F9E62B6E178}" dt="2023-03-16T19:47:02.140" v="662" actId="113"/>
          <ac:spMkLst>
            <pc:docMk/>
            <pc:sldMk cId="1893396464" sldId="305"/>
            <ac:spMk id="8" creationId="{9C5F46B3-E27F-AC20-2E3C-DC87680C6CD6}"/>
          </ac:spMkLst>
        </pc:spChg>
      </pc:sldChg>
      <pc:sldChg chg="delSp modSp add del mod">
        <pc:chgData name="Eduardo Lucas" userId="2c32288683b74354" providerId="LiveId" clId="{9C8ECB29-97C0-403F-8266-0F9E62B6E178}" dt="2023-03-28T18:15:08.311" v="1006" actId="47"/>
        <pc:sldMkLst>
          <pc:docMk/>
          <pc:sldMk cId="327651134" sldId="306"/>
        </pc:sldMkLst>
        <pc:spChg chg="mod">
          <ac:chgData name="Eduardo Lucas" userId="2c32288683b74354" providerId="LiveId" clId="{9C8ECB29-97C0-403F-8266-0F9E62B6E178}" dt="2023-03-16T19:47:54.024" v="696" actId="20577"/>
          <ac:spMkLst>
            <pc:docMk/>
            <pc:sldMk cId="327651134" sldId="306"/>
            <ac:spMk id="2" creationId="{71CA36E5-C16C-B323-9708-48E4D6D10865}"/>
          </ac:spMkLst>
        </pc:spChg>
        <pc:spChg chg="mod">
          <ac:chgData name="Eduardo Lucas" userId="2c32288683b74354" providerId="LiveId" clId="{9C8ECB29-97C0-403F-8266-0F9E62B6E178}" dt="2023-03-16T19:49:47.377" v="969" actId="20577"/>
          <ac:spMkLst>
            <pc:docMk/>
            <pc:sldMk cId="327651134" sldId="306"/>
            <ac:spMk id="4" creationId="{9CF5F437-D3CB-0B01-D41D-30EAAF90D04D}"/>
          </ac:spMkLst>
        </pc:spChg>
        <pc:spChg chg="del">
          <ac:chgData name="Eduardo Lucas" userId="2c32288683b74354" providerId="LiveId" clId="{9C8ECB29-97C0-403F-8266-0F9E62B6E178}" dt="2023-03-16T19:48:03.230" v="699" actId="478"/>
          <ac:spMkLst>
            <pc:docMk/>
            <pc:sldMk cId="327651134" sldId="306"/>
            <ac:spMk id="6" creationId="{45280D1A-F172-8160-1C18-175BE71FB0B2}"/>
          </ac:spMkLst>
        </pc:spChg>
        <pc:spChg chg="del">
          <ac:chgData name="Eduardo Lucas" userId="2c32288683b74354" providerId="LiveId" clId="{9C8ECB29-97C0-403F-8266-0F9E62B6E178}" dt="2023-03-16T19:47:56.445" v="697" actId="478"/>
          <ac:spMkLst>
            <pc:docMk/>
            <pc:sldMk cId="327651134" sldId="306"/>
            <ac:spMk id="7" creationId="{E52143B8-78F3-70DD-F613-460A82A5CCA0}"/>
          </ac:spMkLst>
        </pc:spChg>
        <pc:spChg chg="del">
          <ac:chgData name="Eduardo Lucas" userId="2c32288683b74354" providerId="LiveId" clId="{9C8ECB29-97C0-403F-8266-0F9E62B6E178}" dt="2023-03-16T19:47:59.986" v="698" actId="478"/>
          <ac:spMkLst>
            <pc:docMk/>
            <pc:sldMk cId="327651134" sldId="306"/>
            <ac:spMk id="8" creationId="{9C5F46B3-E27F-AC20-2E3C-DC87680C6CD6}"/>
          </ac:spMkLst>
        </pc:spChg>
      </pc:sldChg>
      <pc:sldMasterChg chg="modSldLayout">
        <pc:chgData name="Eduardo Lucas" userId="2c32288683b74354" providerId="LiveId" clId="{9C8ECB29-97C0-403F-8266-0F9E62B6E178}" dt="2023-03-28T18:17:10.439" v="1036" actId="1038"/>
        <pc:sldMasterMkLst>
          <pc:docMk/>
          <pc:sldMasterMk cId="3869511821" sldId="2147483648"/>
        </pc:sldMasterMkLst>
        <pc:sldLayoutChg chg="addSp delSp modSp mod">
          <pc:chgData name="Eduardo Lucas" userId="2c32288683b74354" providerId="LiveId" clId="{9C8ECB29-97C0-403F-8266-0F9E62B6E178}" dt="2023-03-28T18:17:10.439" v="1036" actId="1038"/>
          <pc:sldLayoutMkLst>
            <pc:docMk/>
            <pc:sldMasterMk cId="3869511821" sldId="2147483648"/>
            <pc:sldLayoutMk cId="937266074" sldId="2147483649"/>
          </pc:sldLayoutMkLst>
          <pc:picChg chg="del">
            <ac:chgData name="Eduardo Lucas" userId="2c32288683b74354" providerId="LiveId" clId="{9C8ECB29-97C0-403F-8266-0F9E62B6E178}" dt="2023-03-28T18:15:24.036" v="1007" actId="478"/>
            <ac:picMkLst>
              <pc:docMk/>
              <pc:sldMasterMk cId="3869511821" sldId="2147483648"/>
              <pc:sldLayoutMk cId="937266074" sldId="2147483649"/>
              <ac:picMk id="7" creationId="{77E4BCEE-9C71-826A-9FB6-0DCCECAB3E92}"/>
            </ac:picMkLst>
          </pc:picChg>
          <pc:picChg chg="add mod modCrop">
            <ac:chgData name="Eduardo Lucas" userId="2c32288683b74354" providerId="LiveId" clId="{9C8ECB29-97C0-403F-8266-0F9E62B6E178}" dt="2023-03-28T18:17:10.439" v="1036" actId="1038"/>
            <ac:picMkLst>
              <pc:docMk/>
              <pc:sldMasterMk cId="3869511821" sldId="2147483648"/>
              <pc:sldLayoutMk cId="937266074" sldId="2147483649"/>
              <ac:picMk id="9" creationId="{79F6BB0D-B64C-DDF3-B7DD-906CEE9F89B2}"/>
            </ac:picMkLst>
          </pc:picChg>
        </pc:sldLayoutChg>
      </pc:sldMasterChg>
    </pc:docChg>
  </pc:docChgLst>
  <pc:docChgLst>
    <pc:chgData name="Eduardo Lucas" userId="2c32288683b74354" providerId="LiveId" clId="{B4D07AFD-002A-4956-90D7-7581EE6FC581}"/>
    <pc:docChg chg="undo custSel addSld delSld modSld sldOrd modMainMaster">
      <pc:chgData name="Eduardo Lucas" userId="2c32288683b74354" providerId="LiveId" clId="{B4D07AFD-002A-4956-90D7-7581EE6FC581}" dt="2023-02-15T19:16:00.139" v="1021" actId="5793"/>
      <pc:docMkLst>
        <pc:docMk/>
      </pc:docMkLst>
      <pc:sldChg chg="delSp modSp mod setBg">
        <pc:chgData name="Eduardo Lucas" userId="2c32288683b74354" providerId="LiveId" clId="{B4D07AFD-002A-4956-90D7-7581EE6FC581}" dt="2023-02-15T19:06:14.683" v="185"/>
        <pc:sldMkLst>
          <pc:docMk/>
          <pc:sldMk cId="1674236269" sldId="262"/>
        </pc:sldMkLst>
        <pc:spChg chg="mod">
          <ac:chgData name="Eduardo Lucas" userId="2c32288683b74354" providerId="LiveId" clId="{B4D07AFD-002A-4956-90D7-7581EE6FC581}" dt="2023-02-15T19:03:49.559" v="136" actId="1076"/>
          <ac:spMkLst>
            <pc:docMk/>
            <pc:sldMk cId="1674236269" sldId="262"/>
            <ac:spMk id="30" creationId="{24F627DB-9D59-2908-FD5C-DD7228021A27}"/>
          </ac:spMkLst>
        </pc:spChg>
        <pc:spChg chg="del">
          <ac:chgData name="Eduardo Lucas" userId="2c32288683b74354" providerId="LiveId" clId="{B4D07AFD-002A-4956-90D7-7581EE6FC581}" dt="2023-02-15T19:03:45.409" v="135" actId="478"/>
          <ac:spMkLst>
            <pc:docMk/>
            <pc:sldMk cId="1674236269" sldId="262"/>
            <ac:spMk id="32" creationId="{65D16D4A-91A8-3FE4-CA17-FC2E3CDAA8F6}"/>
          </ac:spMkLst>
        </pc:spChg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2743134754" sldId="263"/>
        </pc:sldMkLst>
      </pc:sldChg>
      <pc:sldChg chg="setBg">
        <pc:chgData name="Eduardo Lucas" userId="2c32288683b74354" providerId="LiveId" clId="{B4D07AFD-002A-4956-90D7-7581EE6FC581}" dt="2023-02-15T19:06:14.683" v="185"/>
        <pc:sldMkLst>
          <pc:docMk/>
          <pc:sldMk cId="1663007374" sldId="264"/>
        </pc:sldMkLst>
      </pc:sldChg>
      <pc:sldChg chg="addSp modSp mod setBg">
        <pc:chgData name="Eduardo Lucas" userId="2c32288683b74354" providerId="LiveId" clId="{B4D07AFD-002A-4956-90D7-7581EE6FC581}" dt="2023-02-15T19:14:01.127" v="889" actId="207"/>
        <pc:sldMkLst>
          <pc:docMk/>
          <pc:sldMk cId="958025528" sldId="266"/>
        </pc:sldMkLst>
        <pc:spChg chg="add mod">
          <ac:chgData name="Eduardo Lucas" userId="2c32288683b74354" providerId="LiveId" clId="{B4D07AFD-002A-4956-90D7-7581EE6FC581}" dt="2023-02-15T19:14:01.127" v="889" actId="207"/>
          <ac:spMkLst>
            <pc:docMk/>
            <pc:sldMk cId="958025528" sldId="266"/>
            <ac:spMk id="2" creationId="{48DFE88D-E680-41C0-C946-637D0F574BEF}"/>
          </ac:spMkLst>
        </pc:spChg>
        <pc:spChg chg="mod">
          <ac:chgData name="Eduardo Lucas" userId="2c32288683b74354" providerId="LiveId" clId="{B4D07AFD-002A-4956-90D7-7581EE6FC581}" dt="2023-02-15T18:58:17.820" v="42" actId="20577"/>
          <ac:spMkLst>
            <pc:docMk/>
            <pc:sldMk cId="958025528" sldId="266"/>
            <ac:spMk id="4" creationId="{FC140873-4178-B439-537A-C7375290CC48}"/>
          </ac:spMkLst>
        </pc:spChg>
      </pc:sldChg>
      <pc:sldChg chg="ord setBg">
        <pc:chgData name="Eduardo Lucas" userId="2c32288683b74354" providerId="LiveId" clId="{B4D07AFD-002A-4956-90D7-7581EE6FC581}" dt="2023-02-15T19:07:22.815" v="197"/>
        <pc:sldMkLst>
          <pc:docMk/>
          <pc:sldMk cId="1875088248" sldId="267"/>
        </pc:sldMkLst>
      </pc:sldChg>
      <pc:sldChg chg="addSp delSp modSp del mod setBg">
        <pc:chgData name="Eduardo Lucas" userId="2c32288683b74354" providerId="LiveId" clId="{B4D07AFD-002A-4956-90D7-7581EE6FC581}" dt="2023-02-15T19:07:01.282" v="194" actId="47"/>
        <pc:sldMkLst>
          <pc:docMk/>
          <pc:sldMk cId="3634622159" sldId="268"/>
        </pc:sldMkLst>
        <pc:spChg chg="del">
          <ac:chgData name="Eduardo Lucas" userId="2c32288683b74354" providerId="LiveId" clId="{B4D07AFD-002A-4956-90D7-7581EE6FC581}" dt="2023-02-15T18:58:48.439" v="43" actId="478"/>
          <ac:spMkLst>
            <pc:docMk/>
            <pc:sldMk cId="3634622159" sldId="268"/>
            <ac:spMk id="2" creationId="{988CEADD-41A2-0307-CBEA-D604393EF049}"/>
          </ac:spMkLst>
        </pc:spChg>
        <pc:spChg chg="mo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8" creationId="{72F65A63-5FD0-B217-3EF5-5A15F9917043}"/>
          </ac:spMkLst>
        </pc:spChg>
        <pc:spChg chg="add del">
          <ac:chgData name="Eduardo Lucas" userId="2c32288683b74354" providerId="LiveId" clId="{B4D07AFD-002A-4956-90D7-7581EE6FC581}" dt="2023-02-15T19:02:20.549" v="131" actId="26606"/>
          <ac:spMkLst>
            <pc:docMk/>
            <pc:sldMk cId="3634622159" sldId="268"/>
            <ac:spMk id="13" creationId="{D12DDE76-C203-4047-9998-63900085B5E8}"/>
          </ac:spMkLst>
        </pc:spChg>
        <pc:spChg chg="add del">
          <ac:chgData name="Eduardo Lucas" userId="2c32288683b74354" providerId="LiveId" clId="{B4D07AFD-002A-4956-90D7-7581EE6FC581}" dt="2023-02-15T19:02:25.572" v="133" actId="26606"/>
          <ac:spMkLst>
            <pc:docMk/>
            <pc:sldMk cId="3634622159" sldId="268"/>
            <ac:spMk id="15" creationId="{D4771268-CB57-404A-9271-370EB28F6090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7" creationId="{6753252F-4873-4F63-801D-CC719279A7D5}"/>
          </ac:spMkLst>
        </pc:spChg>
        <pc:spChg chg="add">
          <ac:chgData name="Eduardo Lucas" userId="2c32288683b74354" providerId="LiveId" clId="{B4D07AFD-002A-4956-90D7-7581EE6FC581}" dt="2023-02-15T19:02:25.580" v="134" actId="26606"/>
          <ac:spMkLst>
            <pc:docMk/>
            <pc:sldMk cId="3634622159" sldId="268"/>
            <ac:spMk id="18" creationId="{047C8CCB-F95D-4249-92DD-651249D3535A}"/>
          </ac:spMkLst>
        </pc:spChg>
        <pc:picChg chg="add mod">
          <ac:chgData name="Eduardo Lucas" userId="2c32288683b74354" providerId="LiveId" clId="{B4D07AFD-002A-4956-90D7-7581EE6FC581}" dt="2023-02-15T19:02:25.580" v="134" actId="26606"/>
          <ac:picMkLst>
            <pc:docMk/>
            <pc:sldMk cId="3634622159" sldId="268"/>
            <ac:picMk id="4" creationId="{1FFB2E0B-57E7-20A8-77E1-05BCAA7FA866}"/>
          </ac:picMkLst>
        </pc:picChg>
      </pc:sldChg>
      <pc:sldChg chg="ord setBg">
        <pc:chgData name="Eduardo Lucas" userId="2c32288683b74354" providerId="LiveId" clId="{B4D07AFD-002A-4956-90D7-7581EE6FC581}" dt="2023-02-15T19:14:10.373" v="891"/>
        <pc:sldMkLst>
          <pc:docMk/>
          <pc:sldMk cId="2026832597" sldId="269"/>
        </pc:sldMkLst>
      </pc:sldChg>
      <pc:sldChg chg="delSp modSp add del mod ord setBg">
        <pc:chgData name="Eduardo Lucas" userId="2c32288683b74354" providerId="LiveId" clId="{B4D07AFD-002A-4956-90D7-7581EE6FC581}" dt="2023-02-15T19:07:00.549" v="193" actId="47"/>
        <pc:sldMkLst>
          <pc:docMk/>
          <pc:sldMk cId="2204272440" sldId="270"/>
        </pc:sldMkLst>
        <pc:spChg chg="mod">
          <ac:chgData name="Eduardo Lucas" userId="2c32288683b74354" providerId="LiveId" clId="{B4D07AFD-002A-4956-90D7-7581EE6FC581}" dt="2023-02-15T19:05:03.661" v="180" actId="27636"/>
          <ac:spMkLst>
            <pc:docMk/>
            <pc:sldMk cId="2204272440" sldId="270"/>
            <ac:spMk id="8" creationId="{72F65A63-5FD0-B217-3EF5-5A15F9917043}"/>
          </ac:spMkLst>
        </pc:spChg>
        <pc:picChg chg="del">
          <ac:chgData name="Eduardo Lucas" userId="2c32288683b74354" providerId="LiveId" clId="{B4D07AFD-002A-4956-90D7-7581EE6FC581}" dt="2023-02-15T19:06:53.605" v="190" actId="21"/>
          <ac:picMkLst>
            <pc:docMk/>
            <pc:sldMk cId="2204272440" sldId="270"/>
            <ac:picMk id="4" creationId="{1FFB2E0B-57E7-20A8-77E1-05BCAA7FA866}"/>
          </ac:picMkLst>
        </pc:picChg>
      </pc:sldChg>
      <pc:sldChg chg="addSp delSp modSp add mod ord">
        <pc:chgData name="Eduardo Lucas" userId="2c32288683b74354" providerId="LiveId" clId="{B4D07AFD-002A-4956-90D7-7581EE6FC581}" dt="2023-02-15T19:16:00.139" v="1021" actId="5793"/>
        <pc:sldMkLst>
          <pc:docMk/>
          <pc:sldMk cId="3318804063" sldId="271"/>
        </pc:sldMkLst>
        <pc:spChg chg="del">
          <ac:chgData name="Eduardo Lucas" userId="2c32288683b74354" providerId="LiveId" clId="{B4D07AFD-002A-4956-90D7-7581EE6FC581}" dt="2023-02-15T19:06:57.064" v="191" actId="478"/>
          <ac:spMkLst>
            <pc:docMk/>
            <pc:sldMk cId="3318804063" sldId="271"/>
            <ac:spMk id="2" creationId="{988CEADD-41A2-0307-CBEA-D604393EF049}"/>
          </ac:spMkLst>
        </pc:spChg>
        <pc:spChg chg="add mod">
          <ac:chgData name="Eduardo Lucas" userId="2c32288683b74354" providerId="LiveId" clId="{B4D07AFD-002A-4956-90D7-7581EE6FC581}" dt="2023-02-15T19:16:00.139" v="1021" actId="5793"/>
          <ac:spMkLst>
            <pc:docMk/>
            <pc:sldMk cId="3318804063" sldId="271"/>
            <ac:spMk id="4" creationId="{0FEE5E21-AD6C-2D36-0AA2-323F12E8F3C3}"/>
          </ac:spMkLst>
        </pc:spChg>
        <pc:spChg chg="mod">
          <ac:chgData name="Eduardo Lucas" userId="2c32288683b74354" providerId="LiveId" clId="{B4D07AFD-002A-4956-90D7-7581EE6FC581}" dt="2023-02-15T19:14:41.704" v="898" actId="20577"/>
          <ac:spMkLst>
            <pc:docMk/>
            <pc:sldMk cId="3318804063" sldId="271"/>
            <ac:spMk id="8" creationId="{72F65A63-5FD0-B217-3EF5-5A15F9917043}"/>
          </ac:spMkLst>
        </pc:spChg>
        <pc:picChg chg="add mod">
          <ac:chgData name="Eduardo Lucas" userId="2c32288683b74354" providerId="LiveId" clId="{B4D07AFD-002A-4956-90D7-7581EE6FC581}" dt="2023-02-15T19:10:17.600" v="549" actId="1076"/>
          <ac:picMkLst>
            <pc:docMk/>
            <pc:sldMk cId="3318804063" sldId="271"/>
            <ac:picMk id="3" creationId="{E1BFB370-781A-6194-DD09-C52C216B0AE1}"/>
          </ac:picMkLst>
        </pc:picChg>
      </pc:sldChg>
      <pc:sldMasterChg chg="setBg modSldLayout">
        <pc:chgData name="Eduardo Lucas" userId="2c32288683b74354" providerId="LiveId" clId="{B4D07AFD-002A-4956-90D7-7581EE6FC581}" dt="2023-02-15T19:06:14.683" v="185"/>
        <pc:sldMasterMkLst>
          <pc:docMk/>
          <pc:sldMasterMk cId="3869511821" sldId="2147483648"/>
        </pc:sldMasterMkLst>
        <pc:sldLayoutChg chg="modSp 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937266074" sldId="2147483649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441576218" sldId="2147483650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06965253" sldId="2147483651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832137025" sldId="2147483652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073592598" sldId="2147483653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163791817" sldId="2147483654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796001952" sldId="2147483655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496309732" sldId="2147483656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173571330" sldId="2147483657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2558188750" sldId="2147483658"/>
          </pc:sldLayoutMkLst>
        </pc:sldLayoutChg>
        <pc:sldLayoutChg chg="setBg">
          <pc:chgData name="Eduardo Lucas" userId="2c32288683b74354" providerId="LiveId" clId="{B4D07AFD-002A-4956-90D7-7581EE6FC581}" dt="2023-02-15T19:06:14.683" v="185"/>
          <pc:sldLayoutMkLst>
            <pc:docMk/>
            <pc:sldMasterMk cId="3869511821" sldId="2147483648"/>
            <pc:sldLayoutMk cId="448192461" sldId="2147483659"/>
          </pc:sldLayoutMkLst>
        </pc:sldLayoutChg>
      </pc:sldMasterChg>
    </pc:docChg>
  </pc:docChgLst>
  <pc:docChgLst>
    <pc:chgData name="Eduardo Lucas" userId="2c32288683b74354" providerId="LiveId" clId="{C04C1423-D3FD-4F6D-9B50-B4D68F2B16FA}"/>
    <pc:docChg chg="undo custSel addSld delSld modSld sldOrd">
      <pc:chgData name="Eduardo Lucas" userId="2c32288683b74354" providerId="LiveId" clId="{C04C1423-D3FD-4F6D-9B50-B4D68F2B16FA}" dt="2023-04-20T14:55:25.193" v="1733" actId="20577"/>
      <pc:docMkLst>
        <pc:docMk/>
      </pc:docMkLst>
      <pc:sldChg chg="modSp mod">
        <pc:chgData name="Eduardo Lucas" userId="2c32288683b74354" providerId="LiveId" clId="{C04C1423-D3FD-4F6D-9B50-B4D68F2B16FA}" dt="2023-04-20T14:14:10.333" v="884" actId="20577"/>
        <pc:sldMkLst>
          <pc:docMk/>
          <pc:sldMk cId="3611735909" sldId="264"/>
        </pc:sldMkLst>
        <pc:spChg chg="mod">
          <ac:chgData name="Eduardo Lucas" userId="2c32288683b74354" providerId="LiveId" clId="{C04C1423-D3FD-4F6D-9B50-B4D68F2B16FA}" dt="2023-04-20T14:14:10.333" v="884" actId="20577"/>
          <ac:spMkLst>
            <pc:docMk/>
            <pc:sldMk cId="3611735909" sldId="264"/>
            <ac:spMk id="4" creationId="{B147C5AD-AE12-9C94-AB6A-5B550021EC60}"/>
          </ac:spMkLst>
        </pc:spChg>
      </pc:sldChg>
      <pc:sldChg chg="addSp modSp mod ord">
        <pc:chgData name="Eduardo Lucas" userId="2c32288683b74354" providerId="LiveId" clId="{C04C1423-D3FD-4F6D-9B50-B4D68F2B16FA}" dt="2023-04-20T13:58:34.854" v="123" actId="20577"/>
        <pc:sldMkLst>
          <pc:docMk/>
          <pc:sldMk cId="67721199" sldId="277"/>
        </pc:sldMkLst>
        <pc:spChg chg="mod">
          <ac:chgData name="Eduardo Lucas" userId="2c32288683b74354" providerId="LiveId" clId="{C04C1423-D3FD-4F6D-9B50-B4D68F2B16FA}" dt="2023-04-20T13:58:34.854" v="123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3:56:36.054" v="117" actId="20577"/>
          <ac:spMkLst>
            <pc:docMk/>
            <pc:sldMk cId="67721199" sldId="277"/>
            <ac:spMk id="4" creationId="{9CF5F437-D3CB-0B01-D41D-30EAAF90D04D}"/>
          </ac:spMkLst>
        </pc:spChg>
        <pc:picChg chg="add mod">
          <ac:chgData name="Eduardo Lucas" userId="2c32288683b74354" providerId="LiveId" clId="{C04C1423-D3FD-4F6D-9B50-B4D68F2B16FA}" dt="2023-04-20T13:57:27.697" v="121" actId="1076"/>
          <ac:picMkLst>
            <pc:docMk/>
            <pc:sldMk cId="67721199" sldId="277"/>
            <ac:picMk id="5" creationId="{0204A424-DED7-3802-909F-755B17FD0BFC}"/>
          </ac:picMkLst>
        </pc:picChg>
      </pc:sldChg>
      <pc:sldChg chg="del">
        <pc:chgData name="Eduardo Lucas" userId="2c32288683b74354" providerId="LiveId" clId="{C04C1423-D3FD-4F6D-9B50-B4D68F2B16FA}" dt="2023-04-20T13:50:30.134" v="23" actId="47"/>
        <pc:sldMkLst>
          <pc:docMk/>
          <pc:sldMk cId="2827409084" sldId="278"/>
        </pc:sldMkLst>
      </pc:sldChg>
      <pc:sldChg chg="modSp add mod">
        <pc:chgData name="Eduardo Lucas" userId="2c32288683b74354" providerId="LiveId" clId="{C04C1423-D3FD-4F6D-9B50-B4D68F2B16FA}" dt="2023-04-20T13:55:11.381" v="88" actId="255"/>
        <pc:sldMkLst>
          <pc:docMk/>
          <pc:sldMk cId="3927147532" sldId="278"/>
        </pc:sldMkLst>
        <pc:spChg chg="mod">
          <ac:chgData name="Eduardo Lucas" userId="2c32288683b74354" providerId="LiveId" clId="{C04C1423-D3FD-4F6D-9B50-B4D68F2B16FA}" dt="2023-04-20T13:55:11.381" v="88" actId="255"/>
          <ac:spMkLst>
            <pc:docMk/>
            <pc:sldMk cId="3927147532" sldId="278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3:53:03.514" v="75" actId="20577"/>
          <ac:spMkLst>
            <pc:docMk/>
            <pc:sldMk cId="3927147532" sldId="278"/>
            <ac:spMk id="4" creationId="{9CF5F437-D3CB-0B01-D41D-30EAAF90D04D}"/>
          </ac:spMkLst>
        </pc:spChg>
      </pc:sldChg>
      <pc:sldChg chg="del">
        <pc:chgData name="Eduardo Lucas" userId="2c32288683b74354" providerId="LiveId" clId="{C04C1423-D3FD-4F6D-9B50-B4D68F2B16FA}" dt="2023-04-20T13:50:30.258" v="24" actId="47"/>
        <pc:sldMkLst>
          <pc:docMk/>
          <pc:sldMk cId="705570304" sldId="279"/>
        </pc:sldMkLst>
      </pc:sldChg>
      <pc:sldChg chg="addSp delSp modSp add mod">
        <pc:chgData name="Eduardo Lucas" userId="2c32288683b74354" providerId="LiveId" clId="{C04C1423-D3FD-4F6D-9B50-B4D68F2B16FA}" dt="2023-04-20T14:01:53.664" v="269" actId="207"/>
        <pc:sldMkLst>
          <pc:docMk/>
          <pc:sldMk cId="1933430571" sldId="279"/>
        </pc:sldMkLst>
        <pc:spChg chg="mod">
          <ac:chgData name="Eduardo Lucas" userId="2c32288683b74354" providerId="LiveId" clId="{C04C1423-D3FD-4F6D-9B50-B4D68F2B16FA}" dt="2023-04-20T13:59:10.188" v="146" actId="6549"/>
          <ac:spMkLst>
            <pc:docMk/>
            <pc:sldMk cId="1933430571" sldId="279"/>
            <ac:spMk id="2" creationId="{71CA36E5-C16C-B323-9708-48E4D6D10865}"/>
          </ac:spMkLst>
        </pc:spChg>
        <pc:spChg chg="add del mod">
          <ac:chgData name="Eduardo Lucas" userId="2c32288683b74354" providerId="LiveId" clId="{C04C1423-D3FD-4F6D-9B50-B4D68F2B16FA}" dt="2023-04-20T14:01:37.017" v="253" actId="478"/>
          <ac:spMkLst>
            <pc:docMk/>
            <pc:sldMk cId="1933430571" sldId="279"/>
            <ac:spMk id="3" creationId="{5CDC4E8E-7FFE-34F6-68C6-DDFE34D56F37}"/>
          </ac:spMkLst>
        </pc:spChg>
        <pc:spChg chg="mod">
          <ac:chgData name="Eduardo Lucas" userId="2c32288683b74354" providerId="LiveId" clId="{C04C1423-D3FD-4F6D-9B50-B4D68F2B16FA}" dt="2023-04-20T14:01:53.664" v="269" actId="207"/>
          <ac:spMkLst>
            <pc:docMk/>
            <pc:sldMk cId="1933430571" sldId="279"/>
            <ac:spMk id="4" creationId="{9CF5F437-D3CB-0B01-D41D-30EAAF90D04D}"/>
          </ac:spMkLst>
        </pc:spChg>
        <pc:picChg chg="mod">
          <ac:chgData name="Eduardo Lucas" userId="2c32288683b74354" providerId="LiveId" clId="{C04C1423-D3FD-4F6D-9B50-B4D68F2B16FA}" dt="2023-04-20T14:00:43.955" v="185" actId="1076"/>
          <ac:picMkLst>
            <pc:docMk/>
            <pc:sldMk cId="1933430571" sldId="279"/>
            <ac:picMk id="5" creationId="{0204A424-DED7-3802-909F-755B17FD0BFC}"/>
          </ac:picMkLst>
        </pc:picChg>
      </pc:sldChg>
      <pc:sldChg chg="addSp delSp modSp add mod">
        <pc:chgData name="Eduardo Lucas" userId="2c32288683b74354" providerId="LiveId" clId="{C04C1423-D3FD-4F6D-9B50-B4D68F2B16FA}" dt="2023-04-20T14:06:38.568" v="638"/>
        <pc:sldMkLst>
          <pc:docMk/>
          <pc:sldMk cId="279837259" sldId="280"/>
        </pc:sldMkLst>
        <pc:spChg chg="mod">
          <ac:chgData name="Eduardo Lucas" userId="2c32288683b74354" providerId="LiveId" clId="{C04C1423-D3FD-4F6D-9B50-B4D68F2B16FA}" dt="2023-04-20T14:06:29.088" v="636" actId="20577"/>
          <ac:spMkLst>
            <pc:docMk/>
            <pc:sldMk cId="279837259" sldId="280"/>
            <ac:spMk id="3" creationId="{5CDC4E8E-7FFE-34F6-68C6-DDFE34D56F37}"/>
          </ac:spMkLst>
        </pc:spChg>
        <pc:spChg chg="del">
          <ac:chgData name="Eduardo Lucas" userId="2c32288683b74354" providerId="LiveId" clId="{C04C1423-D3FD-4F6D-9B50-B4D68F2B16FA}" dt="2023-04-20T14:02:08.754" v="270" actId="478"/>
          <ac:spMkLst>
            <pc:docMk/>
            <pc:sldMk cId="279837259" sldId="280"/>
            <ac:spMk id="4" creationId="{9CF5F437-D3CB-0B01-D41D-30EAAF90D04D}"/>
          </ac:spMkLst>
        </pc:spChg>
        <pc:spChg chg="add del mod">
          <ac:chgData name="Eduardo Lucas" userId="2c32288683b74354" providerId="LiveId" clId="{C04C1423-D3FD-4F6D-9B50-B4D68F2B16FA}" dt="2023-04-20T14:06:38.568" v="638"/>
          <ac:spMkLst>
            <pc:docMk/>
            <pc:sldMk cId="279837259" sldId="280"/>
            <ac:spMk id="6" creationId="{532214A9-8B07-9051-3B33-7E3A79694314}"/>
          </ac:spMkLst>
        </pc:spChg>
      </pc:sldChg>
      <pc:sldChg chg="del">
        <pc:chgData name="Eduardo Lucas" userId="2c32288683b74354" providerId="LiveId" clId="{C04C1423-D3FD-4F6D-9B50-B4D68F2B16FA}" dt="2023-04-20T13:50:30.428" v="25" actId="47"/>
        <pc:sldMkLst>
          <pc:docMk/>
          <pc:sldMk cId="2677052256" sldId="280"/>
        </pc:sldMkLst>
      </pc:sldChg>
      <pc:sldChg chg="del">
        <pc:chgData name="Eduardo Lucas" userId="2c32288683b74354" providerId="LiveId" clId="{C04C1423-D3FD-4F6D-9B50-B4D68F2B16FA}" dt="2023-04-20T13:50:30.703" v="27" actId="47"/>
        <pc:sldMkLst>
          <pc:docMk/>
          <pc:sldMk cId="24366844" sldId="281"/>
        </pc:sldMkLst>
      </pc:sldChg>
      <pc:sldChg chg="addSp modSp add mod">
        <pc:chgData name="Eduardo Lucas" userId="2c32288683b74354" providerId="LiveId" clId="{C04C1423-D3FD-4F6D-9B50-B4D68F2B16FA}" dt="2023-04-20T14:09:17.158" v="799" actId="207"/>
        <pc:sldMkLst>
          <pc:docMk/>
          <pc:sldMk cId="837597044" sldId="281"/>
        </pc:sldMkLst>
        <pc:spChg chg="add mod">
          <ac:chgData name="Eduardo Lucas" userId="2c32288683b74354" providerId="LiveId" clId="{C04C1423-D3FD-4F6D-9B50-B4D68F2B16FA}" dt="2023-04-20T14:07:59.197" v="642" actId="14100"/>
          <ac:spMkLst>
            <pc:docMk/>
            <pc:sldMk cId="837597044" sldId="281"/>
            <ac:spMk id="4" creationId="{F9F64803-085B-7BE5-BC7E-7DE0411CA413}"/>
          </ac:spMkLst>
        </pc:spChg>
        <pc:spChg chg="add mod">
          <ac:chgData name="Eduardo Lucas" userId="2c32288683b74354" providerId="LiveId" clId="{C04C1423-D3FD-4F6D-9B50-B4D68F2B16FA}" dt="2023-04-20T14:09:17.158" v="799" actId="207"/>
          <ac:spMkLst>
            <pc:docMk/>
            <pc:sldMk cId="837597044" sldId="281"/>
            <ac:spMk id="6" creationId="{3306BF37-9941-AF08-1C13-50D0DB8400C3}"/>
          </ac:spMkLst>
        </pc:spChg>
      </pc:sldChg>
      <pc:sldChg chg="addSp delSp modSp add mod">
        <pc:chgData name="Eduardo Lucas" userId="2c32288683b74354" providerId="LiveId" clId="{C04C1423-D3FD-4F6D-9B50-B4D68F2B16FA}" dt="2023-04-20T14:12:19.924" v="841" actId="22"/>
        <pc:sldMkLst>
          <pc:docMk/>
          <pc:sldMk cId="3589304681" sldId="282"/>
        </pc:sldMkLst>
        <pc:spChg chg="mod">
          <ac:chgData name="Eduardo Lucas" userId="2c32288683b74354" providerId="LiveId" clId="{C04C1423-D3FD-4F6D-9B50-B4D68F2B16FA}" dt="2023-04-20T14:09:38.613" v="821" actId="20577"/>
          <ac:spMkLst>
            <pc:docMk/>
            <pc:sldMk cId="3589304681" sldId="282"/>
            <ac:spMk id="2" creationId="{71CA36E5-C16C-B323-9708-48E4D6D10865}"/>
          </ac:spMkLst>
        </pc:spChg>
        <pc:spChg chg="del">
          <ac:chgData name="Eduardo Lucas" userId="2c32288683b74354" providerId="LiveId" clId="{C04C1423-D3FD-4F6D-9B50-B4D68F2B16FA}" dt="2023-04-20T14:09:46.072" v="823" actId="478"/>
          <ac:spMkLst>
            <pc:docMk/>
            <pc:sldMk cId="3589304681" sldId="282"/>
            <ac:spMk id="3" creationId="{5CDC4E8E-7FFE-34F6-68C6-DDFE34D56F37}"/>
          </ac:spMkLst>
        </pc:spChg>
        <pc:spChg chg="del">
          <ac:chgData name="Eduardo Lucas" userId="2c32288683b74354" providerId="LiveId" clId="{C04C1423-D3FD-4F6D-9B50-B4D68F2B16FA}" dt="2023-04-20T14:09:43.234" v="822" actId="478"/>
          <ac:spMkLst>
            <pc:docMk/>
            <pc:sldMk cId="3589304681" sldId="282"/>
            <ac:spMk id="4" creationId="{F9F64803-085B-7BE5-BC7E-7DE0411CA413}"/>
          </ac:spMkLst>
        </pc:spChg>
        <pc:spChg chg="del">
          <ac:chgData name="Eduardo Lucas" userId="2c32288683b74354" providerId="LiveId" clId="{C04C1423-D3FD-4F6D-9B50-B4D68F2B16FA}" dt="2023-04-20T14:09:43.234" v="822" actId="478"/>
          <ac:spMkLst>
            <pc:docMk/>
            <pc:sldMk cId="3589304681" sldId="282"/>
            <ac:spMk id="6" creationId="{3306BF37-9941-AF08-1C13-50D0DB8400C3}"/>
          </ac:spMkLst>
        </pc:spChg>
        <pc:picChg chg="del">
          <ac:chgData name="Eduardo Lucas" userId="2c32288683b74354" providerId="LiveId" clId="{C04C1423-D3FD-4F6D-9B50-B4D68F2B16FA}" dt="2023-04-20T14:09:47.970" v="824" actId="478"/>
          <ac:picMkLst>
            <pc:docMk/>
            <pc:sldMk cId="3589304681" sldId="282"/>
            <ac:picMk id="5" creationId="{0204A424-DED7-3802-909F-755B17FD0BFC}"/>
          </ac:picMkLst>
        </pc:picChg>
        <pc:picChg chg="add mod">
          <ac:chgData name="Eduardo Lucas" userId="2c32288683b74354" providerId="LiveId" clId="{C04C1423-D3FD-4F6D-9B50-B4D68F2B16FA}" dt="2023-04-20T14:11:28.546" v="839" actId="1076"/>
          <ac:picMkLst>
            <pc:docMk/>
            <pc:sldMk cId="3589304681" sldId="282"/>
            <ac:picMk id="8" creationId="{895BF780-9422-ED22-857B-DEC2A757898E}"/>
          </ac:picMkLst>
        </pc:picChg>
        <pc:picChg chg="add mod">
          <ac:chgData name="Eduardo Lucas" userId="2c32288683b74354" providerId="LiveId" clId="{C04C1423-D3FD-4F6D-9B50-B4D68F2B16FA}" dt="2023-04-20T14:11:14.669" v="834" actId="1076"/>
          <ac:picMkLst>
            <pc:docMk/>
            <pc:sldMk cId="3589304681" sldId="282"/>
            <ac:picMk id="10" creationId="{80544FB8-6596-4A3E-A2A2-3EF0F2A14864}"/>
          </ac:picMkLst>
        </pc:picChg>
        <pc:picChg chg="add mod">
          <ac:chgData name="Eduardo Lucas" userId="2c32288683b74354" providerId="LiveId" clId="{C04C1423-D3FD-4F6D-9B50-B4D68F2B16FA}" dt="2023-04-20T14:11:21.770" v="837" actId="1076"/>
          <ac:picMkLst>
            <pc:docMk/>
            <pc:sldMk cId="3589304681" sldId="282"/>
            <ac:picMk id="12" creationId="{8AC5FCDB-C820-F303-2CDB-E1953B71A947}"/>
          </ac:picMkLst>
        </pc:picChg>
        <pc:picChg chg="add del">
          <ac:chgData name="Eduardo Lucas" userId="2c32288683b74354" providerId="LiveId" clId="{C04C1423-D3FD-4F6D-9B50-B4D68F2B16FA}" dt="2023-04-20T14:12:19.924" v="841" actId="22"/>
          <ac:picMkLst>
            <pc:docMk/>
            <pc:sldMk cId="3589304681" sldId="282"/>
            <ac:picMk id="14" creationId="{31C305CE-97E6-BE45-B497-186354FB5DD3}"/>
          </ac:picMkLst>
        </pc:picChg>
      </pc:sldChg>
      <pc:sldChg chg="del">
        <pc:chgData name="Eduardo Lucas" userId="2c32288683b74354" providerId="LiveId" clId="{C04C1423-D3FD-4F6D-9B50-B4D68F2B16FA}" dt="2023-04-20T13:50:30.863" v="28" actId="47"/>
        <pc:sldMkLst>
          <pc:docMk/>
          <pc:sldMk cId="3770615147" sldId="282"/>
        </pc:sldMkLst>
      </pc:sldChg>
      <pc:sldChg chg="del">
        <pc:chgData name="Eduardo Lucas" userId="2c32288683b74354" providerId="LiveId" clId="{C04C1423-D3FD-4F6D-9B50-B4D68F2B16FA}" dt="2023-04-20T13:50:30.984" v="29" actId="47"/>
        <pc:sldMkLst>
          <pc:docMk/>
          <pc:sldMk cId="2402984834" sldId="283"/>
        </pc:sldMkLst>
      </pc:sldChg>
      <pc:sldChg chg="addSp delSp modSp add mod">
        <pc:chgData name="Eduardo Lucas" userId="2c32288683b74354" providerId="LiveId" clId="{C04C1423-D3FD-4F6D-9B50-B4D68F2B16FA}" dt="2023-04-20T14:23:22.159" v="1132" actId="2710"/>
        <pc:sldMkLst>
          <pc:docMk/>
          <pc:sldMk cId="2834263483" sldId="283"/>
        </pc:sldMkLst>
        <pc:spChg chg="mod">
          <ac:chgData name="Eduardo Lucas" userId="2c32288683b74354" providerId="LiveId" clId="{C04C1423-D3FD-4F6D-9B50-B4D68F2B16FA}" dt="2023-04-20T14:18:54.080" v="951" actId="20577"/>
          <ac:spMkLst>
            <pc:docMk/>
            <pc:sldMk cId="2834263483" sldId="283"/>
            <ac:spMk id="2" creationId="{71CA36E5-C16C-B323-9708-48E4D6D10865}"/>
          </ac:spMkLst>
        </pc:spChg>
        <pc:spChg chg="add mod">
          <ac:chgData name="Eduardo Lucas" userId="2c32288683b74354" providerId="LiveId" clId="{C04C1423-D3FD-4F6D-9B50-B4D68F2B16FA}" dt="2023-04-20T14:23:22.159" v="1132" actId="2710"/>
          <ac:spMkLst>
            <pc:docMk/>
            <pc:sldMk cId="2834263483" sldId="283"/>
            <ac:spMk id="3" creationId="{58017DA9-7237-8146-AC11-8B4783ED2446}"/>
          </ac:spMkLst>
        </pc:spChg>
        <pc:picChg chg="del">
          <ac:chgData name="Eduardo Lucas" userId="2c32288683b74354" providerId="LiveId" clId="{C04C1423-D3FD-4F6D-9B50-B4D68F2B16FA}" dt="2023-04-20T14:15:57.620" v="897" actId="478"/>
          <ac:picMkLst>
            <pc:docMk/>
            <pc:sldMk cId="2834263483" sldId="283"/>
            <ac:picMk id="8" creationId="{895BF780-9422-ED22-857B-DEC2A757898E}"/>
          </ac:picMkLst>
        </pc:picChg>
        <pc:picChg chg="del">
          <ac:chgData name="Eduardo Lucas" userId="2c32288683b74354" providerId="LiveId" clId="{C04C1423-D3FD-4F6D-9B50-B4D68F2B16FA}" dt="2023-04-20T14:15:53.168" v="895" actId="478"/>
          <ac:picMkLst>
            <pc:docMk/>
            <pc:sldMk cId="2834263483" sldId="283"/>
            <ac:picMk id="10" creationId="{80544FB8-6596-4A3E-A2A2-3EF0F2A14864}"/>
          </ac:picMkLst>
        </pc:picChg>
        <pc:picChg chg="del">
          <ac:chgData name="Eduardo Lucas" userId="2c32288683b74354" providerId="LiveId" clId="{C04C1423-D3FD-4F6D-9B50-B4D68F2B16FA}" dt="2023-04-20T14:15:55.564" v="896" actId="478"/>
          <ac:picMkLst>
            <pc:docMk/>
            <pc:sldMk cId="2834263483" sldId="283"/>
            <ac:picMk id="12" creationId="{8AC5FCDB-C820-F303-2CDB-E1953B71A947}"/>
          </ac:picMkLst>
        </pc:picChg>
      </pc:sldChg>
      <pc:sldChg chg="modSp add del mod">
        <pc:chgData name="Eduardo Lucas" userId="2c32288683b74354" providerId="LiveId" clId="{C04C1423-D3FD-4F6D-9B50-B4D68F2B16FA}" dt="2023-04-20T14:15:38.184" v="885" actId="47"/>
        <pc:sldMkLst>
          <pc:docMk/>
          <pc:sldMk cId="3204449822" sldId="283"/>
        </pc:sldMkLst>
        <pc:spChg chg="mod">
          <ac:chgData name="Eduardo Lucas" userId="2c32288683b74354" providerId="LiveId" clId="{C04C1423-D3FD-4F6D-9B50-B4D68F2B16FA}" dt="2023-04-20T14:13:06.867" v="883" actId="20577"/>
          <ac:spMkLst>
            <pc:docMk/>
            <pc:sldMk cId="3204449822" sldId="283"/>
            <ac:spMk id="2" creationId="{71CA36E5-C16C-B323-9708-48E4D6D10865}"/>
          </ac:spMkLst>
        </pc:spChg>
      </pc:sldChg>
      <pc:sldChg chg="addSp delSp modSp add del mod">
        <pc:chgData name="Eduardo Lucas" userId="2c32288683b74354" providerId="LiveId" clId="{C04C1423-D3FD-4F6D-9B50-B4D68F2B16FA}" dt="2023-04-20T14:32:04.170" v="1365" actId="47"/>
        <pc:sldMkLst>
          <pc:docMk/>
          <pc:sldMk cId="2505521301" sldId="284"/>
        </pc:sldMkLst>
        <pc:spChg chg="mod">
          <ac:chgData name="Eduardo Lucas" userId="2c32288683b74354" providerId="LiveId" clId="{C04C1423-D3FD-4F6D-9B50-B4D68F2B16FA}" dt="2023-04-20T14:24:10.615" v="1163" actId="20577"/>
          <ac:spMkLst>
            <pc:docMk/>
            <pc:sldMk cId="2505521301" sldId="284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4:25:12.970" v="1186" actId="113"/>
          <ac:spMkLst>
            <pc:docMk/>
            <pc:sldMk cId="2505521301" sldId="284"/>
            <ac:spMk id="3" creationId="{58017DA9-7237-8146-AC11-8B4783ED2446}"/>
          </ac:spMkLst>
        </pc:spChg>
        <pc:spChg chg="add del">
          <ac:chgData name="Eduardo Lucas" userId="2c32288683b74354" providerId="LiveId" clId="{C04C1423-D3FD-4F6D-9B50-B4D68F2B16FA}" dt="2023-04-20T14:30:08.528" v="1343" actId="22"/>
          <ac:spMkLst>
            <pc:docMk/>
            <pc:sldMk cId="2505521301" sldId="284"/>
            <ac:spMk id="6" creationId="{71221C6E-F70F-B97D-BE0B-764E328090A3}"/>
          </ac:spMkLst>
        </pc:spChg>
        <pc:graphicFrameChg chg="add mod modGraphic">
          <ac:chgData name="Eduardo Lucas" userId="2c32288683b74354" providerId="LiveId" clId="{C04C1423-D3FD-4F6D-9B50-B4D68F2B16FA}" dt="2023-04-20T14:29:44.986" v="1341" actId="113"/>
          <ac:graphicFrameMkLst>
            <pc:docMk/>
            <pc:sldMk cId="2505521301" sldId="284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1.323" v="31" actId="47"/>
        <pc:sldMkLst>
          <pc:docMk/>
          <pc:sldMk cId="3642479162" sldId="284"/>
        </pc:sldMkLst>
      </pc:sldChg>
      <pc:sldChg chg="addSp delSp modSp add mod">
        <pc:chgData name="Eduardo Lucas" userId="2c32288683b74354" providerId="LiveId" clId="{C04C1423-D3FD-4F6D-9B50-B4D68F2B16FA}" dt="2023-04-20T14:32:10.245" v="1366" actId="478"/>
        <pc:sldMkLst>
          <pc:docMk/>
          <pc:sldMk cId="2732670362" sldId="285"/>
        </pc:sldMkLst>
        <pc:spChg chg="add del mod">
          <ac:chgData name="Eduardo Lucas" userId="2c32288683b74354" providerId="LiveId" clId="{C04C1423-D3FD-4F6D-9B50-B4D68F2B16FA}" dt="2023-04-20T14:32:10.245" v="1366" actId="478"/>
          <ac:spMkLst>
            <pc:docMk/>
            <pc:sldMk cId="2732670362" sldId="285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1:07.951" v="1353" actId="20577"/>
          <ac:graphicFrameMkLst>
            <pc:docMk/>
            <pc:sldMk cId="2732670362" sldId="285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1.683" v="33" actId="47"/>
        <pc:sldMkLst>
          <pc:docMk/>
          <pc:sldMk cId="2754948761" sldId="285"/>
        </pc:sldMkLst>
      </pc:sldChg>
      <pc:sldChg chg="add del">
        <pc:chgData name="Eduardo Lucas" userId="2c32288683b74354" providerId="LiveId" clId="{C04C1423-D3FD-4F6D-9B50-B4D68F2B16FA}" dt="2023-04-20T14:31:50.355" v="1361" actId="47"/>
        <pc:sldMkLst>
          <pc:docMk/>
          <pc:sldMk cId="2231415087" sldId="286"/>
        </pc:sldMkLst>
      </pc:sldChg>
      <pc:sldChg chg="del">
        <pc:chgData name="Eduardo Lucas" userId="2c32288683b74354" providerId="LiveId" clId="{C04C1423-D3FD-4F6D-9B50-B4D68F2B16FA}" dt="2023-04-20T13:50:32.007" v="35" actId="47"/>
        <pc:sldMkLst>
          <pc:docMk/>
          <pc:sldMk cId="3048623428" sldId="286"/>
        </pc:sldMkLst>
      </pc:sldChg>
      <pc:sldChg chg="modSp add mod">
        <pc:chgData name="Eduardo Lucas" userId="2c32288683b74354" providerId="LiveId" clId="{C04C1423-D3FD-4F6D-9B50-B4D68F2B16FA}" dt="2023-04-20T14:32:32.793" v="1370" actId="207"/>
        <pc:sldMkLst>
          <pc:docMk/>
          <pc:sldMk cId="3399610284" sldId="286"/>
        </pc:sldMkLst>
        <pc:graphicFrameChg chg="modGraphic">
          <ac:chgData name="Eduardo Lucas" userId="2c32288683b74354" providerId="LiveId" clId="{C04C1423-D3FD-4F6D-9B50-B4D68F2B16FA}" dt="2023-04-20T14:32:32.793" v="1370" actId="207"/>
          <ac:graphicFrameMkLst>
            <pc:docMk/>
            <pc:sldMk cId="3399610284" sldId="286"/>
            <ac:graphicFrameMk id="4" creationId="{26D94490-5EB0-201B-52F8-B697CD44492F}"/>
          </ac:graphicFrameMkLst>
        </pc:graphicFrameChg>
      </pc:sldChg>
      <pc:sldChg chg="del">
        <pc:chgData name="Eduardo Lucas" userId="2c32288683b74354" providerId="LiveId" clId="{C04C1423-D3FD-4F6D-9B50-B4D68F2B16FA}" dt="2023-04-20T13:50:32.313" v="37" actId="47"/>
        <pc:sldMkLst>
          <pc:docMk/>
          <pc:sldMk cId="1047664571" sldId="287"/>
        </pc:sldMkLst>
      </pc:sldChg>
      <pc:sldChg chg="addSp delSp modSp add mod ord">
        <pc:chgData name="Eduardo Lucas" userId="2c32288683b74354" providerId="LiveId" clId="{C04C1423-D3FD-4F6D-9B50-B4D68F2B16FA}" dt="2023-04-20T14:34:25.155" v="1393" actId="1035"/>
        <pc:sldMkLst>
          <pc:docMk/>
          <pc:sldMk cId="2046502115" sldId="287"/>
        </pc:sldMkLst>
        <pc:spChg chg="add del mod">
          <ac:chgData name="Eduardo Lucas" userId="2c32288683b74354" providerId="LiveId" clId="{C04C1423-D3FD-4F6D-9B50-B4D68F2B16FA}" dt="2023-04-20T14:33:54.935" v="1386" actId="478"/>
          <ac:spMkLst>
            <pc:docMk/>
            <pc:sldMk cId="2046502115" sldId="287"/>
            <ac:spMk id="5" creationId="{3270FD14-BFFD-8E9A-0D61-104C26CD5EED}"/>
          </ac:spMkLst>
        </pc:spChg>
        <pc:spChg chg="mod">
          <ac:chgData name="Eduardo Lucas" userId="2c32288683b74354" providerId="LiveId" clId="{C04C1423-D3FD-4F6D-9B50-B4D68F2B16FA}" dt="2023-04-20T14:34:25.155" v="1393" actId="1035"/>
          <ac:spMkLst>
            <pc:docMk/>
            <pc:sldMk cId="2046502115" sldId="287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3:43.510" v="1383" actId="207"/>
          <ac:graphicFrameMkLst>
            <pc:docMk/>
            <pc:sldMk cId="2046502115" sldId="287"/>
            <ac:graphicFrameMk id="4" creationId="{26D94490-5EB0-201B-52F8-B697CD44492F}"/>
          </ac:graphicFrameMkLst>
        </pc:graphicFrameChg>
      </pc:sldChg>
      <pc:sldChg chg="add del">
        <pc:chgData name="Eduardo Lucas" userId="2c32288683b74354" providerId="LiveId" clId="{C04C1423-D3FD-4F6D-9B50-B4D68F2B16FA}" dt="2023-04-20T14:31:52.617" v="1362" actId="47"/>
        <pc:sldMkLst>
          <pc:docMk/>
          <pc:sldMk cId="2376066811" sldId="287"/>
        </pc:sldMkLst>
      </pc:sldChg>
      <pc:sldChg chg="modSp add mod ord">
        <pc:chgData name="Eduardo Lucas" userId="2c32288683b74354" providerId="LiveId" clId="{C04C1423-D3FD-4F6D-9B50-B4D68F2B16FA}" dt="2023-04-20T14:35:46.907" v="1502" actId="113"/>
        <pc:sldMkLst>
          <pc:docMk/>
          <pc:sldMk cId="1058867137" sldId="288"/>
        </pc:sldMkLst>
        <pc:spChg chg="mod">
          <ac:chgData name="Eduardo Lucas" userId="2c32288683b74354" providerId="LiveId" clId="{C04C1423-D3FD-4F6D-9B50-B4D68F2B16FA}" dt="2023-04-20T14:35:46.907" v="1502" actId="113"/>
          <ac:spMkLst>
            <pc:docMk/>
            <pc:sldMk cId="1058867137" sldId="288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4:36.530" v="1394" actId="207"/>
          <ac:graphicFrameMkLst>
            <pc:docMk/>
            <pc:sldMk cId="1058867137" sldId="288"/>
            <ac:graphicFrameMk id="4" creationId="{26D94490-5EB0-201B-52F8-B697CD44492F}"/>
          </ac:graphicFrameMkLst>
        </pc:graphicFrameChg>
      </pc:sldChg>
      <pc:sldChg chg="add del">
        <pc:chgData name="Eduardo Lucas" userId="2c32288683b74354" providerId="LiveId" clId="{C04C1423-D3FD-4F6D-9B50-B4D68F2B16FA}" dt="2023-04-20T14:31:53.850" v="1363" actId="47"/>
        <pc:sldMkLst>
          <pc:docMk/>
          <pc:sldMk cId="1115402680" sldId="288"/>
        </pc:sldMkLst>
      </pc:sldChg>
      <pc:sldChg chg="del">
        <pc:chgData name="Eduardo Lucas" userId="2c32288683b74354" providerId="LiveId" clId="{C04C1423-D3FD-4F6D-9B50-B4D68F2B16FA}" dt="2023-04-20T13:50:33.068" v="39" actId="47"/>
        <pc:sldMkLst>
          <pc:docMk/>
          <pc:sldMk cId="3497790999" sldId="288"/>
        </pc:sldMkLst>
      </pc:sldChg>
      <pc:sldChg chg="del">
        <pc:chgData name="Eduardo Lucas" userId="2c32288683b74354" providerId="LiveId" clId="{C04C1423-D3FD-4F6D-9B50-B4D68F2B16FA}" dt="2023-04-20T13:50:33.564" v="40" actId="47"/>
        <pc:sldMkLst>
          <pc:docMk/>
          <pc:sldMk cId="2715732391" sldId="289"/>
        </pc:sldMkLst>
      </pc:sldChg>
      <pc:sldChg chg="modSp add mod">
        <pc:chgData name="Eduardo Lucas" userId="2c32288683b74354" providerId="LiveId" clId="{C04C1423-D3FD-4F6D-9B50-B4D68F2B16FA}" dt="2023-04-20T14:36:57.648" v="1510" actId="207"/>
        <pc:sldMkLst>
          <pc:docMk/>
          <pc:sldMk cId="4080364374" sldId="289"/>
        </pc:sldMkLst>
        <pc:spChg chg="mod">
          <ac:chgData name="Eduardo Lucas" userId="2c32288683b74354" providerId="LiveId" clId="{C04C1423-D3FD-4F6D-9B50-B4D68F2B16FA}" dt="2023-04-20T14:36:49.460" v="1509" actId="255"/>
          <ac:spMkLst>
            <pc:docMk/>
            <pc:sldMk cId="4080364374" sldId="289"/>
            <ac:spMk id="6" creationId="{672173C8-AB03-8620-6601-6533C37638BC}"/>
          </ac:spMkLst>
        </pc:spChg>
        <pc:graphicFrameChg chg="modGraphic">
          <ac:chgData name="Eduardo Lucas" userId="2c32288683b74354" providerId="LiveId" clId="{C04C1423-D3FD-4F6D-9B50-B4D68F2B16FA}" dt="2023-04-20T14:36:57.648" v="1510" actId="207"/>
          <ac:graphicFrameMkLst>
            <pc:docMk/>
            <pc:sldMk cId="4080364374" sldId="289"/>
            <ac:graphicFrameMk id="4" creationId="{26D94490-5EB0-201B-52F8-B697CD44492F}"/>
          </ac:graphicFrameMkLst>
        </pc:graphicFrameChg>
      </pc:sldChg>
      <pc:sldChg chg="addSp delSp modSp add mod ord">
        <pc:chgData name="Eduardo Lucas" userId="2c32288683b74354" providerId="LiveId" clId="{C04C1423-D3FD-4F6D-9B50-B4D68F2B16FA}" dt="2023-04-20T14:53:12.069" v="1699" actId="20577"/>
        <pc:sldMkLst>
          <pc:docMk/>
          <pc:sldMk cId="858124112" sldId="290"/>
        </pc:sldMkLst>
        <pc:spChg chg="mod">
          <ac:chgData name="Eduardo Lucas" userId="2c32288683b74354" providerId="LiveId" clId="{C04C1423-D3FD-4F6D-9B50-B4D68F2B16FA}" dt="2023-04-20T14:42:56.975" v="1544" actId="20577"/>
          <ac:spMkLst>
            <pc:docMk/>
            <pc:sldMk cId="858124112" sldId="290"/>
            <ac:spMk id="2" creationId="{71CA36E5-C16C-B323-9708-48E4D6D10865}"/>
          </ac:spMkLst>
        </pc:spChg>
        <pc:spChg chg="mod">
          <ac:chgData name="Eduardo Lucas" userId="2c32288683b74354" providerId="LiveId" clId="{C04C1423-D3FD-4F6D-9B50-B4D68F2B16FA}" dt="2023-04-20T14:53:12.069" v="1699" actId="20577"/>
          <ac:spMkLst>
            <pc:docMk/>
            <pc:sldMk cId="858124112" sldId="290"/>
            <ac:spMk id="3" creationId="{58017DA9-7237-8146-AC11-8B4783ED2446}"/>
          </ac:spMkLst>
        </pc:spChg>
        <pc:spChg chg="add mod">
          <ac:chgData name="Eduardo Lucas" userId="2c32288683b74354" providerId="LiveId" clId="{C04C1423-D3FD-4F6D-9B50-B4D68F2B16FA}" dt="2023-04-20T14:45:00.246" v="1631" actId="1076"/>
          <ac:spMkLst>
            <pc:docMk/>
            <pc:sldMk cId="858124112" sldId="290"/>
            <ac:spMk id="5" creationId="{A4AC387F-3DD4-882C-056B-F9C00AB70928}"/>
          </ac:spMkLst>
        </pc:spChg>
        <pc:spChg chg="add mod">
          <ac:chgData name="Eduardo Lucas" userId="2c32288683b74354" providerId="LiveId" clId="{C04C1423-D3FD-4F6D-9B50-B4D68F2B16FA}" dt="2023-04-20T14:48:34.613" v="1650" actId="20577"/>
          <ac:spMkLst>
            <pc:docMk/>
            <pc:sldMk cId="858124112" sldId="290"/>
            <ac:spMk id="6" creationId="{7CB92DEC-A8C0-5A44-872F-16D9948F6FAA}"/>
          </ac:spMkLst>
        </pc:spChg>
        <pc:graphicFrameChg chg="del">
          <ac:chgData name="Eduardo Lucas" userId="2c32288683b74354" providerId="LiveId" clId="{C04C1423-D3FD-4F6D-9B50-B4D68F2B16FA}" dt="2023-04-20T14:42:11.716" v="1531" actId="478"/>
          <ac:graphicFrameMkLst>
            <pc:docMk/>
            <pc:sldMk cId="858124112" sldId="290"/>
            <ac:graphicFrameMk id="4" creationId="{26D94490-5EB0-201B-52F8-B697CD44492F}"/>
          </ac:graphicFrameMkLst>
        </pc:graphicFrameChg>
        <pc:picChg chg="add mod">
          <ac:chgData name="Eduardo Lucas" userId="2c32288683b74354" providerId="LiveId" clId="{C04C1423-D3FD-4F6D-9B50-B4D68F2B16FA}" dt="2023-04-20T14:49:35.636" v="1654" actId="1076"/>
          <ac:picMkLst>
            <pc:docMk/>
            <pc:sldMk cId="858124112" sldId="290"/>
            <ac:picMk id="8" creationId="{4F549802-D9D0-993C-8159-D98CEF3BBFB2}"/>
          </ac:picMkLst>
        </pc:picChg>
      </pc:sldChg>
      <pc:sldChg chg="del">
        <pc:chgData name="Eduardo Lucas" userId="2c32288683b74354" providerId="LiveId" clId="{C04C1423-D3FD-4F6D-9B50-B4D68F2B16FA}" dt="2023-04-20T13:50:31.154" v="30" actId="47"/>
        <pc:sldMkLst>
          <pc:docMk/>
          <pc:sldMk cId="2908826188" sldId="290"/>
        </pc:sldMkLst>
      </pc:sldChg>
      <pc:sldChg chg="del">
        <pc:chgData name="Eduardo Lucas" userId="2c32288683b74354" providerId="LiveId" clId="{C04C1423-D3FD-4F6D-9B50-B4D68F2B16FA}" dt="2023-04-20T13:50:31.514" v="32" actId="47"/>
        <pc:sldMkLst>
          <pc:docMk/>
          <pc:sldMk cId="1949198225" sldId="291"/>
        </pc:sldMkLst>
      </pc:sldChg>
      <pc:sldChg chg="addSp delSp modSp add mod">
        <pc:chgData name="Eduardo Lucas" userId="2c32288683b74354" providerId="LiveId" clId="{C04C1423-D3FD-4F6D-9B50-B4D68F2B16FA}" dt="2023-04-20T14:53:16.750" v="1708" actId="20577"/>
        <pc:sldMkLst>
          <pc:docMk/>
          <pc:sldMk cId="2997845906" sldId="291"/>
        </pc:sldMkLst>
        <pc:spChg chg="mod">
          <ac:chgData name="Eduardo Lucas" userId="2c32288683b74354" providerId="LiveId" clId="{C04C1423-D3FD-4F6D-9B50-B4D68F2B16FA}" dt="2023-04-20T14:53:16.750" v="1708" actId="20577"/>
          <ac:spMkLst>
            <pc:docMk/>
            <pc:sldMk cId="2997845906" sldId="291"/>
            <ac:spMk id="3" creationId="{58017DA9-7237-8146-AC11-8B4783ED2446}"/>
          </ac:spMkLst>
        </pc:spChg>
        <pc:spChg chg="mod">
          <ac:chgData name="Eduardo Lucas" userId="2c32288683b74354" providerId="LiveId" clId="{C04C1423-D3FD-4F6D-9B50-B4D68F2B16FA}" dt="2023-04-20T14:52:15.176" v="1662" actId="20577"/>
          <ac:spMkLst>
            <pc:docMk/>
            <pc:sldMk cId="2997845906" sldId="291"/>
            <ac:spMk id="6" creationId="{7CB92DEC-A8C0-5A44-872F-16D9948F6FAA}"/>
          </ac:spMkLst>
        </pc:spChg>
        <pc:picChg chg="add mod">
          <ac:chgData name="Eduardo Lucas" userId="2c32288683b74354" providerId="LiveId" clId="{C04C1423-D3FD-4F6D-9B50-B4D68F2B16FA}" dt="2023-04-20T14:52:42.815" v="1667" actId="1076"/>
          <ac:picMkLst>
            <pc:docMk/>
            <pc:sldMk cId="2997845906" sldId="291"/>
            <ac:picMk id="7" creationId="{A10C0584-0E78-E9C9-D4A6-0B770087476C}"/>
          </ac:picMkLst>
        </pc:picChg>
        <pc:picChg chg="del">
          <ac:chgData name="Eduardo Lucas" userId="2c32288683b74354" providerId="LiveId" clId="{C04C1423-D3FD-4F6D-9B50-B4D68F2B16FA}" dt="2023-04-20T14:52:12.336" v="1661" actId="478"/>
          <ac:picMkLst>
            <pc:docMk/>
            <pc:sldMk cId="2997845906" sldId="291"/>
            <ac:picMk id="8" creationId="{4F549802-D9D0-993C-8159-D98CEF3BBFB2}"/>
          </ac:picMkLst>
        </pc:picChg>
      </pc:sldChg>
      <pc:sldChg chg="del">
        <pc:chgData name="Eduardo Lucas" userId="2c32288683b74354" providerId="LiveId" clId="{C04C1423-D3FD-4F6D-9B50-B4D68F2B16FA}" dt="2023-04-20T13:50:30.569" v="26" actId="47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C04C1423-D3FD-4F6D-9B50-B4D68F2B16FA}" dt="2023-04-20T14:55:25.193" v="1733" actId="20577"/>
        <pc:sldMkLst>
          <pc:docMk/>
          <pc:sldMk cId="3056278725" sldId="292"/>
        </pc:sldMkLst>
        <pc:spChg chg="mod">
          <ac:chgData name="Eduardo Lucas" userId="2c32288683b74354" providerId="LiveId" clId="{C04C1423-D3FD-4F6D-9B50-B4D68F2B16FA}" dt="2023-04-20T14:53:04.674" v="1671" actId="207"/>
          <ac:spMkLst>
            <pc:docMk/>
            <pc:sldMk cId="3056278725" sldId="292"/>
            <ac:spMk id="3" creationId="{58017DA9-7237-8146-AC11-8B4783ED2446}"/>
          </ac:spMkLst>
        </pc:spChg>
        <pc:spChg chg="mod">
          <ac:chgData name="Eduardo Lucas" userId="2c32288683b74354" providerId="LiveId" clId="{C04C1423-D3FD-4F6D-9B50-B4D68F2B16FA}" dt="2023-04-20T14:55:25.193" v="1733" actId="20577"/>
          <ac:spMkLst>
            <pc:docMk/>
            <pc:sldMk cId="3056278725" sldId="292"/>
            <ac:spMk id="6" creationId="{7CB92DEC-A8C0-5A44-872F-16D9948F6FAA}"/>
          </ac:spMkLst>
        </pc:spChg>
        <pc:picChg chg="del">
          <ac:chgData name="Eduardo Lucas" userId="2c32288683b74354" providerId="LiveId" clId="{C04C1423-D3FD-4F6D-9B50-B4D68F2B16FA}" dt="2023-04-20T14:55:14.451" v="1728" actId="478"/>
          <ac:picMkLst>
            <pc:docMk/>
            <pc:sldMk cId="3056278725" sldId="292"/>
            <ac:picMk id="7" creationId="{A10C0584-0E78-E9C9-D4A6-0B770087476C}"/>
          </ac:picMkLst>
        </pc:picChg>
        <pc:picChg chg="add mod">
          <ac:chgData name="Eduardo Lucas" userId="2c32288683b74354" providerId="LiveId" clId="{C04C1423-D3FD-4F6D-9B50-B4D68F2B16FA}" dt="2023-04-20T14:55:22.268" v="1732" actId="1076"/>
          <ac:picMkLst>
            <pc:docMk/>
            <pc:sldMk cId="3056278725" sldId="292"/>
            <ac:picMk id="8" creationId="{75BE2FE0-49F2-868A-95FD-6CF97E895A72}"/>
          </ac:picMkLst>
        </pc:picChg>
      </pc:sldChg>
      <pc:sldChg chg="del">
        <pc:chgData name="Eduardo Lucas" userId="2c32288683b74354" providerId="LiveId" clId="{C04C1423-D3FD-4F6D-9B50-B4D68F2B16FA}" dt="2023-04-20T13:50:31.873" v="34" actId="47"/>
        <pc:sldMkLst>
          <pc:docMk/>
          <pc:sldMk cId="724609313" sldId="293"/>
        </pc:sldMkLst>
      </pc:sldChg>
      <pc:sldChg chg="del">
        <pc:chgData name="Eduardo Lucas" userId="2c32288683b74354" providerId="LiveId" clId="{C04C1423-D3FD-4F6D-9B50-B4D68F2B16FA}" dt="2023-04-20T13:50:32.164" v="36" actId="47"/>
        <pc:sldMkLst>
          <pc:docMk/>
          <pc:sldMk cId="1353033329" sldId="294"/>
        </pc:sldMkLst>
      </pc:sldChg>
      <pc:sldChg chg="del">
        <pc:chgData name="Eduardo Lucas" userId="2c32288683b74354" providerId="LiveId" clId="{C04C1423-D3FD-4F6D-9B50-B4D68F2B16FA}" dt="2023-04-20T13:50:32.543" v="38" actId="47"/>
        <pc:sldMkLst>
          <pc:docMk/>
          <pc:sldMk cId="143972065" sldId="295"/>
        </pc:sldMkLst>
      </pc:sldChg>
    </pc:docChg>
  </pc:docChgLst>
  <pc:docChgLst>
    <pc:chgData name="Eduardo Lucas" userId="c21d3465c4c8d455" providerId="LiveId" clId="{F28D0698-1128-4B52-AF1D-282A4DF8717C}"/>
    <pc:docChg chg="modSld sldOrd">
      <pc:chgData name="Eduardo Lucas" userId="c21d3465c4c8d455" providerId="LiveId" clId="{F28D0698-1128-4B52-AF1D-282A4DF8717C}" dt="2023-02-14T20:27:33.651" v="26"/>
      <pc:docMkLst>
        <pc:docMk/>
      </pc:docMkLst>
      <pc:sldChg chg="modSp mod">
        <pc:chgData name="Eduardo Lucas" userId="c21d3465c4c8d455" providerId="LiveId" clId="{F28D0698-1128-4B52-AF1D-282A4DF8717C}" dt="2023-02-14T20:20:40.538" v="24" actId="20577"/>
        <pc:sldMkLst>
          <pc:docMk/>
          <pc:sldMk cId="1674236269" sldId="262"/>
        </pc:sldMkLst>
        <pc:spChg chg="mod">
          <ac:chgData name="Eduardo Lucas" userId="c21d3465c4c8d455" providerId="LiveId" clId="{F28D0698-1128-4B52-AF1D-282A4DF8717C}" dt="2023-02-14T20:20:40.538" v="24" actId="20577"/>
          <ac:spMkLst>
            <pc:docMk/>
            <pc:sldMk cId="1674236269" sldId="262"/>
            <ac:spMk id="32" creationId="{65D16D4A-91A8-3FE4-CA17-FC2E3CDAA8F6}"/>
          </ac:spMkLst>
        </pc:spChg>
      </pc:sldChg>
      <pc:sldChg chg="ord">
        <pc:chgData name="Eduardo Lucas" userId="c21d3465c4c8d455" providerId="LiveId" clId="{F28D0698-1128-4B52-AF1D-282A4DF8717C}" dt="2023-02-14T20:27:33.651" v="26"/>
        <pc:sldMkLst>
          <pc:docMk/>
          <pc:sldMk cId="2026832597" sldId="269"/>
        </pc:sldMkLst>
      </pc:sldChg>
    </pc:docChg>
  </pc:docChgLst>
  <pc:docChgLst>
    <pc:chgData name="Eduardo Lucas" userId="2c32288683b74354" providerId="LiveId" clId="{FB7D793C-827B-4AD8-9A0A-0EBA4BAFCE83}"/>
    <pc:docChg chg="undo custSel addSld delSld modSld sldOrd modMainMaster">
      <pc:chgData name="Eduardo Lucas" userId="2c32288683b74354" providerId="LiveId" clId="{FB7D793C-827B-4AD8-9A0A-0EBA4BAFCE83}" dt="2023-04-26T20:10:25.415" v="807" actId="47"/>
      <pc:docMkLst>
        <pc:docMk/>
      </pc:docMkLst>
      <pc:sldChg chg="delSp add del mod">
        <pc:chgData name="Eduardo Lucas" userId="2c32288683b74354" providerId="LiveId" clId="{FB7D793C-827B-4AD8-9A0A-0EBA4BAFCE83}" dt="2023-04-26T20:01:14.042" v="704" actId="47"/>
        <pc:sldMkLst>
          <pc:docMk/>
          <pc:sldMk cId="1277436334" sldId="270"/>
        </pc:sldMkLst>
        <pc:spChg chg="del">
          <ac:chgData name="Eduardo Lucas" userId="2c32288683b74354" providerId="LiveId" clId="{FB7D793C-827B-4AD8-9A0A-0EBA4BAFCE83}" dt="2023-04-26T20:00:31.546" v="680" actId="478"/>
          <ac:spMkLst>
            <pc:docMk/>
            <pc:sldMk cId="1277436334" sldId="270"/>
            <ac:spMk id="2" creationId="{D962A52A-0400-6661-79E8-90E2A6F5527E}"/>
          </ac:spMkLst>
        </pc:spChg>
      </pc:sldChg>
      <pc:sldChg chg="add del">
        <pc:chgData name="Eduardo Lucas" userId="2c32288683b74354" providerId="LiveId" clId="{FB7D793C-827B-4AD8-9A0A-0EBA4BAFCE83}" dt="2023-04-26T20:05:58.214" v="735" actId="47"/>
        <pc:sldMkLst>
          <pc:docMk/>
          <pc:sldMk cId="1588444407" sldId="271"/>
        </pc:sldMkLst>
      </pc:sldChg>
      <pc:sldChg chg="add del">
        <pc:chgData name="Eduardo Lucas" userId="2c32288683b74354" providerId="LiveId" clId="{FB7D793C-827B-4AD8-9A0A-0EBA4BAFCE83}" dt="2023-04-26T20:03:42.990" v="728" actId="47"/>
        <pc:sldMkLst>
          <pc:docMk/>
          <pc:sldMk cId="3978034509" sldId="272"/>
        </pc:sldMkLst>
      </pc:sldChg>
      <pc:sldChg chg="addSp delSp add del mod">
        <pc:chgData name="Eduardo Lucas" userId="2c32288683b74354" providerId="LiveId" clId="{FB7D793C-827B-4AD8-9A0A-0EBA4BAFCE83}" dt="2023-04-26T20:06:40.612" v="743" actId="47"/>
        <pc:sldMkLst>
          <pc:docMk/>
          <pc:sldMk cId="1597913003" sldId="274"/>
        </pc:sldMkLst>
        <pc:spChg chg="add del">
          <ac:chgData name="Eduardo Lucas" userId="2c32288683b74354" providerId="LiveId" clId="{FB7D793C-827B-4AD8-9A0A-0EBA4BAFCE83}" dt="2023-04-26T20:06:09.907" v="737" actId="478"/>
          <ac:spMkLst>
            <pc:docMk/>
            <pc:sldMk cId="1597913003" sldId="274"/>
            <ac:spMk id="8" creationId="{FC8854D0-1136-D296-D442-C7D6066B4C74}"/>
          </ac:spMkLst>
        </pc:spChg>
      </pc:sldChg>
      <pc:sldChg chg="add del">
        <pc:chgData name="Eduardo Lucas" userId="2c32288683b74354" providerId="LiveId" clId="{FB7D793C-827B-4AD8-9A0A-0EBA4BAFCE83}" dt="2023-04-26T20:08:04.108" v="768" actId="47"/>
        <pc:sldMkLst>
          <pc:docMk/>
          <pc:sldMk cId="457143042" sldId="275"/>
        </pc:sldMkLst>
      </pc:sldChg>
      <pc:sldChg chg="add del">
        <pc:chgData name="Eduardo Lucas" userId="2c32288683b74354" providerId="LiveId" clId="{FB7D793C-827B-4AD8-9A0A-0EBA4BAFCE83}" dt="2023-04-26T20:09:00.724" v="782" actId="47"/>
        <pc:sldMkLst>
          <pc:docMk/>
          <pc:sldMk cId="3417104561" sldId="276"/>
        </pc:sldMkLst>
      </pc:sldChg>
      <pc:sldChg chg="del">
        <pc:chgData name="Eduardo Lucas" userId="2c32288683b74354" providerId="LiveId" clId="{FB7D793C-827B-4AD8-9A0A-0EBA4BAFCE83}" dt="2023-04-26T19:42:42.365" v="228" actId="47"/>
        <pc:sldMkLst>
          <pc:docMk/>
          <pc:sldMk cId="3927147532" sldId="278"/>
        </pc:sldMkLst>
      </pc:sldChg>
      <pc:sldChg chg="addSp delSp modSp new add del mod">
        <pc:chgData name="Eduardo Lucas" userId="2c32288683b74354" providerId="LiveId" clId="{FB7D793C-827B-4AD8-9A0A-0EBA4BAFCE83}" dt="2023-04-26T19:39:16.072" v="134" actId="47"/>
        <pc:sldMkLst>
          <pc:docMk/>
          <pc:sldMk cId="2910731657" sldId="279"/>
        </pc:sldMkLst>
        <pc:spChg chg="del">
          <ac:chgData name="Eduardo Lucas" userId="2c32288683b74354" providerId="LiveId" clId="{FB7D793C-827B-4AD8-9A0A-0EBA4BAFCE83}" dt="2023-04-26T19:36:55.535" v="21" actId="478"/>
          <ac:spMkLst>
            <pc:docMk/>
            <pc:sldMk cId="2910731657" sldId="279"/>
            <ac:spMk id="2" creationId="{952B5C68-837C-86BC-9561-599E5C4FD561}"/>
          </ac:spMkLst>
        </pc:spChg>
        <pc:spChg chg="del">
          <ac:chgData name="Eduardo Lucas" userId="2c32288683b74354" providerId="LiveId" clId="{FB7D793C-827B-4AD8-9A0A-0EBA4BAFCE83}" dt="2023-04-26T19:36:57.189" v="22" actId="478"/>
          <ac:spMkLst>
            <pc:docMk/>
            <pc:sldMk cId="2910731657" sldId="279"/>
            <ac:spMk id="3" creationId="{19CCEA4A-E784-8EC6-057A-A1D5B0AEEB4D}"/>
          </ac:spMkLst>
        </pc:spChg>
        <pc:spChg chg="add mod">
          <ac:chgData name="Eduardo Lucas" userId="2c32288683b74354" providerId="LiveId" clId="{FB7D793C-827B-4AD8-9A0A-0EBA4BAFCE83}" dt="2023-04-26T19:37:45.378" v="95" actId="14100"/>
          <ac:spMkLst>
            <pc:docMk/>
            <pc:sldMk cId="2910731657" sldId="279"/>
            <ac:spMk id="4" creationId="{AC3AE15F-6FA6-05B5-BA4B-C8B6CFB0D42F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5" creationId="{0EF475D0-9711-9649-A15C-FF102649D811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6" creationId="{2975EAF6-C124-9341-A310-4080598D3996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7" creationId="{C0D080DB-2141-8395-D918-0CE8C1A9610A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8" creationId="{1117C59D-2DBA-21EB-26D9-D09CD0F71C2F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9" creationId="{3CB1440A-0CC4-BDB2-92F5-FFF03AA47791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10" creationId="{401A86DA-4BEF-DA2D-199E-FE6A8665D00B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11" creationId="{C6BB2555-D083-1441-7CA4-4C3FEC67DF7C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12" creationId="{556470FD-AF3C-CAD1-F58E-04B0C1972F53}"/>
          </ac:spMkLst>
        </pc:spChg>
        <pc:spChg chg="add mod">
          <ac:chgData name="Eduardo Lucas" userId="2c32288683b74354" providerId="LiveId" clId="{FB7D793C-827B-4AD8-9A0A-0EBA4BAFCE83}" dt="2023-04-26T19:37:50.162" v="104" actId="1036"/>
          <ac:spMkLst>
            <pc:docMk/>
            <pc:sldMk cId="2910731657" sldId="279"/>
            <ac:spMk id="13" creationId="{BFB593C1-D3DE-F448-9A74-747D33F995F2}"/>
          </ac:spMkLst>
        </pc:spChg>
        <pc:spChg chg="add mod">
          <ac:chgData name="Eduardo Lucas" userId="2c32288683b74354" providerId="LiveId" clId="{FB7D793C-827B-4AD8-9A0A-0EBA4BAFCE83}" dt="2023-04-26T19:37:35.459" v="69" actId="20577"/>
          <ac:spMkLst>
            <pc:docMk/>
            <pc:sldMk cId="2910731657" sldId="279"/>
            <ac:spMk id="14" creationId="{3A0E8189-2334-6C34-1424-4179CE54D6E4}"/>
          </ac:spMkLst>
        </pc:spChg>
      </pc:sldChg>
      <pc:sldChg chg="del">
        <pc:chgData name="Eduardo Lucas" userId="2c32288683b74354" providerId="LiveId" clId="{FB7D793C-827B-4AD8-9A0A-0EBA4BAFCE83}" dt="2023-04-26T19:36:13.894" v="0" actId="47"/>
        <pc:sldMkLst>
          <pc:docMk/>
          <pc:sldMk cId="3016953295" sldId="279"/>
        </pc:sldMkLst>
      </pc:sldChg>
      <pc:sldChg chg="del">
        <pc:chgData name="Eduardo Lucas" userId="2c32288683b74354" providerId="LiveId" clId="{FB7D793C-827B-4AD8-9A0A-0EBA4BAFCE83}" dt="2023-04-26T19:36:14.352" v="1" actId="47"/>
        <pc:sldMkLst>
          <pc:docMk/>
          <pc:sldMk cId="317613994" sldId="280"/>
        </pc:sldMkLst>
      </pc:sldChg>
      <pc:sldChg chg="addSp delSp modSp new mod">
        <pc:chgData name="Eduardo Lucas" userId="2c32288683b74354" providerId="LiveId" clId="{FB7D793C-827B-4AD8-9A0A-0EBA4BAFCE83}" dt="2023-04-26T19:40:47.409" v="198" actId="6549"/>
        <pc:sldMkLst>
          <pc:docMk/>
          <pc:sldMk cId="1136548887" sldId="280"/>
        </pc:sldMkLst>
        <pc:spChg chg="del">
          <ac:chgData name="Eduardo Lucas" userId="2c32288683b74354" providerId="LiveId" clId="{FB7D793C-827B-4AD8-9A0A-0EBA4BAFCE83}" dt="2023-04-26T19:39:42.746" v="137" actId="478"/>
          <ac:spMkLst>
            <pc:docMk/>
            <pc:sldMk cId="1136548887" sldId="280"/>
            <ac:spMk id="2" creationId="{BF00BBD6-DCF9-6877-BD8E-90DF8F2CF35D}"/>
          </ac:spMkLst>
        </pc:spChg>
        <pc:spChg chg="del">
          <ac:chgData name="Eduardo Lucas" userId="2c32288683b74354" providerId="LiveId" clId="{FB7D793C-827B-4AD8-9A0A-0EBA4BAFCE83}" dt="2023-04-26T19:39:43.745" v="138" actId="478"/>
          <ac:spMkLst>
            <pc:docMk/>
            <pc:sldMk cId="1136548887" sldId="280"/>
            <ac:spMk id="3" creationId="{D6E1D180-EE1A-A52C-A7A1-2E2E68E2016A}"/>
          </ac:spMkLst>
        </pc:spChg>
        <pc:spChg chg="add mod">
          <ac:chgData name="Eduardo Lucas" userId="2c32288683b74354" providerId="LiveId" clId="{FB7D793C-827B-4AD8-9A0A-0EBA4BAFCE83}" dt="2023-04-26T19:40:42.159" v="195" actId="255"/>
          <ac:spMkLst>
            <pc:docMk/>
            <pc:sldMk cId="1136548887" sldId="280"/>
            <ac:spMk id="4" creationId="{918C8A25-959D-F8F1-A11F-AD911B5FA22F}"/>
          </ac:spMkLst>
        </pc:spChg>
        <pc:spChg chg="add mod">
          <ac:chgData name="Eduardo Lucas" userId="2c32288683b74354" providerId="LiveId" clId="{FB7D793C-827B-4AD8-9A0A-0EBA4BAFCE83}" dt="2023-04-26T19:40:47.409" v="198" actId="6549"/>
          <ac:spMkLst>
            <pc:docMk/>
            <pc:sldMk cId="1136548887" sldId="280"/>
            <ac:spMk id="6" creationId="{06B317A5-2E6F-2D78-9517-BD89491C1A2D}"/>
          </ac:spMkLst>
        </pc:spChg>
      </pc:sldChg>
      <pc:sldChg chg="addSp delSp modSp add mod">
        <pc:chgData name="Eduardo Lucas" userId="2c32288683b74354" providerId="LiveId" clId="{FB7D793C-827B-4AD8-9A0A-0EBA4BAFCE83}" dt="2023-04-26T19:42:08.693" v="220" actId="1076"/>
        <pc:sldMkLst>
          <pc:docMk/>
          <pc:sldMk cId="1316339401" sldId="281"/>
        </pc:sldMkLst>
        <pc:spChg chg="mod">
          <ac:chgData name="Eduardo Lucas" userId="2c32288683b74354" providerId="LiveId" clId="{FB7D793C-827B-4AD8-9A0A-0EBA4BAFCE83}" dt="2023-04-26T19:41:36.051" v="218" actId="20577"/>
          <ac:spMkLst>
            <pc:docMk/>
            <pc:sldMk cId="1316339401" sldId="281"/>
            <ac:spMk id="4" creationId="{918C8A25-959D-F8F1-A11F-AD911B5FA22F}"/>
          </ac:spMkLst>
        </pc:spChg>
        <pc:spChg chg="del">
          <ac:chgData name="Eduardo Lucas" userId="2c32288683b74354" providerId="LiveId" clId="{FB7D793C-827B-4AD8-9A0A-0EBA4BAFCE83}" dt="2023-04-26T19:41:22.060" v="200" actId="478"/>
          <ac:spMkLst>
            <pc:docMk/>
            <pc:sldMk cId="1316339401" sldId="281"/>
            <ac:spMk id="6" creationId="{06B317A5-2E6F-2D78-9517-BD89491C1A2D}"/>
          </ac:spMkLst>
        </pc:spChg>
        <pc:graphicFrameChg chg="add mod modGraphic">
          <ac:chgData name="Eduardo Lucas" userId="2c32288683b74354" providerId="LiveId" clId="{FB7D793C-827B-4AD8-9A0A-0EBA4BAFCE83}" dt="2023-04-26T19:42:08.693" v="220" actId="1076"/>
          <ac:graphicFrameMkLst>
            <pc:docMk/>
            <pc:sldMk cId="1316339401" sldId="281"/>
            <ac:graphicFrameMk id="2" creationId="{C8EB765E-6272-B206-CF60-B9FD2299AC3C}"/>
          </ac:graphicFrameMkLst>
        </pc:graphicFrameChg>
      </pc:sldChg>
      <pc:sldChg chg="del">
        <pc:chgData name="Eduardo Lucas" userId="2c32288683b74354" providerId="LiveId" clId="{FB7D793C-827B-4AD8-9A0A-0EBA4BAFCE83}" dt="2023-04-26T19:36:14.527" v="2" actId="47"/>
        <pc:sldMkLst>
          <pc:docMk/>
          <pc:sldMk cId="4068003406" sldId="281"/>
        </pc:sldMkLst>
      </pc:sldChg>
      <pc:sldChg chg="addSp delSp modSp add mod">
        <pc:chgData name="Eduardo Lucas" userId="2c32288683b74354" providerId="LiveId" clId="{FB7D793C-827B-4AD8-9A0A-0EBA4BAFCE83}" dt="2023-04-26T19:55:57.688" v="619"/>
        <pc:sldMkLst>
          <pc:docMk/>
          <pc:sldMk cId="3724947992" sldId="282"/>
        </pc:sldMkLst>
        <pc:spChg chg="add del mod">
          <ac:chgData name="Eduardo Lucas" userId="2c32288683b74354" providerId="LiveId" clId="{FB7D793C-827B-4AD8-9A0A-0EBA4BAFCE83}" dt="2023-04-26T19:55:57.427" v="618" actId="478"/>
          <ac:spMkLst>
            <pc:docMk/>
            <pc:sldMk cId="3724947992" sldId="282"/>
            <ac:spMk id="3" creationId="{F3971BAF-1D4B-15AF-5ED9-CD9538229080}"/>
          </ac:spMkLst>
        </pc:spChg>
        <pc:spChg chg="add mod">
          <ac:chgData name="Eduardo Lucas" userId="2c32288683b74354" providerId="LiveId" clId="{FB7D793C-827B-4AD8-9A0A-0EBA4BAFCE83}" dt="2023-04-26T19:55:57.688" v="619"/>
          <ac:spMkLst>
            <pc:docMk/>
            <pc:sldMk cId="3724947992" sldId="282"/>
            <ac:spMk id="5" creationId="{B0137620-2FDA-C69F-5328-6FBAA6EBB244}"/>
          </ac:spMkLst>
        </pc:spChg>
      </pc:sldChg>
      <pc:sldChg chg="del">
        <pc:chgData name="Eduardo Lucas" userId="2c32288683b74354" providerId="LiveId" clId="{FB7D793C-827B-4AD8-9A0A-0EBA4BAFCE83}" dt="2023-04-26T19:36:14.811" v="3" actId="47"/>
        <pc:sldMkLst>
          <pc:docMk/>
          <pc:sldMk cId="3930221421" sldId="282"/>
        </pc:sldMkLst>
      </pc:sldChg>
      <pc:sldChg chg="addSp delSp modSp add mod">
        <pc:chgData name="Eduardo Lucas" userId="2c32288683b74354" providerId="LiveId" clId="{FB7D793C-827B-4AD8-9A0A-0EBA4BAFCE83}" dt="2023-04-26T19:46:29.883" v="248" actId="478"/>
        <pc:sldMkLst>
          <pc:docMk/>
          <pc:sldMk cId="787933232" sldId="283"/>
        </pc:sldMkLst>
        <pc:spChg chg="del">
          <ac:chgData name="Eduardo Lucas" userId="2c32288683b74354" providerId="LiveId" clId="{FB7D793C-827B-4AD8-9A0A-0EBA4BAFCE83}" dt="2023-04-26T19:45:52.982" v="237" actId="478"/>
          <ac:spMkLst>
            <pc:docMk/>
            <pc:sldMk cId="787933232" sldId="283"/>
            <ac:spMk id="3" creationId="{F3971BAF-1D4B-15AF-5ED9-CD9538229080}"/>
          </ac:spMkLst>
        </pc:spChg>
        <pc:spChg chg="mod">
          <ac:chgData name="Eduardo Lucas" userId="2c32288683b74354" providerId="LiveId" clId="{FB7D793C-827B-4AD8-9A0A-0EBA4BAFCE83}" dt="2023-04-26T19:43:13.149" v="235" actId="20577"/>
          <ac:spMkLst>
            <pc:docMk/>
            <pc:sldMk cId="787933232" sldId="283"/>
            <ac:spMk id="4" creationId="{918C8A25-959D-F8F1-A11F-AD911B5FA22F}"/>
          </ac:spMkLst>
        </pc:spChg>
        <pc:spChg chg="add del mod">
          <ac:chgData name="Eduardo Lucas" userId="2c32288683b74354" providerId="LiveId" clId="{FB7D793C-827B-4AD8-9A0A-0EBA4BAFCE83}" dt="2023-04-26T19:46:29.883" v="248" actId="478"/>
          <ac:spMkLst>
            <pc:docMk/>
            <pc:sldMk cId="787933232" sldId="283"/>
            <ac:spMk id="6" creationId="{7B03D1D9-BE77-1CC0-9FE5-CC040AE6E9FE}"/>
          </ac:spMkLst>
        </pc:spChg>
        <pc:graphicFrameChg chg="del">
          <ac:chgData name="Eduardo Lucas" userId="2c32288683b74354" providerId="LiveId" clId="{FB7D793C-827B-4AD8-9A0A-0EBA4BAFCE83}" dt="2023-04-26T19:43:04.503" v="230" actId="478"/>
          <ac:graphicFrameMkLst>
            <pc:docMk/>
            <pc:sldMk cId="787933232" sldId="283"/>
            <ac:graphicFrameMk id="2" creationId="{C8EB765E-6272-B206-CF60-B9FD2299AC3C}"/>
          </ac:graphicFrameMkLst>
        </pc:graphicFrameChg>
        <pc:graphicFrameChg chg="add mod modGraphic">
          <ac:chgData name="Eduardo Lucas" userId="2c32288683b74354" providerId="LiveId" clId="{FB7D793C-827B-4AD8-9A0A-0EBA4BAFCE83}" dt="2023-04-26T19:43:16.997" v="236" actId="1076"/>
          <ac:graphicFrameMkLst>
            <pc:docMk/>
            <pc:sldMk cId="787933232" sldId="283"/>
            <ac:graphicFrameMk id="5" creationId="{7CD7B0F1-236D-07DD-5247-37D654335BCE}"/>
          </ac:graphicFrameMkLst>
        </pc:graphicFrameChg>
      </pc:sldChg>
      <pc:sldChg chg="del">
        <pc:chgData name="Eduardo Lucas" userId="2c32288683b74354" providerId="LiveId" clId="{FB7D793C-827B-4AD8-9A0A-0EBA4BAFCE83}" dt="2023-04-26T19:36:15.122" v="4" actId="47"/>
        <pc:sldMkLst>
          <pc:docMk/>
          <pc:sldMk cId="1107352758" sldId="283"/>
        </pc:sldMkLst>
      </pc:sldChg>
      <pc:sldChg chg="add">
        <pc:chgData name="Eduardo Lucas" userId="2c32288683b74354" providerId="LiveId" clId="{FB7D793C-827B-4AD8-9A0A-0EBA4BAFCE83}" dt="2023-04-26T19:46:26.882" v="247" actId="2890"/>
        <pc:sldMkLst>
          <pc:docMk/>
          <pc:sldMk cId="296620070" sldId="284"/>
        </pc:sldMkLst>
      </pc:sldChg>
      <pc:sldChg chg="del">
        <pc:chgData name="Eduardo Lucas" userId="2c32288683b74354" providerId="LiveId" clId="{FB7D793C-827B-4AD8-9A0A-0EBA4BAFCE83}" dt="2023-04-26T19:36:15.233" v="5" actId="47"/>
        <pc:sldMkLst>
          <pc:docMk/>
          <pc:sldMk cId="3904213863" sldId="284"/>
        </pc:sldMkLst>
      </pc:sldChg>
      <pc:sldChg chg="addSp delSp modSp add mod">
        <pc:chgData name="Eduardo Lucas" userId="2c32288683b74354" providerId="LiveId" clId="{FB7D793C-827B-4AD8-9A0A-0EBA4BAFCE83}" dt="2023-04-26T19:50:13.310" v="346" actId="20577"/>
        <pc:sldMkLst>
          <pc:docMk/>
          <pc:sldMk cId="1129235767" sldId="285"/>
        </pc:sldMkLst>
        <pc:spChg chg="del">
          <ac:chgData name="Eduardo Lucas" userId="2c32288683b74354" providerId="LiveId" clId="{FB7D793C-827B-4AD8-9A0A-0EBA4BAFCE83}" dt="2023-04-26T19:49:11.305" v="270" actId="478"/>
          <ac:spMkLst>
            <pc:docMk/>
            <pc:sldMk cId="1129235767" sldId="285"/>
            <ac:spMk id="3" creationId="{F3971BAF-1D4B-15AF-5ED9-CD9538229080}"/>
          </ac:spMkLst>
        </pc:spChg>
        <pc:spChg chg="mod">
          <ac:chgData name="Eduardo Lucas" userId="2c32288683b74354" providerId="LiveId" clId="{FB7D793C-827B-4AD8-9A0A-0EBA4BAFCE83}" dt="2023-04-26T19:47:29.371" v="259" actId="20577"/>
          <ac:spMkLst>
            <pc:docMk/>
            <pc:sldMk cId="1129235767" sldId="285"/>
            <ac:spMk id="4" creationId="{918C8A25-959D-F8F1-A11F-AD911B5FA22F}"/>
          </ac:spMkLst>
        </pc:spChg>
        <pc:spChg chg="add mod">
          <ac:chgData name="Eduardo Lucas" userId="2c32288683b74354" providerId="LiveId" clId="{FB7D793C-827B-4AD8-9A0A-0EBA4BAFCE83}" dt="2023-04-26T19:50:13.310" v="346" actId="20577"/>
          <ac:spMkLst>
            <pc:docMk/>
            <pc:sldMk cId="1129235767" sldId="285"/>
            <ac:spMk id="6" creationId="{759D933B-8761-337D-4F68-F9264F34184F}"/>
          </ac:spMkLst>
        </pc:spChg>
        <pc:graphicFrameChg chg="del">
          <ac:chgData name="Eduardo Lucas" userId="2c32288683b74354" providerId="LiveId" clId="{FB7D793C-827B-4AD8-9A0A-0EBA4BAFCE83}" dt="2023-04-26T19:47:46.040" v="260" actId="478"/>
          <ac:graphicFrameMkLst>
            <pc:docMk/>
            <pc:sldMk cId="1129235767" sldId="285"/>
            <ac:graphicFrameMk id="2" creationId="{C8EB765E-6272-B206-CF60-B9FD2299AC3C}"/>
          </ac:graphicFrameMkLst>
        </pc:graphicFrameChg>
        <pc:graphicFrameChg chg="add mod modGraphic">
          <ac:chgData name="Eduardo Lucas" userId="2c32288683b74354" providerId="LiveId" clId="{FB7D793C-827B-4AD8-9A0A-0EBA4BAFCE83}" dt="2023-04-26T19:47:54.482" v="263" actId="1076"/>
          <ac:graphicFrameMkLst>
            <pc:docMk/>
            <pc:sldMk cId="1129235767" sldId="285"/>
            <ac:graphicFrameMk id="5" creationId="{E9D921B8-DA11-CB98-7150-15179446A1DB}"/>
          </ac:graphicFrameMkLst>
        </pc:graphicFrameChg>
      </pc:sldChg>
      <pc:sldChg chg="del">
        <pc:chgData name="Eduardo Lucas" userId="2c32288683b74354" providerId="LiveId" clId="{FB7D793C-827B-4AD8-9A0A-0EBA4BAFCE83}" dt="2023-04-26T19:36:15.407" v="6" actId="47"/>
        <pc:sldMkLst>
          <pc:docMk/>
          <pc:sldMk cId="3263344976" sldId="285"/>
        </pc:sldMkLst>
      </pc:sldChg>
      <pc:sldChg chg="addSp delSp modSp add mod">
        <pc:chgData name="Eduardo Lucas" userId="2c32288683b74354" providerId="LiveId" clId="{FB7D793C-827B-4AD8-9A0A-0EBA4BAFCE83}" dt="2023-04-26T19:53:19.538" v="597" actId="14100"/>
        <pc:sldMkLst>
          <pc:docMk/>
          <pc:sldMk cId="742029492" sldId="286"/>
        </pc:sldMkLst>
        <pc:spChg chg="add mod">
          <ac:chgData name="Eduardo Lucas" userId="2c32288683b74354" providerId="LiveId" clId="{FB7D793C-827B-4AD8-9A0A-0EBA4BAFCE83}" dt="2023-04-26T19:53:19.538" v="597" actId="14100"/>
          <ac:spMkLst>
            <pc:docMk/>
            <pc:sldMk cId="742029492" sldId="286"/>
            <ac:spMk id="3" creationId="{A472D630-EED4-2A10-A4D9-93E963F1424A}"/>
          </ac:spMkLst>
        </pc:spChg>
        <pc:spChg chg="del">
          <ac:chgData name="Eduardo Lucas" userId="2c32288683b74354" providerId="LiveId" clId="{FB7D793C-827B-4AD8-9A0A-0EBA4BAFCE83}" dt="2023-04-26T19:51:47.050" v="356" actId="478"/>
          <ac:spMkLst>
            <pc:docMk/>
            <pc:sldMk cId="742029492" sldId="286"/>
            <ac:spMk id="6" creationId="{7B03D1D9-BE77-1CC0-9FE5-CC040AE6E9FE}"/>
          </ac:spMkLst>
        </pc:spChg>
        <pc:graphicFrameChg chg="add mod modGraphic">
          <ac:chgData name="Eduardo Lucas" userId="2c32288683b74354" providerId="LiveId" clId="{FB7D793C-827B-4AD8-9A0A-0EBA4BAFCE83}" dt="2023-04-26T19:51:21.612" v="355" actId="14100"/>
          <ac:graphicFrameMkLst>
            <pc:docMk/>
            <pc:sldMk cId="742029492" sldId="286"/>
            <ac:graphicFrameMk id="2" creationId="{573C7920-01A5-3D54-4DD2-125615DFD02F}"/>
          </ac:graphicFrameMkLst>
        </pc:graphicFrameChg>
        <pc:graphicFrameChg chg="del">
          <ac:chgData name="Eduardo Lucas" userId="2c32288683b74354" providerId="LiveId" clId="{FB7D793C-827B-4AD8-9A0A-0EBA4BAFCE83}" dt="2023-04-26T19:51:16.064" v="352" actId="478"/>
          <ac:graphicFrameMkLst>
            <pc:docMk/>
            <pc:sldMk cId="742029492" sldId="286"/>
            <ac:graphicFrameMk id="5" creationId="{7CD7B0F1-236D-07DD-5247-37D654335BCE}"/>
          </ac:graphicFrameMkLst>
        </pc:graphicFrameChg>
      </pc:sldChg>
      <pc:sldChg chg="del">
        <pc:chgData name="Eduardo Lucas" userId="2c32288683b74354" providerId="LiveId" clId="{FB7D793C-827B-4AD8-9A0A-0EBA4BAFCE83}" dt="2023-04-26T19:36:15.550" v="7" actId="47"/>
        <pc:sldMkLst>
          <pc:docMk/>
          <pc:sldMk cId="2870551362" sldId="286"/>
        </pc:sldMkLst>
      </pc:sldChg>
      <pc:sldChg chg="addSp delSp modSp add del">
        <pc:chgData name="Eduardo Lucas" userId="2c32288683b74354" providerId="LiveId" clId="{FB7D793C-827B-4AD8-9A0A-0EBA4BAFCE83}" dt="2023-04-26T19:51:06.510" v="350" actId="2890"/>
        <pc:sldMkLst>
          <pc:docMk/>
          <pc:sldMk cId="2889437699" sldId="286"/>
        </pc:sldMkLst>
        <pc:graphicFrameChg chg="add del mod">
          <ac:chgData name="Eduardo Lucas" userId="2c32288683b74354" providerId="LiveId" clId="{FB7D793C-827B-4AD8-9A0A-0EBA4BAFCE83}" dt="2023-04-26T19:51:06.008" v="349"/>
          <ac:graphicFrameMkLst>
            <pc:docMk/>
            <pc:sldMk cId="2889437699" sldId="286"/>
            <ac:graphicFrameMk id="2" creationId="{4A493AFF-151C-BAF9-41F5-ADA1B9738ECF}"/>
          </ac:graphicFrameMkLst>
        </pc:graphicFrameChg>
      </pc:sldChg>
      <pc:sldChg chg="addSp delSp modSp add mod">
        <pc:chgData name="Eduardo Lucas" userId="2c32288683b74354" providerId="LiveId" clId="{FB7D793C-827B-4AD8-9A0A-0EBA4BAFCE83}" dt="2023-04-26T19:54:28.408" v="609" actId="478"/>
        <pc:sldMkLst>
          <pc:docMk/>
          <pc:sldMk cId="874314985" sldId="287"/>
        </pc:sldMkLst>
        <pc:spChg chg="add mod">
          <ac:chgData name="Eduardo Lucas" userId="2c32288683b74354" providerId="LiveId" clId="{FB7D793C-827B-4AD8-9A0A-0EBA4BAFCE83}" dt="2023-04-26T19:54:22.978" v="608" actId="14100"/>
          <ac:spMkLst>
            <pc:docMk/>
            <pc:sldMk cId="874314985" sldId="287"/>
            <ac:spMk id="3" creationId="{A0FCD30F-B09C-4009-64EC-5D529AE96558}"/>
          </ac:spMkLst>
        </pc:spChg>
        <pc:spChg chg="del">
          <ac:chgData name="Eduardo Lucas" userId="2c32288683b74354" providerId="LiveId" clId="{FB7D793C-827B-4AD8-9A0A-0EBA4BAFCE83}" dt="2023-04-26T19:54:28.408" v="609" actId="478"/>
          <ac:spMkLst>
            <pc:docMk/>
            <pc:sldMk cId="874314985" sldId="287"/>
            <ac:spMk id="6" creationId="{759D933B-8761-337D-4F68-F9264F34184F}"/>
          </ac:spMkLst>
        </pc:spChg>
        <pc:graphicFrameChg chg="add mod modGraphic">
          <ac:chgData name="Eduardo Lucas" userId="2c32288683b74354" providerId="LiveId" clId="{FB7D793C-827B-4AD8-9A0A-0EBA4BAFCE83}" dt="2023-04-26T19:54:10.597" v="604" actId="1076"/>
          <ac:graphicFrameMkLst>
            <pc:docMk/>
            <pc:sldMk cId="874314985" sldId="287"/>
            <ac:graphicFrameMk id="2" creationId="{3CA6E0CB-ADC1-0278-3120-7E940A50BF0A}"/>
          </ac:graphicFrameMkLst>
        </pc:graphicFrameChg>
        <pc:graphicFrameChg chg="del">
          <ac:chgData name="Eduardo Lucas" userId="2c32288683b74354" providerId="LiveId" clId="{FB7D793C-827B-4AD8-9A0A-0EBA4BAFCE83}" dt="2023-04-26T19:53:56.463" v="599" actId="478"/>
          <ac:graphicFrameMkLst>
            <pc:docMk/>
            <pc:sldMk cId="874314985" sldId="287"/>
            <ac:graphicFrameMk id="5" creationId="{E9D921B8-DA11-CB98-7150-15179446A1DB}"/>
          </ac:graphicFrameMkLst>
        </pc:graphicFrameChg>
      </pc:sldChg>
      <pc:sldChg chg="del">
        <pc:chgData name="Eduardo Lucas" userId="2c32288683b74354" providerId="LiveId" clId="{FB7D793C-827B-4AD8-9A0A-0EBA4BAFCE83}" dt="2023-04-26T19:36:15.692" v="8" actId="47"/>
        <pc:sldMkLst>
          <pc:docMk/>
          <pc:sldMk cId="2602363305" sldId="287"/>
        </pc:sldMkLst>
      </pc:sldChg>
      <pc:sldChg chg="del">
        <pc:chgData name="Eduardo Lucas" userId="2c32288683b74354" providerId="LiveId" clId="{FB7D793C-827B-4AD8-9A0A-0EBA4BAFCE83}" dt="2023-04-26T19:36:15.830" v="9" actId="47"/>
        <pc:sldMkLst>
          <pc:docMk/>
          <pc:sldMk cId="387408172" sldId="288"/>
        </pc:sldMkLst>
      </pc:sldChg>
      <pc:sldChg chg="addSp delSp modSp add mod">
        <pc:chgData name="Eduardo Lucas" userId="2c32288683b74354" providerId="LiveId" clId="{FB7D793C-827B-4AD8-9A0A-0EBA4BAFCE83}" dt="2023-04-26T19:55:08.466" v="617" actId="1076"/>
        <pc:sldMkLst>
          <pc:docMk/>
          <pc:sldMk cId="4213479086" sldId="288"/>
        </pc:sldMkLst>
        <pc:spChg chg="del">
          <ac:chgData name="Eduardo Lucas" userId="2c32288683b74354" providerId="LiveId" clId="{FB7D793C-827B-4AD8-9A0A-0EBA4BAFCE83}" dt="2023-04-26T19:54:59.846" v="612" actId="478"/>
          <ac:spMkLst>
            <pc:docMk/>
            <pc:sldMk cId="4213479086" sldId="288"/>
            <ac:spMk id="3" creationId="{A0FCD30F-B09C-4009-64EC-5D529AE96558}"/>
          </ac:spMkLst>
        </pc:spChg>
        <pc:graphicFrameChg chg="del">
          <ac:chgData name="Eduardo Lucas" userId="2c32288683b74354" providerId="LiveId" clId="{FB7D793C-827B-4AD8-9A0A-0EBA4BAFCE83}" dt="2023-04-26T19:54:58.043" v="611" actId="478"/>
          <ac:graphicFrameMkLst>
            <pc:docMk/>
            <pc:sldMk cId="4213479086" sldId="288"/>
            <ac:graphicFrameMk id="2" creationId="{3CA6E0CB-ADC1-0278-3120-7E940A50BF0A}"/>
          </ac:graphicFrameMkLst>
        </pc:graphicFrameChg>
        <pc:graphicFrameChg chg="add mod modGraphic">
          <ac:chgData name="Eduardo Lucas" userId="2c32288683b74354" providerId="LiveId" clId="{FB7D793C-827B-4AD8-9A0A-0EBA4BAFCE83}" dt="2023-04-26T19:55:08.466" v="617" actId="1076"/>
          <ac:graphicFrameMkLst>
            <pc:docMk/>
            <pc:sldMk cId="4213479086" sldId="288"/>
            <ac:graphicFrameMk id="5" creationId="{B1800219-01B0-E4C9-99E7-9F596319A852}"/>
          </ac:graphicFrameMkLst>
        </pc:graphicFrameChg>
      </pc:sldChg>
      <pc:sldChg chg="del">
        <pc:chgData name="Eduardo Lucas" userId="2c32288683b74354" providerId="LiveId" clId="{FB7D793C-827B-4AD8-9A0A-0EBA4BAFCE83}" dt="2023-04-26T19:36:16.339" v="10" actId="47"/>
        <pc:sldMkLst>
          <pc:docMk/>
          <pc:sldMk cId="201635835" sldId="289"/>
        </pc:sldMkLst>
      </pc:sldChg>
      <pc:sldChg chg="addSp delSp modSp add mod">
        <pc:chgData name="Eduardo Lucas" userId="2c32288683b74354" providerId="LiveId" clId="{FB7D793C-827B-4AD8-9A0A-0EBA4BAFCE83}" dt="2023-04-26T19:57:32.899" v="626" actId="14100"/>
        <pc:sldMkLst>
          <pc:docMk/>
          <pc:sldMk cId="448927265" sldId="289"/>
        </pc:sldMkLst>
        <pc:spChg chg="add mod">
          <ac:chgData name="Eduardo Lucas" userId="2c32288683b74354" providerId="LiveId" clId="{FB7D793C-827B-4AD8-9A0A-0EBA4BAFCE83}" dt="2023-04-26T19:57:32.899" v="626" actId="14100"/>
          <ac:spMkLst>
            <pc:docMk/>
            <pc:sldMk cId="448927265" sldId="289"/>
            <ac:spMk id="6" creationId="{FE1D0171-6136-D294-15EE-07793E0F5F4D}"/>
          </ac:spMkLst>
        </pc:spChg>
        <pc:graphicFrameChg chg="del">
          <ac:chgData name="Eduardo Lucas" userId="2c32288683b74354" providerId="LiveId" clId="{FB7D793C-827B-4AD8-9A0A-0EBA4BAFCE83}" dt="2023-04-26T19:57:19.416" v="621" actId="478"/>
          <ac:graphicFrameMkLst>
            <pc:docMk/>
            <pc:sldMk cId="448927265" sldId="289"/>
            <ac:graphicFrameMk id="2" creationId="{573C7920-01A5-3D54-4DD2-125615DFD02F}"/>
          </ac:graphicFrameMkLst>
        </pc:graphicFrameChg>
        <pc:graphicFrameChg chg="add mod modGraphic">
          <ac:chgData name="Eduardo Lucas" userId="2c32288683b74354" providerId="LiveId" clId="{FB7D793C-827B-4AD8-9A0A-0EBA4BAFCE83}" dt="2023-04-26T19:57:27.696" v="624" actId="14100"/>
          <ac:graphicFrameMkLst>
            <pc:docMk/>
            <pc:sldMk cId="448927265" sldId="289"/>
            <ac:graphicFrameMk id="5" creationId="{AA3DDDBC-8D6A-9697-AA79-09FE844990EE}"/>
          </ac:graphicFrameMkLst>
        </pc:graphicFrameChg>
      </pc:sldChg>
      <pc:sldChg chg="addSp delSp modSp add del mod">
        <pc:chgData name="Eduardo Lucas" userId="2c32288683b74354" providerId="LiveId" clId="{FB7D793C-827B-4AD8-9A0A-0EBA4BAFCE83}" dt="2023-04-26T19:58:14.002" v="633" actId="47"/>
        <pc:sldMkLst>
          <pc:docMk/>
          <pc:sldMk cId="1712755010" sldId="290"/>
        </pc:sldMkLst>
        <pc:spChg chg="del">
          <ac:chgData name="Eduardo Lucas" userId="2c32288683b74354" providerId="LiveId" clId="{FB7D793C-827B-4AD8-9A0A-0EBA4BAFCE83}" dt="2023-04-26T19:57:58.427" v="629" actId="478"/>
          <ac:spMkLst>
            <pc:docMk/>
            <pc:sldMk cId="1712755010" sldId="290"/>
            <ac:spMk id="6" creationId="{FE1D0171-6136-D294-15EE-07793E0F5F4D}"/>
          </ac:spMkLst>
        </pc:spChg>
        <pc:spChg chg="add del mod">
          <ac:chgData name="Eduardo Lucas" userId="2c32288683b74354" providerId="LiveId" clId="{FB7D793C-827B-4AD8-9A0A-0EBA4BAFCE83}" dt="2023-04-26T19:58:07.598" v="632" actId="478"/>
          <ac:spMkLst>
            <pc:docMk/>
            <pc:sldMk cId="1712755010" sldId="290"/>
            <ac:spMk id="7" creationId="{B7FB3F9D-3625-327B-80C3-70E04DBCE197}"/>
          </ac:spMkLst>
        </pc:spChg>
        <pc:graphicFrameChg chg="add mod">
          <ac:chgData name="Eduardo Lucas" userId="2c32288683b74354" providerId="LiveId" clId="{FB7D793C-827B-4AD8-9A0A-0EBA4BAFCE83}" dt="2023-04-26T19:58:03.546" v="631" actId="1076"/>
          <ac:graphicFrameMkLst>
            <pc:docMk/>
            <pc:sldMk cId="1712755010" sldId="290"/>
            <ac:graphicFrameMk id="2" creationId="{6099C688-DF04-6346-6484-A2AC2AB1A769}"/>
          </ac:graphicFrameMkLst>
        </pc:graphicFrameChg>
        <pc:graphicFrameChg chg="del">
          <ac:chgData name="Eduardo Lucas" userId="2c32288683b74354" providerId="LiveId" clId="{FB7D793C-827B-4AD8-9A0A-0EBA4BAFCE83}" dt="2023-04-26T19:57:55.996" v="628" actId="478"/>
          <ac:graphicFrameMkLst>
            <pc:docMk/>
            <pc:sldMk cId="1712755010" sldId="290"/>
            <ac:graphicFrameMk id="5" creationId="{AA3DDDBC-8D6A-9697-AA79-09FE844990EE}"/>
          </ac:graphicFrameMkLst>
        </pc:graphicFrameChg>
      </pc:sldChg>
      <pc:sldChg chg="del">
        <pc:chgData name="Eduardo Lucas" userId="2c32288683b74354" providerId="LiveId" clId="{FB7D793C-827B-4AD8-9A0A-0EBA4BAFCE83}" dt="2023-04-26T19:36:17.089" v="11" actId="47"/>
        <pc:sldMkLst>
          <pc:docMk/>
          <pc:sldMk cId="1797215963" sldId="290"/>
        </pc:sldMkLst>
      </pc:sldChg>
      <pc:sldChg chg="delSp modSp add mod">
        <pc:chgData name="Eduardo Lucas" userId="2c32288683b74354" providerId="LiveId" clId="{FB7D793C-827B-4AD8-9A0A-0EBA4BAFCE83}" dt="2023-04-26T19:58:22.976" v="636" actId="2166"/>
        <pc:sldMkLst>
          <pc:docMk/>
          <pc:sldMk cId="2364686092" sldId="290"/>
        </pc:sldMkLst>
        <pc:spChg chg="del">
          <ac:chgData name="Eduardo Lucas" userId="2c32288683b74354" providerId="LiveId" clId="{FB7D793C-827B-4AD8-9A0A-0EBA4BAFCE83}" dt="2023-04-26T19:58:18.540" v="635" actId="478"/>
          <ac:spMkLst>
            <pc:docMk/>
            <pc:sldMk cId="2364686092" sldId="290"/>
            <ac:spMk id="6" creationId="{FE1D0171-6136-D294-15EE-07793E0F5F4D}"/>
          </ac:spMkLst>
        </pc:spChg>
        <pc:graphicFrameChg chg="modGraphic">
          <ac:chgData name="Eduardo Lucas" userId="2c32288683b74354" providerId="LiveId" clId="{FB7D793C-827B-4AD8-9A0A-0EBA4BAFCE83}" dt="2023-04-26T19:58:22.976" v="636" actId="2166"/>
          <ac:graphicFrameMkLst>
            <pc:docMk/>
            <pc:sldMk cId="2364686092" sldId="290"/>
            <ac:graphicFrameMk id="5" creationId="{AA3DDDBC-8D6A-9697-AA79-09FE844990EE}"/>
          </ac:graphicFrameMkLst>
        </pc:graphicFrameChg>
      </pc:sldChg>
      <pc:sldChg chg="del">
        <pc:chgData name="Eduardo Lucas" userId="2c32288683b74354" providerId="LiveId" clId="{FB7D793C-827B-4AD8-9A0A-0EBA4BAFCE83}" dt="2023-04-26T19:36:17.297" v="12" actId="47"/>
        <pc:sldMkLst>
          <pc:docMk/>
          <pc:sldMk cId="195615791" sldId="291"/>
        </pc:sldMkLst>
      </pc:sldChg>
      <pc:sldChg chg="addSp delSp modSp add mod">
        <pc:chgData name="Eduardo Lucas" userId="2c32288683b74354" providerId="LiveId" clId="{FB7D793C-827B-4AD8-9A0A-0EBA4BAFCE83}" dt="2023-04-26T19:59:47.698" v="678" actId="14100"/>
        <pc:sldMkLst>
          <pc:docMk/>
          <pc:sldMk cId="3220584002" sldId="291"/>
        </pc:sldMkLst>
        <pc:spChg chg="del">
          <ac:chgData name="Eduardo Lucas" userId="2c32288683b74354" providerId="LiveId" clId="{FB7D793C-827B-4AD8-9A0A-0EBA4BAFCE83}" dt="2023-04-26T19:59:17.363" v="673" actId="478"/>
          <ac:spMkLst>
            <pc:docMk/>
            <pc:sldMk cId="3220584002" sldId="291"/>
            <ac:spMk id="3" creationId="{A472D630-EED4-2A10-A4D9-93E963F1424A}"/>
          </ac:spMkLst>
        </pc:spChg>
        <pc:spChg chg="mod">
          <ac:chgData name="Eduardo Lucas" userId="2c32288683b74354" providerId="LiveId" clId="{FB7D793C-827B-4AD8-9A0A-0EBA4BAFCE83}" dt="2023-04-26T19:59:12.934" v="671" actId="20577"/>
          <ac:spMkLst>
            <pc:docMk/>
            <pc:sldMk cId="3220584002" sldId="291"/>
            <ac:spMk id="4" creationId="{918C8A25-959D-F8F1-A11F-AD911B5FA22F}"/>
          </ac:spMkLst>
        </pc:spChg>
        <pc:spChg chg="add mod">
          <ac:chgData name="Eduardo Lucas" userId="2c32288683b74354" providerId="LiveId" clId="{FB7D793C-827B-4AD8-9A0A-0EBA4BAFCE83}" dt="2023-04-26T19:59:47.698" v="678" actId="14100"/>
          <ac:spMkLst>
            <pc:docMk/>
            <pc:sldMk cId="3220584002" sldId="291"/>
            <ac:spMk id="6" creationId="{7FB1CF41-87C4-FFD5-B61C-EFAFEA067EDD}"/>
          </ac:spMkLst>
        </pc:spChg>
        <pc:graphicFrameChg chg="del">
          <ac:chgData name="Eduardo Lucas" userId="2c32288683b74354" providerId="LiveId" clId="{FB7D793C-827B-4AD8-9A0A-0EBA4BAFCE83}" dt="2023-04-26T19:59:16.132" v="672" actId="478"/>
          <ac:graphicFrameMkLst>
            <pc:docMk/>
            <pc:sldMk cId="3220584002" sldId="291"/>
            <ac:graphicFrameMk id="5" creationId="{AA3DDDBC-8D6A-9697-AA79-09FE844990EE}"/>
          </ac:graphicFrameMkLst>
        </pc:graphicFrameChg>
      </pc:sldChg>
      <pc:sldChg chg="del">
        <pc:chgData name="Eduardo Lucas" userId="2c32288683b74354" providerId="LiveId" clId="{FB7D793C-827B-4AD8-9A0A-0EBA4BAFCE83}" dt="2023-04-26T19:36:17.408" v="13" actId="47"/>
        <pc:sldMkLst>
          <pc:docMk/>
          <pc:sldMk cId="1096209010" sldId="292"/>
        </pc:sldMkLst>
      </pc:sldChg>
      <pc:sldChg chg="add del">
        <pc:chgData name="Eduardo Lucas" userId="2c32288683b74354" providerId="LiveId" clId="{FB7D793C-827B-4AD8-9A0A-0EBA4BAFCE83}" dt="2023-04-26T20:07:36.924" v="761" actId="47"/>
        <pc:sldMkLst>
          <pc:docMk/>
          <pc:sldMk cId="2499844272" sldId="292"/>
        </pc:sldMkLst>
      </pc:sldChg>
      <pc:sldChg chg="add del">
        <pc:chgData name="Eduardo Lucas" userId="2c32288683b74354" providerId="LiveId" clId="{FB7D793C-827B-4AD8-9A0A-0EBA4BAFCE83}" dt="2023-04-26T20:09:52.269" v="800" actId="47"/>
        <pc:sldMkLst>
          <pc:docMk/>
          <pc:sldMk cId="442670990" sldId="293"/>
        </pc:sldMkLst>
      </pc:sldChg>
      <pc:sldChg chg="del">
        <pc:chgData name="Eduardo Lucas" userId="2c32288683b74354" providerId="LiveId" clId="{FB7D793C-827B-4AD8-9A0A-0EBA4BAFCE83}" dt="2023-04-26T19:36:17.612" v="14" actId="47"/>
        <pc:sldMkLst>
          <pc:docMk/>
          <pc:sldMk cId="3626594114" sldId="293"/>
        </pc:sldMkLst>
      </pc:sldChg>
      <pc:sldChg chg="del">
        <pc:chgData name="Eduardo Lucas" userId="2c32288683b74354" providerId="LiveId" clId="{FB7D793C-827B-4AD8-9A0A-0EBA4BAFCE83}" dt="2023-04-26T19:36:18.194" v="18" actId="47"/>
        <pc:sldMkLst>
          <pc:docMk/>
          <pc:sldMk cId="1710288145" sldId="294"/>
        </pc:sldMkLst>
      </pc:sldChg>
      <pc:sldChg chg="add del">
        <pc:chgData name="Eduardo Lucas" userId="2c32288683b74354" providerId="LiveId" clId="{FB7D793C-827B-4AD8-9A0A-0EBA4BAFCE83}" dt="2023-04-26T20:10:25.415" v="807" actId="47"/>
        <pc:sldMkLst>
          <pc:docMk/>
          <pc:sldMk cId="2362945866" sldId="294"/>
        </pc:sldMkLst>
      </pc:sldChg>
      <pc:sldChg chg="del">
        <pc:chgData name="Eduardo Lucas" userId="2c32288683b74354" providerId="LiveId" clId="{FB7D793C-827B-4AD8-9A0A-0EBA4BAFCE83}" dt="2023-04-26T19:36:18.794" v="19" actId="47"/>
        <pc:sldMkLst>
          <pc:docMk/>
          <pc:sldMk cId="3259286516" sldId="295"/>
        </pc:sldMkLst>
      </pc:sldChg>
      <pc:sldChg chg="addSp delSp modSp add mod">
        <pc:chgData name="Eduardo Lucas" userId="2c32288683b74354" providerId="LiveId" clId="{FB7D793C-827B-4AD8-9A0A-0EBA4BAFCE83}" dt="2023-04-26T20:02:16.861" v="712" actId="478"/>
        <pc:sldMkLst>
          <pc:docMk/>
          <pc:sldMk cId="3652232026" sldId="295"/>
        </pc:sldMkLst>
        <pc:spChg chg="mod">
          <ac:chgData name="Eduardo Lucas" userId="2c32288683b74354" providerId="LiveId" clId="{FB7D793C-827B-4AD8-9A0A-0EBA4BAFCE83}" dt="2023-04-26T20:01:08.149" v="703" actId="20577"/>
          <ac:spMkLst>
            <pc:docMk/>
            <pc:sldMk cId="3652232026" sldId="295"/>
            <ac:spMk id="4" creationId="{918C8A25-959D-F8F1-A11F-AD911B5FA22F}"/>
          </ac:spMkLst>
        </pc:spChg>
        <pc:spChg chg="del">
          <ac:chgData name="Eduardo Lucas" userId="2c32288683b74354" providerId="LiveId" clId="{FB7D793C-827B-4AD8-9A0A-0EBA4BAFCE83}" dt="2023-04-26T20:00:44.227" v="682" actId="478"/>
          <ac:spMkLst>
            <pc:docMk/>
            <pc:sldMk cId="3652232026" sldId="295"/>
            <ac:spMk id="6" creationId="{7FB1CF41-87C4-FFD5-B61C-EFAFEA067EDD}"/>
          </ac:spMkLst>
        </pc:spChg>
        <pc:spChg chg="add del mod">
          <ac:chgData name="Eduardo Lucas" userId="2c32288683b74354" providerId="LiveId" clId="{FB7D793C-827B-4AD8-9A0A-0EBA4BAFCE83}" dt="2023-04-26T20:02:15.830" v="711" actId="478"/>
          <ac:spMkLst>
            <pc:docMk/>
            <pc:sldMk cId="3652232026" sldId="295"/>
            <ac:spMk id="7" creationId="{4AF314C5-9E7C-49E9-39AE-47C321542B80}"/>
          </ac:spMkLst>
        </pc:spChg>
        <pc:spChg chg="add del mod">
          <ac:chgData name="Eduardo Lucas" userId="2c32288683b74354" providerId="LiveId" clId="{FB7D793C-827B-4AD8-9A0A-0EBA4BAFCE83}" dt="2023-04-26T20:02:16.861" v="712" actId="478"/>
          <ac:spMkLst>
            <pc:docMk/>
            <pc:sldMk cId="3652232026" sldId="295"/>
            <ac:spMk id="8" creationId="{3D8191DF-D587-1995-E0D3-FBC10CB25083}"/>
          </ac:spMkLst>
        </pc:spChg>
        <pc:graphicFrameChg chg="add mod">
          <ac:chgData name="Eduardo Lucas" userId="2c32288683b74354" providerId="LiveId" clId="{FB7D793C-827B-4AD8-9A0A-0EBA4BAFCE83}" dt="2023-04-26T20:00:58.776" v="684" actId="1076"/>
          <ac:graphicFrameMkLst>
            <pc:docMk/>
            <pc:sldMk cId="3652232026" sldId="295"/>
            <ac:graphicFrameMk id="2" creationId="{C862C685-A9CA-B6C7-395E-23CACA77ECEB}"/>
          </ac:graphicFrameMkLst>
        </pc:graphicFrameChg>
        <pc:graphicFrameChg chg="add mod">
          <ac:chgData name="Eduardo Lucas" userId="2c32288683b74354" providerId="LiveId" clId="{FB7D793C-827B-4AD8-9A0A-0EBA4BAFCE83}" dt="2023-04-26T20:00:58.776" v="684" actId="1076"/>
          <ac:graphicFrameMkLst>
            <pc:docMk/>
            <pc:sldMk cId="3652232026" sldId="295"/>
            <ac:graphicFrameMk id="3" creationId="{97E9073B-9A97-AED0-2C37-FA959162705A}"/>
          </ac:graphicFrameMkLst>
        </pc:graphicFrameChg>
        <pc:graphicFrameChg chg="add mod">
          <ac:chgData name="Eduardo Lucas" userId="2c32288683b74354" providerId="LiveId" clId="{FB7D793C-827B-4AD8-9A0A-0EBA4BAFCE83}" dt="2023-04-26T20:00:58.776" v="684" actId="1076"/>
          <ac:graphicFrameMkLst>
            <pc:docMk/>
            <pc:sldMk cId="3652232026" sldId="295"/>
            <ac:graphicFrameMk id="5" creationId="{1E90B801-D67F-5C1F-36C7-C32AC95DBC0D}"/>
          </ac:graphicFrameMkLst>
        </pc:graphicFrameChg>
      </pc:sldChg>
      <pc:sldChg chg="del">
        <pc:chgData name="Eduardo Lucas" userId="2c32288683b74354" providerId="LiveId" clId="{FB7D793C-827B-4AD8-9A0A-0EBA4BAFCE83}" dt="2023-04-26T19:36:17.742" v="15" actId="47"/>
        <pc:sldMkLst>
          <pc:docMk/>
          <pc:sldMk cId="1222277133" sldId="296"/>
        </pc:sldMkLst>
      </pc:sldChg>
      <pc:sldChg chg="add">
        <pc:chgData name="Eduardo Lucas" userId="2c32288683b74354" providerId="LiveId" clId="{FB7D793C-827B-4AD8-9A0A-0EBA4BAFCE83}" dt="2023-04-26T20:02:12.105" v="710" actId="2890"/>
        <pc:sldMkLst>
          <pc:docMk/>
          <pc:sldMk cId="3409474110" sldId="296"/>
        </pc:sldMkLst>
      </pc:sldChg>
      <pc:sldChg chg="addSp delSp modSp add del mod">
        <pc:chgData name="Eduardo Lucas" userId="2c32288683b74354" providerId="LiveId" clId="{FB7D793C-827B-4AD8-9A0A-0EBA4BAFCE83}" dt="2023-04-26T20:03:02.384" v="722" actId="2890"/>
        <pc:sldMkLst>
          <pc:docMk/>
          <pc:sldMk cId="2655313905" sldId="297"/>
        </pc:sldMkLst>
        <pc:spChg chg="add del mod">
          <ac:chgData name="Eduardo Lucas" userId="2c32288683b74354" providerId="LiveId" clId="{FB7D793C-827B-4AD8-9A0A-0EBA4BAFCE83}" dt="2023-04-26T20:02:52.139" v="716"/>
          <ac:spMkLst>
            <pc:docMk/>
            <pc:sldMk cId="2655313905" sldId="297"/>
            <ac:spMk id="6" creationId="{743CDBA3-E000-991E-FF7A-1E642283E946}"/>
          </ac:spMkLst>
        </pc:spChg>
        <pc:spChg chg="add del">
          <ac:chgData name="Eduardo Lucas" userId="2c32288683b74354" providerId="LiveId" clId="{FB7D793C-827B-4AD8-9A0A-0EBA4BAFCE83}" dt="2023-04-26T20:03:00.714" v="721" actId="478"/>
          <ac:spMkLst>
            <pc:docMk/>
            <pc:sldMk cId="2655313905" sldId="297"/>
            <ac:spMk id="7" creationId="{4AF314C5-9E7C-49E9-39AE-47C321542B80}"/>
          </ac:spMkLst>
        </pc:spChg>
        <pc:spChg chg="add del">
          <ac:chgData name="Eduardo Lucas" userId="2c32288683b74354" providerId="LiveId" clId="{FB7D793C-827B-4AD8-9A0A-0EBA4BAFCE83}" dt="2023-04-26T20:03:00.714" v="721" actId="478"/>
          <ac:spMkLst>
            <pc:docMk/>
            <pc:sldMk cId="2655313905" sldId="297"/>
            <ac:spMk id="8" creationId="{3D8191DF-D587-1995-E0D3-FBC10CB25083}"/>
          </ac:spMkLst>
        </pc:spChg>
        <pc:spChg chg="add del mod">
          <ac:chgData name="Eduardo Lucas" userId="2c32288683b74354" providerId="LiveId" clId="{FB7D793C-827B-4AD8-9A0A-0EBA4BAFCE83}" dt="2023-04-26T20:02:52.139" v="716"/>
          <ac:spMkLst>
            <pc:docMk/>
            <pc:sldMk cId="2655313905" sldId="297"/>
            <ac:spMk id="9" creationId="{C23BA172-5980-B3D9-8071-0394677155C5}"/>
          </ac:spMkLst>
        </pc:spChg>
        <pc:spChg chg="add del mod">
          <ac:chgData name="Eduardo Lucas" userId="2c32288683b74354" providerId="LiveId" clId="{FB7D793C-827B-4AD8-9A0A-0EBA4BAFCE83}" dt="2023-04-26T20:02:52.139" v="716"/>
          <ac:spMkLst>
            <pc:docMk/>
            <pc:sldMk cId="2655313905" sldId="297"/>
            <ac:spMk id="10" creationId="{F9C35986-4D37-62A7-B7A9-D36A6B34BACD}"/>
          </ac:spMkLst>
        </pc:spChg>
        <pc:spChg chg="add del mod">
          <ac:chgData name="Eduardo Lucas" userId="2c32288683b74354" providerId="LiveId" clId="{FB7D793C-827B-4AD8-9A0A-0EBA4BAFCE83}" dt="2023-04-26T20:02:56.179" v="718"/>
          <ac:spMkLst>
            <pc:docMk/>
            <pc:sldMk cId="2655313905" sldId="297"/>
            <ac:spMk id="15" creationId="{BA7F8391-4F34-F024-3A50-3DCF78621E95}"/>
          </ac:spMkLst>
        </pc:spChg>
        <pc:spChg chg="add del mod">
          <ac:chgData name="Eduardo Lucas" userId="2c32288683b74354" providerId="LiveId" clId="{FB7D793C-827B-4AD8-9A0A-0EBA4BAFCE83}" dt="2023-04-26T20:02:56.179" v="718"/>
          <ac:spMkLst>
            <pc:docMk/>
            <pc:sldMk cId="2655313905" sldId="297"/>
            <ac:spMk id="16" creationId="{BE2D03C9-C98D-21BB-08FF-F49EC96421FD}"/>
          </ac:spMkLst>
        </pc:spChg>
        <pc:spChg chg="add del mod">
          <ac:chgData name="Eduardo Lucas" userId="2c32288683b74354" providerId="LiveId" clId="{FB7D793C-827B-4AD8-9A0A-0EBA4BAFCE83}" dt="2023-04-26T20:02:56.179" v="718"/>
          <ac:spMkLst>
            <pc:docMk/>
            <pc:sldMk cId="2655313905" sldId="297"/>
            <ac:spMk id="17" creationId="{66F4D83E-430F-054E-CB66-7279D7D81563}"/>
          </ac:spMkLst>
        </pc:spChg>
        <pc:spChg chg="add del mod">
          <ac:chgData name="Eduardo Lucas" userId="2c32288683b74354" providerId="LiveId" clId="{FB7D793C-827B-4AD8-9A0A-0EBA4BAFCE83}" dt="2023-04-26T20:03:00.280" v="720"/>
          <ac:spMkLst>
            <pc:docMk/>
            <pc:sldMk cId="2655313905" sldId="297"/>
            <ac:spMk id="22" creationId="{18066BF3-97DC-F050-24D4-A5E875B95CCC}"/>
          </ac:spMkLst>
        </pc:spChg>
        <pc:spChg chg="add del mod">
          <ac:chgData name="Eduardo Lucas" userId="2c32288683b74354" providerId="LiveId" clId="{FB7D793C-827B-4AD8-9A0A-0EBA4BAFCE83}" dt="2023-04-26T20:03:00.280" v="720"/>
          <ac:spMkLst>
            <pc:docMk/>
            <pc:sldMk cId="2655313905" sldId="297"/>
            <ac:spMk id="23" creationId="{295DFA55-DF90-22EC-5BAD-2E3EE70139A8}"/>
          </ac:spMkLst>
        </pc:spChg>
        <pc:spChg chg="add del mod">
          <ac:chgData name="Eduardo Lucas" userId="2c32288683b74354" providerId="LiveId" clId="{FB7D793C-827B-4AD8-9A0A-0EBA4BAFCE83}" dt="2023-04-26T20:03:00.280" v="720"/>
          <ac:spMkLst>
            <pc:docMk/>
            <pc:sldMk cId="2655313905" sldId="297"/>
            <ac:spMk id="24" creationId="{722DB02A-7FCD-959F-459E-225A8336CA02}"/>
          </ac:spMkLst>
        </pc:spChg>
        <pc:graphicFrameChg chg="add del">
          <ac:chgData name="Eduardo Lucas" userId="2c32288683b74354" providerId="LiveId" clId="{FB7D793C-827B-4AD8-9A0A-0EBA4BAFCE83}" dt="2023-04-26T20:03:00.714" v="721" actId="478"/>
          <ac:graphicFrameMkLst>
            <pc:docMk/>
            <pc:sldMk cId="2655313905" sldId="297"/>
            <ac:graphicFrameMk id="2" creationId="{C862C685-A9CA-B6C7-395E-23CACA77ECEB}"/>
          </ac:graphicFrameMkLst>
        </pc:graphicFrameChg>
        <pc:graphicFrameChg chg="add del">
          <ac:chgData name="Eduardo Lucas" userId="2c32288683b74354" providerId="LiveId" clId="{FB7D793C-827B-4AD8-9A0A-0EBA4BAFCE83}" dt="2023-04-26T20:03:00.714" v="721" actId="478"/>
          <ac:graphicFrameMkLst>
            <pc:docMk/>
            <pc:sldMk cId="2655313905" sldId="297"/>
            <ac:graphicFrameMk id="3" creationId="{97E9073B-9A97-AED0-2C37-FA959162705A}"/>
          </ac:graphicFrameMkLst>
        </pc:graphicFrameChg>
        <pc:graphicFrameChg chg="add del">
          <ac:chgData name="Eduardo Lucas" userId="2c32288683b74354" providerId="LiveId" clId="{FB7D793C-827B-4AD8-9A0A-0EBA4BAFCE83}" dt="2023-04-26T20:03:00.714" v="721" actId="478"/>
          <ac:graphicFrameMkLst>
            <pc:docMk/>
            <pc:sldMk cId="2655313905" sldId="297"/>
            <ac:graphicFrameMk id="5" creationId="{1E90B801-D67F-5C1F-36C7-C32AC95DBC0D}"/>
          </ac:graphicFrameMkLst>
        </pc:graphicFrameChg>
        <pc:graphicFrameChg chg="add del mod">
          <ac:chgData name="Eduardo Lucas" userId="2c32288683b74354" providerId="LiveId" clId="{FB7D793C-827B-4AD8-9A0A-0EBA4BAFCE83}" dt="2023-04-26T20:02:52.139" v="716"/>
          <ac:graphicFrameMkLst>
            <pc:docMk/>
            <pc:sldMk cId="2655313905" sldId="297"/>
            <ac:graphicFrameMk id="11" creationId="{853554D7-8E7E-4801-568B-5BA0476D8296}"/>
          </ac:graphicFrameMkLst>
        </pc:graphicFrameChg>
        <pc:graphicFrameChg chg="add del mod">
          <ac:chgData name="Eduardo Lucas" userId="2c32288683b74354" providerId="LiveId" clId="{FB7D793C-827B-4AD8-9A0A-0EBA4BAFCE83}" dt="2023-04-26T20:02:52.139" v="716"/>
          <ac:graphicFrameMkLst>
            <pc:docMk/>
            <pc:sldMk cId="2655313905" sldId="297"/>
            <ac:graphicFrameMk id="12" creationId="{B80B98FB-858D-4DC2-FA2F-9B6A4D818F9C}"/>
          </ac:graphicFrameMkLst>
        </pc:graphicFrameChg>
        <pc:graphicFrameChg chg="add del mod">
          <ac:chgData name="Eduardo Lucas" userId="2c32288683b74354" providerId="LiveId" clId="{FB7D793C-827B-4AD8-9A0A-0EBA4BAFCE83}" dt="2023-04-26T20:02:52.139" v="716"/>
          <ac:graphicFrameMkLst>
            <pc:docMk/>
            <pc:sldMk cId="2655313905" sldId="297"/>
            <ac:graphicFrameMk id="13" creationId="{86CA4375-11F6-4AAF-F1C2-25CEEA2F3775}"/>
          </ac:graphicFrameMkLst>
        </pc:graphicFrameChg>
        <pc:graphicFrameChg chg="add del mod">
          <ac:chgData name="Eduardo Lucas" userId="2c32288683b74354" providerId="LiveId" clId="{FB7D793C-827B-4AD8-9A0A-0EBA4BAFCE83}" dt="2023-04-26T20:02:52.139" v="716"/>
          <ac:graphicFrameMkLst>
            <pc:docMk/>
            <pc:sldMk cId="2655313905" sldId="297"/>
            <ac:graphicFrameMk id="14" creationId="{8C6DAB2B-BA37-A4B1-5874-E8EC4C402802}"/>
          </ac:graphicFrameMkLst>
        </pc:graphicFrameChg>
        <pc:graphicFrameChg chg="add del mod">
          <ac:chgData name="Eduardo Lucas" userId="2c32288683b74354" providerId="LiveId" clId="{FB7D793C-827B-4AD8-9A0A-0EBA4BAFCE83}" dt="2023-04-26T20:02:56.179" v="718"/>
          <ac:graphicFrameMkLst>
            <pc:docMk/>
            <pc:sldMk cId="2655313905" sldId="297"/>
            <ac:graphicFrameMk id="18" creationId="{64EFF8A2-14AA-9D65-D90D-D2E8A786DE95}"/>
          </ac:graphicFrameMkLst>
        </pc:graphicFrameChg>
        <pc:graphicFrameChg chg="add del mod">
          <ac:chgData name="Eduardo Lucas" userId="2c32288683b74354" providerId="LiveId" clId="{FB7D793C-827B-4AD8-9A0A-0EBA4BAFCE83}" dt="2023-04-26T20:02:56.179" v="718"/>
          <ac:graphicFrameMkLst>
            <pc:docMk/>
            <pc:sldMk cId="2655313905" sldId="297"/>
            <ac:graphicFrameMk id="19" creationId="{C34088F7-5028-ADB7-4F4C-FBE7D4443DD1}"/>
          </ac:graphicFrameMkLst>
        </pc:graphicFrameChg>
        <pc:graphicFrameChg chg="add del mod">
          <ac:chgData name="Eduardo Lucas" userId="2c32288683b74354" providerId="LiveId" clId="{FB7D793C-827B-4AD8-9A0A-0EBA4BAFCE83}" dt="2023-04-26T20:02:56.179" v="718"/>
          <ac:graphicFrameMkLst>
            <pc:docMk/>
            <pc:sldMk cId="2655313905" sldId="297"/>
            <ac:graphicFrameMk id="20" creationId="{A55D1137-5BCA-5D86-B2C0-31CD9BF4396D}"/>
          </ac:graphicFrameMkLst>
        </pc:graphicFrameChg>
        <pc:graphicFrameChg chg="add del mod">
          <ac:chgData name="Eduardo Lucas" userId="2c32288683b74354" providerId="LiveId" clId="{FB7D793C-827B-4AD8-9A0A-0EBA4BAFCE83}" dt="2023-04-26T20:02:56.179" v="718"/>
          <ac:graphicFrameMkLst>
            <pc:docMk/>
            <pc:sldMk cId="2655313905" sldId="297"/>
            <ac:graphicFrameMk id="21" creationId="{16992714-84B9-1DB9-DE3A-8D2BF5C113F0}"/>
          </ac:graphicFrameMkLst>
        </pc:graphicFrameChg>
        <pc:graphicFrameChg chg="add del mod">
          <ac:chgData name="Eduardo Lucas" userId="2c32288683b74354" providerId="LiveId" clId="{FB7D793C-827B-4AD8-9A0A-0EBA4BAFCE83}" dt="2023-04-26T20:03:00.280" v="720"/>
          <ac:graphicFrameMkLst>
            <pc:docMk/>
            <pc:sldMk cId="2655313905" sldId="297"/>
            <ac:graphicFrameMk id="25" creationId="{83995D09-3A73-9B2B-A4F5-0E79991453B8}"/>
          </ac:graphicFrameMkLst>
        </pc:graphicFrameChg>
        <pc:graphicFrameChg chg="add del mod">
          <ac:chgData name="Eduardo Lucas" userId="2c32288683b74354" providerId="LiveId" clId="{FB7D793C-827B-4AD8-9A0A-0EBA4BAFCE83}" dt="2023-04-26T20:03:00.280" v="720"/>
          <ac:graphicFrameMkLst>
            <pc:docMk/>
            <pc:sldMk cId="2655313905" sldId="297"/>
            <ac:graphicFrameMk id="26" creationId="{E7470B83-1A9F-B702-350A-6FFE3562383A}"/>
          </ac:graphicFrameMkLst>
        </pc:graphicFrameChg>
        <pc:graphicFrameChg chg="add del mod">
          <ac:chgData name="Eduardo Lucas" userId="2c32288683b74354" providerId="LiveId" clId="{FB7D793C-827B-4AD8-9A0A-0EBA4BAFCE83}" dt="2023-04-26T20:03:00.280" v="720"/>
          <ac:graphicFrameMkLst>
            <pc:docMk/>
            <pc:sldMk cId="2655313905" sldId="297"/>
            <ac:graphicFrameMk id="27" creationId="{32715B57-6D58-168D-0AEF-86BD055DD544}"/>
          </ac:graphicFrameMkLst>
        </pc:graphicFrameChg>
        <pc:graphicFrameChg chg="add del mod">
          <ac:chgData name="Eduardo Lucas" userId="2c32288683b74354" providerId="LiveId" clId="{FB7D793C-827B-4AD8-9A0A-0EBA4BAFCE83}" dt="2023-04-26T20:03:00.280" v="720"/>
          <ac:graphicFrameMkLst>
            <pc:docMk/>
            <pc:sldMk cId="2655313905" sldId="297"/>
            <ac:graphicFrameMk id="28" creationId="{D21EC4D4-F369-F972-060B-23994849A513}"/>
          </ac:graphicFrameMkLst>
        </pc:graphicFrameChg>
      </pc:sldChg>
      <pc:sldChg chg="del">
        <pc:chgData name="Eduardo Lucas" userId="2c32288683b74354" providerId="LiveId" clId="{FB7D793C-827B-4AD8-9A0A-0EBA4BAFCE83}" dt="2023-04-26T19:36:17.896" v="16" actId="47"/>
        <pc:sldMkLst>
          <pc:docMk/>
          <pc:sldMk cId="3312675836" sldId="297"/>
        </pc:sldMkLst>
      </pc:sldChg>
      <pc:sldChg chg="addSp delSp modSp add mod">
        <pc:chgData name="Eduardo Lucas" userId="2c32288683b74354" providerId="LiveId" clId="{FB7D793C-827B-4AD8-9A0A-0EBA4BAFCE83}" dt="2023-04-26T20:05:41.234" v="730" actId="1076"/>
        <pc:sldMkLst>
          <pc:docMk/>
          <pc:sldMk cId="3893373602" sldId="297"/>
        </pc:sldMkLst>
        <pc:spChg chg="del">
          <ac:chgData name="Eduardo Lucas" userId="2c32288683b74354" providerId="LiveId" clId="{FB7D793C-827B-4AD8-9A0A-0EBA4BAFCE83}" dt="2023-04-26T20:03:26.251" v="724" actId="478"/>
          <ac:spMkLst>
            <pc:docMk/>
            <pc:sldMk cId="3893373602" sldId="297"/>
            <ac:spMk id="7" creationId="{4AF314C5-9E7C-49E9-39AE-47C321542B80}"/>
          </ac:spMkLst>
        </pc:spChg>
        <pc:spChg chg="del">
          <ac:chgData name="Eduardo Lucas" userId="2c32288683b74354" providerId="LiveId" clId="{FB7D793C-827B-4AD8-9A0A-0EBA4BAFCE83}" dt="2023-04-26T20:03:28.389" v="725" actId="478"/>
          <ac:spMkLst>
            <pc:docMk/>
            <pc:sldMk cId="3893373602" sldId="297"/>
            <ac:spMk id="8" creationId="{3D8191DF-D587-1995-E0D3-FBC10CB25083}"/>
          </ac:spMkLst>
        </pc:spChg>
        <pc:graphicFrameChg chg="add mod">
          <ac:chgData name="Eduardo Lucas" userId="2c32288683b74354" providerId="LiveId" clId="{FB7D793C-827B-4AD8-9A0A-0EBA4BAFCE83}" dt="2023-04-26T20:05:41.234" v="730" actId="1076"/>
          <ac:graphicFrameMkLst>
            <pc:docMk/>
            <pc:sldMk cId="3893373602" sldId="297"/>
            <ac:graphicFrameMk id="6" creationId="{38E65D53-F8B1-BE9C-571E-D3BEF52441EB}"/>
          </ac:graphicFrameMkLst>
        </pc:graphicFrameChg>
      </pc:sldChg>
      <pc:sldChg chg="del">
        <pc:chgData name="Eduardo Lucas" userId="2c32288683b74354" providerId="LiveId" clId="{FB7D793C-827B-4AD8-9A0A-0EBA4BAFCE83}" dt="2023-04-26T19:36:18.068" v="17" actId="47"/>
        <pc:sldMkLst>
          <pc:docMk/>
          <pc:sldMk cId="2889708714" sldId="298"/>
        </pc:sldMkLst>
      </pc:sldChg>
      <pc:sldChg chg="addSp modSp add mod">
        <pc:chgData name="Eduardo Lucas" userId="2c32288683b74354" providerId="LiveId" clId="{FB7D793C-827B-4AD8-9A0A-0EBA4BAFCE83}" dt="2023-04-26T20:05:53.951" v="734" actId="108"/>
        <pc:sldMkLst>
          <pc:docMk/>
          <pc:sldMk cId="4115335084" sldId="298"/>
        </pc:sldMkLst>
        <pc:spChg chg="add mod">
          <ac:chgData name="Eduardo Lucas" userId="2c32288683b74354" providerId="LiveId" clId="{FB7D793C-827B-4AD8-9A0A-0EBA4BAFCE83}" dt="2023-04-26T20:05:53.951" v="734" actId="108"/>
          <ac:spMkLst>
            <pc:docMk/>
            <pc:sldMk cId="4115335084" sldId="298"/>
            <ac:spMk id="7" creationId="{2DF4CDAD-7D0E-54DB-45F2-74E732F2D184}"/>
          </ac:spMkLst>
        </pc:spChg>
      </pc:sldChg>
      <pc:sldChg chg="addSp delSp modSp add mod">
        <pc:chgData name="Eduardo Lucas" userId="2c32288683b74354" providerId="LiveId" clId="{FB7D793C-827B-4AD8-9A0A-0EBA4BAFCE83}" dt="2023-04-26T20:06:32.324" v="742" actId="1076"/>
        <pc:sldMkLst>
          <pc:docMk/>
          <pc:sldMk cId="2691943560" sldId="299"/>
        </pc:sldMkLst>
        <pc:spChg chg="del">
          <ac:chgData name="Eduardo Lucas" userId="2c32288683b74354" providerId="LiveId" clId="{FB7D793C-827B-4AD8-9A0A-0EBA4BAFCE83}" dt="2023-04-26T20:06:17.979" v="739" actId="478"/>
          <ac:spMkLst>
            <pc:docMk/>
            <pc:sldMk cId="2691943560" sldId="299"/>
            <ac:spMk id="7" creationId="{2DF4CDAD-7D0E-54DB-45F2-74E732F2D184}"/>
          </ac:spMkLst>
        </pc:spChg>
        <pc:graphicFrameChg chg="del">
          <ac:chgData name="Eduardo Lucas" userId="2c32288683b74354" providerId="LiveId" clId="{FB7D793C-827B-4AD8-9A0A-0EBA4BAFCE83}" dt="2023-04-26T20:06:17.979" v="739" actId="478"/>
          <ac:graphicFrameMkLst>
            <pc:docMk/>
            <pc:sldMk cId="2691943560" sldId="299"/>
            <ac:graphicFrameMk id="2" creationId="{C862C685-A9CA-B6C7-395E-23CACA77ECEB}"/>
          </ac:graphicFrameMkLst>
        </pc:graphicFrameChg>
        <pc:graphicFrameChg chg="del">
          <ac:chgData name="Eduardo Lucas" userId="2c32288683b74354" providerId="LiveId" clId="{FB7D793C-827B-4AD8-9A0A-0EBA4BAFCE83}" dt="2023-04-26T20:06:17.979" v="739" actId="478"/>
          <ac:graphicFrameMkLst>
            <pc:docMk/>
            <pc:sldMk cId="2691943560" sldId="299"/>
            <ac:graphicFrameMk id="3" creationId="{97E9073B-9A97-AED0-2C37-FA959162705A}"/>
          </ac:graphicFrameMkLst>
        </pc:graphicFrameChg>
        <pc:graphicFrameChg chg="del">
          <ac:chgData name="Eduardo Lucas" userId="2c32288683b74354" providerId="LiveId" clId="{FB7D793C-827B-4AD8-9A0A-0EBA4BAFCE83}" dt="2023-04-26T20:06:17.979" v="739" actId="478"/>
          <ac:graphicFrameMkLst>
            <pc:docMk/>
            <pc:sldMk cId="2691943560" sldId="299"/>
            <ac:graphicFrameMk id="5" creationId="{1E90B801-D67F-5C1F-36C7-C32AC95DBC0D}"/>
          </ac:graphicFrameMkLst>
        </pc:graphicFrameChg>
        <pc:graphicFrameChg chg="del">
          <ac:chgData name="Eduardo Lucas" userId="2c32288683b74354" providerId="LiveId" clId="{FB7D793C-827B-4AD8-9A0A-0EBA4BAFCE83}" dt="2023-04-26T20:06:17.979" v="739" actId="478"/>
          <ac:graphicFrameMkLst>
            <pc:docMk/>
            <pc:sldMk cId="2691943560" sldId="299"/>
            <ac:graphicFrameMk id="6" creationId="{38E65D53-F8B1-BE9C-571E-D3BEF52441EB}"/>
          </ac:graphicFrameMkLst>
        </pc:graphicFrameChg>
        <pc:graphicFrameChg chg="add mod">
          <ac:chgData name="Eduardo Lucas" userId="2c32288683b74354" providerId="LiveId" clId="{FB7D793C-827B-4AD8-9A0A-0EBA4BAFCE83}" dt="2023-04-26T20:06:32.324" v="742" actId="1076"/>
          <ac:graphicFrameMkLst>
            <pc:docMk/>
            <pc:sldMk cId="2691943560" sldId="299"/>
            <ac:graphicFrameMk id="8" creationId="{4226B342-1FDE-4F57-1D16-8D92A81AA01B}"/>
          </ac:graphicFrameMkLst>
        </pc:graphicFrameChg>
        <pc:graphicFrameChg chg="add mod">
          <ac:chgData name="Eduardo Lucas" userId="2c32288683b74354" providerId="LiveId" clId="{FB7D793C-827B-4AD8-9A0A-0EBA4BAFCE83}" dt="2023-04-26T20:06:32.324" v="742" actId="1076"/>
          <ac:graphicFrameMkLst>
            <pc:docMk/>
            <pc:sldMk cId="2691943560" sldId="299"/>
            <ac:graphicFrameMk id="9" creationId="{2A096A11-9BCE-BD38-E889-C6786D235A04}"/>
          </ac:graphicFrameMkLst>
        </pc:graphicFrameChg>
        <pc:graphicFrameChg chg="add mod">
          <ac:chgData name="Eduardo Lucas" userId="2c32288683b74354" providerId="LiveId" clId="{FB7D793C-827B-4AD8-9A0A-0EBA4BAFCE83}" dt="2023-04-26T20:06:32.324" v="742" actId="1076"/>
          <ac:graphicFrameMkLst>
            <pc:docMk/>
            <pc:sldMk cId="2691943560" sldId="299"/>
            <ac:graphicFrameMk id="10" creationId="{AD9EC169-8012-3111-EF16-B7F1DB44355E}"/>
          </ac:graphicFrameMkLst>
        </pc:graphicFrameChg>
        <pc:graphicFrameChg chg="add mod">
          <ac:chgData name="Eduardo Lucas" userId="2c32288683b74354" providerId="LiveId" clId="{FB7D793C-827B-4AD8-9A0A-0EBA4BAFCE83}" dt="2023-04-26T20:06:32.324" v="742" actId="1076"/>
          <ac:graphicFrameMkLst>
            <pc:docMk/>
            <pc:sldMk cId="2691943560" sldId="299"/>
            <ac:graphicFrameMk id="11" creationId="{173DFCB5-B3D7-5171-97A5-BBE7A61455A0}"/>
          </ac:graphicFrameMkLst>
        </pc:graphicFrameChg>
        <pc:graphicFrameChg chg="add mod">
          <ac:chgData name="Eduardo Lucas" userId="2c32288683b74354" providerId="LiveId" clId="{FB7D793C-827B-4AD8-9A0A-0EBA4BAFCE83}" dt="2023-04-26T20:06:32.324" v="742" actId="1076"/>
          <ac:graphicFrameMkLst>
            <pc:docMk/>
            <pc:sldMk cId="2691943560" sldId="299"/>
            <ac:graphicFrameMk id="12" creationId="{7BE3C470-9C4A-7231-309E-2E3522CFE1B8}"/>
          </ac:graphicFrameMkLst>
        </pc:graphicFrameChg>
      </pc:sldChg>
      <pc:sldChg chg="addSp delSp modSp add mod">
        <pc:chgData name="Eduardo Lucas" userId="2c32288683b74354" providerId="LiveId" clId="{FB7D793C-827B-4AD8-9A0A-0EBA4BAFCE83}" dt="2023-04-26T20:08:20.444" v="771" actId="20577"/>
        <pc:sldMkLst>
          <pc:docMk/>
          <pc:sldMk cId="905445015" sldId="300"/>
        </pc:sldMkLst>
        <pc:spChg chg="mod">
          <ac:chgData name="Eduardo Lucas" userId="2c32288683b74354" providerId="LiveId" clId="{FB7D793C-827B-4AD8-9A0A-0EBA4BAFCE83}" dt="2023-04-26T20:08:20.444" v="771" actId="20577"/>
          <ac:spMkLst>
            <pc:docMk/>
            <pc:sldMk cId="905445015" sldId="300"/>
            <ac:spMk id="4" creationId="{918C8A25-959D-F8F1-A11F-AD911B5FA22F}"/>
          </ac:spMkLst>
        </pc:spChg>
        <pc:graphicFrameChg chg="add mod">
          <ac:chgData name="Eduardo Lucas" userId="2c32288683b74354" providerId="LiveId" clId="{FB7D793C-827B-4AD8-9A0A-0EBA4BAFCE83}" dt="2023-04-26T20:07:34.330" v="760" actId="1076"/>
          <ac:graphicFrameMkLst>
            <pc:docMk/>
            <pc:sldMk cId="905445015" sldId="300"/>
            <ac:graphicFrameMk id="2" creationId="{001A28E1-4ABD-990D-627B-1575456178A6}"/>
          </ac:graphicFrameMkLst>
        </pc:graphicFrameChg>
        <pc:graphicFrameChg chg="add mod">
          <ac:chgData name="Eduardo Lucas" userId="2c32288683b74354" providerId="LiveId" clId="{FB7D793C-827B-4AD8-9A0A-0EBA4BAFCE83}" dt="2023-04-26T20:07:34.330" v="760" actId="1076"/>
          <ac:graphicFrameMkLst>
            <pc:docMk/>
            <pc:sldMk cId="905445015" sldId="300"/>
            <ac:graphicFrameMk id="3" creationId="{46B1A6E0-BD2C-03A2-7D4D-F2F2B4C9C45A}"/>
          </ac:graphicFrameMkLst>
        </pc:graphicFrameChg>
        <pc:graphicFrameChg chg="add mod">
          <ac:chgData name="Eduardo Lucas" userId="2c32288683b74354" providerId="LiveId" clId="{FB7D793C-827B-4AD8-9A0A-0EBA4BAFCE83}" dt="2023-04-26T20:07:34.330" v="760" actId="1076"/>
          <ac:graphicFrameMkLst>
            <pc:docMk/>
            <pc:sldMk cId="905445015" sldId="300"/>
            <ac:graphicFrameMk id="5" creationId="{B2973E9B-F0A3-2F94-E017-8908F808F563}"/>
          </ac:graphicFrameMkLst>
        </pc:graphicFrameChg>
        <pc:graphicFrameChg chg="del">
          <ac:chgData name="Eduardo Lucas" userId="2c32288683b74354" providerId="LiveId" clId="{FB7D793C-827B-4AD8-9A0A-0EBA4BAFCE83}" dt="2023-04-26T20:07:11.893" v="756" actId="478"/>
          <ac:graphicFrameMkLst>
            <pc:docMk/>
            <pc:sldMk cId="905445015" sldId="300"/>
            <ac:graphicFrameMk id="8" creationId="{4226B342-1FDE-4F57-1D16-8D92A81AA01B}"/>
          </ac:graphicFrameMkLst>
        </pc:graphicFrameChg>
        <pc:graphicFrameChg chg="del">
          <ac:chgData name="Eduardo Lucas" userId="2c32288683b74354" providerId="LiveId" clId="{FB7D793C-827B-4AD8-9A0A-0EBA4BAFCE83}" dt="2023-04-26T20:07:11.893" v="756" actId="478"/>
          <ac:graphicFrameMkLst>
            <pc:docMk/>
            <pc:sldMk cId="905445015" sldId="300"/>
            <ac:graphicFrameMk id="9" creationId="{2A096A11-9BCE-BD38-E889-C6786D235A04}"/>
          </ac:graphicFrameMkLst>
        </pc:graphicFrameChg>
        <pc:graphicFrameChg chg="del">
          <ac:chgData name="Eduardo Lucas" userId="2c32288683b74354" providerId="LiveId" clId="{FB7D793C-827B-4AD8-9A0A-0EBA4BAFCE83}" dt="2023-04-26T20:07:11.893" v="756" actId="478"/>
          <ac:graphicFrameMkLst>
            <pc:docMk/>
            <pc:sldMk cId="905445015" sldId="300"/>
            <ac:graphicFrameMk id="10" creationId="{AD9EC169-8012-3111-EF16-B7F1DB44355E}"/>
          </ac:graphicFrameMkLst>
        </pc:graphicFrameChg>
        <pc:graphicFrameChg chg="del">
          <ac:chgData name="Eduardo Lucas" userId="2c32288683b74354" providerId="LiveId" clId="{FB7D793C-827B-4AD8-9A0A-0EBA4BAFCE83}" dt="2023-04-26T20:07:11.893" v="756" actId="478"/>
          <ac:graphicFrameMkLst>
            <pc:docMk/>
            <pc:sldMk cId="905445015" sldId="300"/>
            <ac:graphicFrameMk id="11" creationId="{173DFCB5-B3D7-5171-97A5-BBE7A61455A0}"/>
          </ac:graphicFrameMkLst>
        </pc:graphicFrameChg>
        <pc:graphicFrameChg chg="del">
          <ac:chgData name="Eduardo Lucas" userId="2c32288683b74354" providerId="LiveId" clId="{FB7D793C-827B-4AD8-9A0A-0EBA4BAFCE83}" dt="2023-04-26T20:07:11.893" v="756" actId="478"/>
          <ac:graphicFrameMkLst>
            <pc:docMk/>
            <pc:sldMk cId="905445015" sldId="300"/>
            <ac:graphicFrameMk id="12" creationId="{7BE3C470-9C4A-7231-309E-2E3522CFE1B8}"/>
          </ac:graphicFrameMkLst>
        </pc:graphicFrameChg>
      </pc:sldChg>
      <pc:sldChg chg="addSp modSp add mod">
        <pc:chgData name="Eduardo Lucas" userId="2c32288683b74354" providerId="LiveId" clId="{FB7D793C-827B-4AD8-9A0A-0EBA4BAFCE83}" dt="2023-04-26T20:08:24.430" v="773" actId="20577"/>
        <pc:sldMkLst>
          <pc:docMk/>
          <pc:sldMk cId="1827416856" sldId="301"/>
        </pc:sldMkLst>
        <pc:spChg chg="mod">
          <ac:chgData name="Eduardo Lucas" userId="2c32288683b74354" providerId="LiveId" clId="{FB7D793C-827B-4AD8-9A0A-0EBA4BAFCE83}" dt="2023-04-26T20:08:24.430" v="773" actId="20577"/>
          <ac:spMkLst>
            <pc:docMk/>
            <pc:sldMk cId="1827416856" sldId="301"/>
            <ac:spMk id="4" creationId="{918C8A25-959D-F8F1-A11F-AD911B5FA22F}"/>
          </ac:spMkLst>
        </pc:spChg>
        <pc:spChg chg="add mod">
          <ac:chgData name="Eduardo Lucas" userId="2c32288683b74354" providerId="LiveId" clId="{FB7D793C-827B-4AD8-9A0A-0EBA4BAFCE83}" dt="2023-04-26T20:08:00.387" v="767" actId="120"/>
          <ac:spMkLst>
            <pc:docMk/>
            <pc:sldMk cId="1827416856" sldId="301"/>
            <ac:spMk id="6" creationId="{2E0E6E5B-03A0-1803-47EC-6D387AD61CEA}"/>
          </ac:spMkLst>
        </pc:spChg>
      </pc:sldChg>
      <pc:sldChg chg="addSp delSp modSp add mod">
        <pc:chgData name="Eduardo Lucas" userId="2c32288683b74354" providerId="LiveId" clId="{FB7D793C-827B-4AD8-9A0A-0EBA4BAFCE83}" dt="2023-04-26T20:09:09.673" v="783"/>
        <pc:sldMkLst>
          <pc:docMk/>
          <pc:sldMk cId="5464041" sldId="302"/>
        </pc:sldMkLst>
        <pc:spChg chg="mod">
          <ac:chgData name="Eduardo Lucas" userId="2c32288683b74354" providerId="LiveId" clId="{FB7D793C-827B-4AD8-9A0A-0EBA4BAFCE83}" dt="2023-04-26T20:08:47.262" v="779" actId="20577"/>
          <ac:spMkLst>
            <pc:docMk/>
            <pc:sldMk cId="5464041" sldId="302"/>
            <ac:spMk id="4" creationId="{918C8A25-959D-F8F1-A11F-AD911B5FA22F}"/>
          </ac:spMkLst>
        </pc:spChg>
        <pc:spChg chg="del">
          <ac:chgData name="Eduardo Lucas" userId="2c32288683b74354" providerId="LiveId" clId="{FB7D793C-827B-4AD8-9A0A-0EBA4BAFCE83}" dt="2023-04-26T20:08:43.023" v="776" actId="478"/>
          <ac:spMkLst>
            <pc:docMk/>
            <pc:sldMk cId="5464041" sldId="302"/>
            <ac:spMk id="6" creationId="{2E0E6E5B-03A0-1803-47EC-6D387AD61CEA}"/>
          </ac:spMkLst>
        </pc:spChg>
        <pc:spChg chg="add mod">
          <ac:chgData name="Eduardo Lucas" userId="2c32288683b74354" providerId="LiveId" clId="{FB7D793C-827B-4AD8-9A0A-0EBA4BAFCE83}" dt="2023-04-26T20:09:09.673" v="783"/>
          <ac:spMkLst>
            <pc:docMk/>
            <pc:sldMk cId="5464041" sldId="302"/>
            <ac:spMk id="10" creationId="{09046FFF-230A-76AC-C0A0-A19CA4988065}"/>
          </ac:spMkLst>
        </pc:spChg>
        <pc:graphicFrameChg chg="del">
          <ac:chgData name="Eduardo Lucas" userId="2c32288683b74354" providerId="LiveId" clId="{FB7D793C-827B-4AD8-9A0A-0EBA4BAFCE83}" dt="2023-04-26T20:08:44.901" v="777" actId="478"/>
          <ac:graphicFrameMkLst>
            <pc:docMk/>
            <pc:sldMk cId="5464041" sldId="302"/>
            <ac:graphicFrameMk id="2" creationId="{001A28E1-4ABD-990D-627B-1575456178A6}"/>
          </ac:graphicFrameMkLst>
        </pc:graphicFrameChg>
        <pc:graphicFrameChg chg="del">
          <ac:chgData name="Eduardo Lucas" userId="2c32288683b74354" providerId="LiveId" clId="{FB7D793C-827B-4AD8-9A0A-0EBA4BAFCE83}" dt="2023-04-26T20:08:43.023" v="776" actId="478"/>
          <ac:graphicFrameMkLst>
            <pc:docMk/>
            <pc:sldMk cId="5464041" sldId="302"/>
            <ac:graphicFrameMk id="3" creationId="{46B1A6E0-BD2C-03A2-7D4D-F2F2B4C9C45A}"/>
          </ac:graphicFrameMkLst>
        </pc:graphicFrameChg>
        <pc:graphicFrameChg chg="del">
          <ac:chgData name="Eduardo Lucas" userId="2c32288683b74354" providerId="LiveId" clId="{FB7D793C-827B-4AD8-9A0A-0EBA4BAFCE83}" dt="2023-04-26T20:08:43.023" v="776" actId="478"/>
          <ac:graphicFrameMkLst>
            <pc:docMk/>
            <pc:sldMk cId="5464041" sldId="302"/>
            <ac:graphicFrameMk id="5" creationId="{B2973E9B-F0A3-2F94-E017-8908F808F563}"/>
          </ac:graphicFrameMkLst>
        </pc:graphicFrameChg>
        <pc:graphicFrameChg chg="add mod">
          <ac:chgData name="Eduardo Lucas" userId="2c32288683b74354" providerId="LiveId" clId="{FB7D793C-827B-4AD8-9A0A-0EBA4BAFCE83}" dt="2023-04-26T20:08:57.703" v="781" actId="1076"/>
          <ac:graphicFrameMkLst>
            <pc:docMk/>
            <pc:sldMk cId="5464041" sldId="302"/>
            <ac:graphicFrameMk id="7" creationId="{44C94DB8-F541-8DEB-99D7-63FFA2D5A8A6}"/>
          </ac:graphicFrameMkLst>
        </pc:graphicFrameChg>
        <pc:graphicFrameChg chg="add mod">
          <ac:chgData name="Eduardo Lucas" userId="2c32288683b74354" providerId="LiveId" clId="{FB7D793C-827B-4AD8-9A0A-0EBA4BAFCE83}" dt="2023-04-26T20:08:57.703" v="781" actId="1076"/>
          <ac:graphicFrameMkLst>
            <pc:docMk/>
            <pc:sldMk cId="5464041" sldId="302"/>
            <ac:graphicFrameMk id="8" creationId="{805160CC-EEB3-E7B0-1272-38C83ADF7B8E}"/>
          </ac:graphicFrameMkLst>
        </pc:graphicFrameChg>
        <pc:graphicFrameChg chg="add mod">
          <ac:chgData name="Eduardo Lucas" userId="2c32288683b74354" providerId="LiveId" clId="{FB7D793C-827B-4AD8-9A0A-0EBA4BAFCE83}" dt="2023-04-26T20:08:57.703" v="781" actId="1076"/>
          <ac:graphicFrameMkLst>
            <pc:docMk/>
            <pc:sldMk cId="5464041" sldId="302"/>
            <ac:graphicFrameMk id="9" creationId="{4ED7F00C-446B-DEB3-E2E7-705CB7D776A6}"/>
          </ac:graphicFrameMkLst>
        </pc:graphicFrameChg>
      </pc:sldChg>
      <pc:sldChg chg="addSp delSp modSp add mod ord">
        <pc:chgData name="Eduardo Lucas" userId="2c32288683b74354" providerId="LiveId" clId="{FB7D793C-827B-4AD8-9A0A-0EBA4BAFCE83}" dt="2023-04-26T20:09:47.511" v="799" actId="1076"/>
        <pc:sldMkLst>
          <pc:docMk/>
          <pc:sldMk cId="4234954823" sldId="303"/>
        </pc:sldMkLst>
        <pc:spChg chg="mod">
          <ac:chgData name="Eduardo Lucas" userId="2c32288683b74354" providerId="LiveId" clId="{FB7D793C-827B-4AD8-9A0A-0EBA4BAFCE83}" dt="2023-04-26T20:09:28.729" v="796" actId="20577"/>
          <ac:spMkLst>
            <pc:docMk/>
            <pc:sldMk cId="4234954823" sldId="303"/>
            <ac:spMk id="4" creationId="{918C8A25-959D-F8F1-A11F-AD911B5FA22F}"/>
          </ac:spMkLst>
        </pc:spChg>
        <pc:graphicFrameChg chg="del">
          <ac:chgData name="Eduardo Lucas" userId="2c32288683b74354" providerId="LiveId" clId="{FB7D793C-827B-4AD8-9A0A-0EBA4BAFCE83}" dt="2023-04-26T20:09:35.154" v="797" actId="478"/>
          <ac:graphicFrameMkLst>
            <pc:docMk/>
            <pc:sldMk cId="4234954823" sldId="303"/>
            <ac:graphicFrameMk id="2" creationId="{001A28E1-4ABD-990D-627B-1575456178A6}"/>
          </ac:graphicFrameMkLst>
        </pc:graphicFrameChg>
        <pc:graphicFrameChg chg="del">
          <ac:chgData name="Eduardo Lucas" userId="2c32288683b74354" providerId="LiveId" clId="{FB7D793C-827B-4AD8-9A0A-0EBA4BAFCE83}" dt="2023-04-26T20:09:35.154" v="797" actId="478"/>
          <ac:graphicFrameMkLst>
            <pc:docMk/>
            <pc:sldMk cId="4234954823" sldId="303"/>
            <ac:graphicFrameMk id="3" creationId="{46B1A6E0-BD2C-03A2-7D4D-F2F2B4C9C45A}"/>
          </ac:graphicFrameMkLst>
        </pc:graphicFrameChg>
        <pc:graphicFrameChg chg="del">
          <ac:chgData name="Eduardo Lucas" userId="2c32288683b74354" providerId="LiveId" clId="{FB7D793C-827B-4AD8-9A0A-0EBA4BAFCE83}" dt="2023-04-26T20:09:35.154" v="797" actId="478"/>
          <ac:graphicFrameMkLst>
            <pc:docMk/>
            <pc:sldMk cId="4234954823" sldId="303"/>
            <ac:graphicFrameMk id="5" creationId="{B2973E9B-F0A3-2F94-E017-8908F808F563}"/>
          </ac:graphicFrameMkLst>
        </pc:graphicFrameChg>
        <pc:graphicFrameChg chg="add mod">
          <ac:chgData name="Eduardo Lucas" userId="2c32288683b74354" providerId="LiveId" clId="{FB7D793C-827B-4AD8-9A0A-0EBA4BAFCE83}" dt="2023-04-26T20:09:47.511" v="799" actId="1076"/>
          <ac:graphicFrameMkLst>
            <pc:docMk/>
            <pc:sldMk cId="4234954823" sldId="303"/>
            <ac:graphicFrameMk id="6" creationId="{432F2C42-B229-21E8-9304-ECEBC82D4546}"/>
          </ac:graphicFrameMkLst>
        </pc:graphicFrameChg>
        <pc:graphicFrameChg chg="add mod">
          <ac:chgData name="Eduardo Lucas" userId="2c32288683b74354" providerId="LiveId" clId="{FB7D793C-827B-4AD8-9A0A-0EBA4BAFCE83}" dt="2023-04-26T20:09:47.511" v="799" actId="1076"/>
          <ac:graphicFrameMkLst>
            <pc:docMk/>
            <pc:sldMk cId="4234954823" sldId="303"/>
            <ac:graphicFrameMk id="7" creationId="{0CE61940-F30C-FC94-ADD3-489BF5F820AC}"/>
          </ac:graphicFrameMkLst>
        </pc:graphicFrameChg>
        <pc:graphicFrameChg chg="add mod">
          <ac:chgData name="Eduardo Lucas" userId="2c32288683b74354" providerId="LiveId" clId="{FB7D793C-827B-4AD8-9A0A-0EBA4BAFCE83}" dt="2023-04-26T20:09:47.511" v="799" actId="1076"/>
          <ac:graphicFrameMkLst>
            <pc:docMk/>
            <pc:sldMk cId="4234954823" sldId="303"/>
            <ac:graphicFrameMk id="8" creationId="{ACF2F499-752B-9917-FEF2-9398A5012A90}"/>
          </ac:graphicFrameMkLst>
        </pc:graphicFrameChg>
        <pc:graphicFrameChg chg="add mod">
          <ac:chgData name="Eduardo Lucas" userId="2c32288683b74354" providerId="LiveId" clId="{FB7D793C-827B-4AD8-9A0A-0EBA4BAFCE83}" dt="2023-04-26T20:09:47.511" v="799" actId="1076"/>
          <ac:graphicFrameMkLst>
            <pc:docMk/>
            <pc:sldMk cId="4234954823" sldId="303"/>
            <ac:graphicFrameMk id="9" creationId="{2F8785C0-5436-307E-E979-F1865C2E32B0}"/>
          </ac:graphicFrameMkLst>
        </pc:graphicFrameChg>
        <pc:graphicFrameChg chg="add mod">
          <ac:chgData name="Eduardo Lucas" userId="2c32288683b74354" providerId="LiveId" clId="{FB7D793C-827B-4AD8-9A0A-0EBA4BAFCE83}" dt="2023-04-26T20:09:47.511" v="799" actId="1076"/>
          <ac:graphicFrameMkLst>
            <pc:docMk/>
            <pc:sldMk cId="4234954823" sldId="303"/>
            <ac:graphicFrameMk id="10" creationId="{153608AA-DE4C-EE8A-BFC1-9571FBCF2371}"/>
          </ac:graphicFrameMkLst>
        </pc:graphicFrameChg>
      </pc:sldChg>
      <pc:sldChg chg="addSp delSp modSp add mod">
        <pc:chgData name="Eduardo Lucas" userId="2c32288683b74354" providerId="LiveId" clId="{FB7D793C-827B-4AD8-9A0A-0EBA4BAFCE83}" dt="2023-04-26T20:10:23.636" v="806" actId="1076"/>
        <pc:sldMkLst>
          <pc:docMk/>
          <pc:sldMk cId="677181364" sldId="304"/>
        </pc:sldMkLst>
        <pc:spChg chg="mod">
          <ac:chgData name="Eduardo Lucas" userId="2c32288683b74354" providerId="LiveId" clId="{FB7D793C-827B-4AD8-9A0A-0EBA4BAFCE83}" dt="2023-04-26T20:10:03.690" v="803" actId="20577"/>
          <ac:spMkLst>
            <pc:docMk/>
            <pc:sldMk cId="677181364" sldId="304"/>
            <ac:spMk id="4" creationId="{918C8A25-959D-F8F1-A11F-AD911B5FA22F}"/>
          </ac:spMkLst>
        </pc:spChg>
        <pc:graphicFrameChg chg="add mod">
          <ac:chgData name="Eduardo Lucas" userId="2c32288683b74354" providerId="LiveId" clId="{FB7D793C-827B-4AD8-9A0A-0EBA4BAFCE83}" dt="2023-04-26T20:10:23.636" v="806" actId="1076"/>
          <ac:graphicFrameMkLst>
            <pc:docMk/>
            <pc:sldMk cId="677181364" sldId="304"/>
            <ac:graphicFrameMk id="2" creationId="{D7FE2CA6-3DBC-38E0-70EC-FBDB5C17F92A}"/>
          </ac:graphicFrameMkLst>
        </pc:graphicFrameChg>
        <pc:graphicFrameChg chg="add mod">
          <ac:chgData name="Eduardo Lucas" userId="2c32288683b74354" providerId="LiveId" clId="{FB7D793C-827B-4AD8-9A0A-0EBA4BAFCE83}" dt="2023-04-26T20:10:23.636" v="806" actId="1076"/>
          <ac:graphicFrameMkLst>
            <pc:docMk/>
            <pc:sldMk cId="677181364" sldId="304"/>
            <ac:graphicFrameMk id="3" creationId="{DCF7CB1E-9666-D3F6-C9F8-5EFCC00BFFF1}"/>
          </ac:graphicFrameMkLst>
        </pc:graphicFrameChg>
        <pc:graphicFrameChg chg="add mod">
          <ac:chgData name="Eduardo Lucas" userId="2c32288683b74354" providerId="LiveId" clId="{FB7D793C-827B-4AD8-9A0A-0EBA4BAFCE83}" dt="2023-04-26T20:10:23.636" v="806" actId="1076"/>
          <ac:graphicFrameMkLst>
            <pc:docMk/>
            <pc:sldMk cId="677181364" sldId="304"/>
            <ac:graphicFrameMk id="5" creationId="{88E18CFA-07B4-7F4B-8A3F-0D7DA09CCC8F}"/>
          </ac:graphicFrameMkLst>
        </pc:graphicFrameChg>
        <pc:graphicFrameChg chg="del">
          <ac:chgData name="Eduardo Lucas" userId="2c32288683b74354" providerId="LiveId" clId="{FB7D793C-827B-4AD8-9A0A-0EBA4BAFCE83}" dt="2023-04-26T20:10:13.210" v="804" actId="478"/>
          <ac:graphicFrameMkLst>
            <pc:docMk/>
            <pc:sldMk cId="677181364" sldId="304"/>
            <ac:graphicFrameMk id="6" creationId="{432F2C42-B229-21E8-9304-ECEBC82D4546}"/>
          </ac:graphicFrameMkLst>
        </pc:graphicFrameChg>
        <pc:graphicFrameChg chg="del">
          <ac:chgData name="Eduardo Lucas" userId="2c32288683b74354" providerId="LiveId" clId="{FB7D793C-827B-4AD8-9A0A-0EBA4BAFCE83}" dt="2023-04-26T20:10:13.210" v="804" actId="478"/>
          <ac:graphicFrameMkLst>
            <pc:docMk/>
            <pc:sldMk cId="677181364" sldId="304"/>
            <ac:graphicFrameMk id="7" creationId="{0CE61940-F30C-FC94-ADD3-489BF5F820AC}"/>
          </ac:graphicFrameMkLst>
        </pc:graphicFrameChg>
        <pc:graphicFrameChg chg="del">
          <ac:chgData name="Eduardo Lucas" userId="2c32288683b74354" providerId="LiveId" clId="{FB7D793C-827B-4AD8-9A0A-0EBA4BAFCE83}" dt="2023-04-26T20:10:13.210" v="804" actId="478"/>
          <ac:graphicFrameMkLst>
            <pc:docMk/>
            <pc:sldMk cId="677181364" sldId="304"/>
            <ac:graphicFrameMk id="8" creationId="{ACF2F499-752B-9917-FEF2-9398A5012A90}"/>
          </ac:graphicFrameMkLst>
        </pc:graphicFrameChg>
        <pc:graphicFrameChg chg="del">
          <ac:chgData name="Eduardo Lucas" userId="2c32288683b74354" providerId="LiveId" clId="{FB7D793C-827B-4AD8-9A0A-0EBA4BAFCE83}" dt="2023-04-26T20:10:13.210" v="804" actId="478"/>
          <ac:graphicFrameMkLst>
            <pc:docMk/>
            <pc:sldMk cId="677181364" sldId="304"/>
            <ac:graphicFrameMk id="9" creationId="{2F8785C0-5436-307E-E979-F1865C2E32B0}"/>
          </ac:graphicFrameMkLst>
        </pc:graphicFrameChg>
        <pc:graphicFrameChg chg="del">
          <ac:chgData name="Eduardo Lucas" userId="2c32288683b74354" providerId="LiveId" clId="{FB7D793C-827B-4AD8-9A0A-0EBA4BAFCE83}" dt="2023-04-26T20:10:13.210" v="804" actId="478"/>
          <ac:graphicFrameMkLst>
            <pc:docMk/>
            <pc:sldMk cId="677181364" sldId="304"/>
            <ac:graphicFrameMk id="10" creationId="{153608AA-DE4C-EE8A-BFC1-9571FBCF2371}"/>
          </ac:graphicFrameMkLst>
        </pc:graphicFrameChg>
        <pc:graphicFrameChg chg="add mod">
          <ac:chgData name="Eduardo Lucas" userId="2c32288683b74354" providerId="LiveId" clId="{FB7D793C-827B-4AD8-9A0A-0EBA4BAFCE83}" dt="2023-04-26T20:10:23.636" v="806" actId="1076"/>
          <ac:graphicFrameMkLst>
            <pc:docMk/>
            <pc:sldMk cId="677181364" sldId="304"/>
            <ac:graphicFrameMk id="11" creationId="{E621345B-77F5-6C7B-EE8F-9DF8DDA2615A}"/>
          </ac:graphicFrameMkLst>
        </pc:graphicFrameChg>
        <pc:graphicFrameChg chg="add mod">
          <ac:chgData name="Eduardo Lucas" userId="2c32288683b74354" providerId="LiveId" clId="{FB7D793C-827B-4AD8-9A0A-0EBA4BAFCE83}" dt="2023-04-26T20:10:23.636" v="806" actId="1076"/>
          <ac:graphicFrameMkLst>
            <pc:docMk/>
            <pc:sldMk cId="677181364" sldId="304"/>
            <ac:graphicFrameMk id="12" creationId="{76A4E74E-EA94-5443-9F9C-A62368E8EBD5}"/>
          </ac:graphicFrameMkLst>
        </pc:graphicFrameChg>
      </pc:sldChg>
      <pc:sldMasterChg chg="delSldLayout modSldLayout">
        <pc:chgData name="Eduardo Lucas" userId="2c32288683b74354" providerId="LiveId" clId="{FB7D793C-827B-4AD8-9A0A-0EBA4BAFCE83}" dt="2023-04-26T20:10:25.415" v="807" actId="47"/>
        <pc:sldMasterMkLst>
          <pc:docMk/>
          <pc:sldMasterMk cId="3869511821" sldId="2147483648"/>
        </pc:sldMasterMkLst>
        <pc:sldLayoutChg chg="addSp delSp modSp mod">
          <pc:chgData name="Eduardo Lucas" userId="2c32288683b74354" providerId="LiveId" clId="{FB7D793C-827B-4AD8-9A0A-0EBA4BAFCE83}" dt="2023-04-26T19:38:56.770" v="132" actId="1038"/>
          <pc:sldLayoutMkLst>
            <pc:docMk/>
            <pc:sldMasterMk cId="3869511821" sldId="2147483648"/>
            <pc:sldLayoutMk cId="937266074" sldId="2147483649"/>
          </pc:sldLayoutMkLst>
          <pc:picChg chg="add del mod">
            <ac:chgData name="Eduardo Lucas" userId="2c32288683b74354" providerId="LiveId" clId="{FB7D793C-827B-4AD8-9A0A-0EBA4BAFCE83}" dt="2023-04-26T19:38:25.752" v="110" actId="931"/>
            <ac:picMkLst>
              <pc:docMk/>
              <pc:sldMasterMk cId="3869511821" sldId="2147483648"/>
              <pc:sldLayoutMk cId="937266074" sldId="2147483649"/>
              <ac:picMk id="8" creationId="{28E28275-A88F-2A34-4D39-47CB5779EF6C}"/>
            </ac:picMkLst>
          </pc:picChg>
          <pc:picChg chg="del">
            <ac:chgData name="Eduardo Lucas" userId="2c32288683b74354" providerId="LiveId" clId="{FB7D793C-827B-4AD8-9A0A-0EBA4BAFCE83}" dt="2023-04-26T19:38:12.046" v="105" actId="478"/>
            <ac:picMkLst>
              <pc:docMk/>
              <pc:sldMasterMk cId="3869511821" sldId="2147483648"/>
              <pc:sldLayoutMk cId="937266074" sldId="2147483649"/>
              <ac:picMk id="9" creationId="{79F6BB0D-B64C-DDF3-B7DD-906CEE9F89B2}"/>
            </ac:picMkLst>
          </pc:picChg>
          <pc:picChg chg="add mod">
            <ac:chgData name="Eduardo Lucas" userId="2c32288683b74354" providerId="LiveId" clId="{FB7D793C-827B-4AD8-9A0A-0EBA4BAFCE83}" dt="2023-04-26T19:38:56.770" v="132" actId="1038"/>
            <ac:picMkLst>
              <pc:docMk/>
              <pc:sldMasterMk cId="3869511821" sldId="2147483648"/>
              <pc:sldLayoutMk cId="937266074" sldId="2147483649"/>
              <ac:picMk id="11" creationId="{F5501283-E922-BA19-4397-00A09BE1651F}"/>
            </ac:picMkLst>
          </pc:picChg>
        </pc:sldLayoutChg>
        <pc:sldLayoutChg chg="del">
          <pc:chgData name="Eduardo Lucas" userId="2c32288683b74354" providerId="LiveId" clId="{FB7D793C-827B-4AD8-9A0A-0EBA4BAFCE83}" dt="2023-04-26T20:10:25.415" v="807" actId="47"/>
          <pc:sldLayoutMkLst>
            <pc:docMk/>
            <pc:sldMasterMk cId="3869511821" sldId="2147483648"/>
            <pc:sldLayoutMk cId="2128706973" sldId="2147483652"/>
          </pc:sldLayoutMkLst>
        </pc:sldLayoutChg>
      </pc:sldMasterChg>
    </pc:docChg>
  </pc:docChgLst>
  <pc:docChgLst>
    <pc:chgData name="Eduardo Lucas" userId="2c32288683b74354" providerId="LiveId" clId="{0038818A-160C-445A-A962-95D19A87FB6C}"/>
    <pc:docChg chg="undo custSel addSld delSld modSld sldOrd">
      <pc:chgData name="Eduardo Lucas" userId="2c32288683b74354" providerId="LiveId" clId="{0038818A-160C-445A-A962-95D19A87FB6C}" dt="2023-04-20T19:23:56.504" v="1049" actId="20577"/>
      <pc:docMkLst>
        <pc:docMk/>
      </pc:docMkLst>
      <pc:sldChg chg="modSp mod">
        <pc:chgData name="Eduardo Lucas" userId="2c32288683b74354" providerId="LiveId" clId="{0038818A-160C-445A-A962-95D19A87FB6C}" dt="2023-04-20T17:50:44.310" v="38" actId="20577"/>
        <pc:sldMkLst>
          <pc:docMk/>
          <pc:sldMk cId="3611735909" sldId="264"/>
        </pc:sldMkLst>
        <pc:spChg chg="mod">
          <ac:chgData name="Eduardo Lucas" userId="2c32288683b74354" providerId="LiveId" clId="{0038818A-160C-445A-A962-95D19A87FB6C}" dt="2023-04-20T17:50:44.310" v="38" actId="20577"/>
          <ac:spMkLst>
            <pc:docMk/>
            <pc:sldMk cId="3611735909" sldId="264"/>
            <ac:spMk id="4" creationId="{B147C5AD-AE12-9C94-AB6A-5B550021EC60}"/>
          </ac:spMkLst>
        </pc:spChg>
      </pc:sldChg>
      <pc:sldChg chg="del">
        <pc:chgData name="Eduardo Lucas" userId="2c32288683b74354" providerId="LiveId" clId="{0038818A-160C-445A-A962-95D19A87FB6C}" dt="2023-04-20T17:50:27.776" v="0" actId="47"/>
        <pc:sldMkLst>
          <pc:docMk/>
          <pc:sldMk cId="67721199" sldId="277"/>
        </pc:sldMkLst>
      </pc:sldChg>
      <pc:sldChg chg="addSp modSp mod">
        <pc:chgData name="Eduardo Lucas" userId="2c32288683b74354" providerId="LiveId" clId="{0038818A-160C-445A-A962-95D19A87FB6C}" dt="2023-04-20T18:35:10.233" v="325" actId="6549"/>
        <pc:sldMkLst>
          <pc:docMk/>
          <pc:sldMk cId="3927147532" sldId="278"/>
        </pc:sldMkLst>
        <pc:spChg chg="mod">
          <ac:chgData name="Eduardo Lucas" userId="2c32288683b74354" providerId="LiveId" clId="{0038818A-160C-445A-A962-95D19A87FB6C}" dt="2023-04-20T18:29:45" v="254" actId="20577"/>
          <ac:spMkLst>
            <pc:docMk/>
            <pc:sldMk cId="3927147532" sldId="278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8:28:16.824" v="199" actId="20577"/>
          <ac:spMkLst>
            <pc:docMk/>
            <pc:sldMk cId="3927147532" sldId="278"/>
            <ac:spMk id="4" creationId="{9CF5F437-D3CB-0B01-D41D-30EAAF90D04D}"/>
          </ac:spMkLst>
        </pc:spChg>
        <pc:spChg chg="add mod">
          <ac:chgData name="Eduardo Lucas" userId="2c32288683b74354" providerId="LiveId" clId="{0038818A-160C-445A-A962-95D19A87FB6C}" dt="2023-04-20T18:35:10.233" v="325" actId="6549"/>
          <ac:spMkLst>
            <pc:docMk/>
            <pc:sldMk cId="3927147532" sldId="278"/>
            <ac:spMk id="5" creationId="{D3CA138D-7813-42F1-774C-A9B1C402331D}"/>
          </ac:spMkLst>
        </pc:spChg>
        <pc:spChg chg="add mod">
          <ac:chgData name="Eduardo Lucas" userId="2c32288683b74354" providerId="LiveId" clId="{0038818A-160C-445A-A962-95D19A87FB6C}" dt="2023-04-20T18:29:02.525" v="205" actId="14100"/>
          <ac:spMkLst>
            <pc:docMk/>
            <pc:sldMk cId="3927147532" sldId="278"/>
            <ac:spMk id="6" creationId="{CED443B7-58A0-C2C2-6062-C71C105260C2}"/>
          </ac:spMkLst>
        </pc:spChg>
        <pc:spChg chg="add mod">
          <ac:chgData name="Eduardo Lucas" userId="2c32288683b74354" providerId="LiveId" clId="{0038818A-160C-445A-A962-95D19A87FB6C}" dt="2023-04-20T18:30:40.443" v="267" actId="20577"/>
          <ac:spMkLst>
            <pc:docMk/>
            <pc:sldMk cId="3927147532" sldId="278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7.808" v="1" actId="47"/>
        <pc:sldMkLst>
          <pc:docMk/>
          <pc:sldMk cId="1933430571" sldId="279"/>
        </pc:sldMkLst>
      </pc:sldChg>
      <pc:sldChg chg="addSp delSp modSp add mod">
        <pc:chgData name="Eduardo Lucas" userId="2c32288683b74354" providerId="LiveId" clId="{0038818A-160C-445A-A962-95D19A87FB6C}" dt="2023-04-20T18:35:15.239" v="326" actId="6549"/>
        <pc:sldMkLst>
          <pc:docMk/>
          <pc:sldMk cId="3016953295" sldId="279"/>
        </pc:sldMkLst>
        <pc:spChg chg="add mod">
          <ac:chgData name="Eduardo Lucas" userId="2c32288683b74354" providerId="LiveId" clId="{0038818A-160C-445A-A962-95D19A87FB6C}" dt="2023-04-20T18:35:15.239" v="326" actId="6549"/>
          <ac:spMkLst>
            <pc:docMk/>
            <pc:sldMk cId="3016953295" sldId="279"/>
            <ac:spMk id="3" creationId="{2E4A0997-1656-C385-5068-E56400D3762D}"/>
          </ac:spMkLst>
        </pc:spChg>
        <pc:spChg chg="del">
          <ac:chgData name="Eduardo Lucas" userId="2c32288683b74354" providerId="LiveId" clId="{0038818A-160C-445A-A962-95D19A87FB6C}" dt="2023-04-20T18:31:00.172" v="270" actId="478"/>
          <ac:spMkLst>
            <pc:docMk/>
            <pc:sldMk cId="3016953295" sldId="279"/>
            <ac:spMk id="5" creationId="{D3CA138D-7813-42F1-774C-A9B1C402331D}"/>
          </ac:spMkLst>
        </pc:spChg>
        <pc:spChg chg="mod">
          <ac:chgData name="Eduardo Lucas" userId="2c32288683b74354" providerId="LiveId" clId="{0038818A-160C-445A-A962-95D19A87FB6C}" dt="2023-04-20T18:32:08.304" v="302" actId="20577"/>
          <ac:spMkLst>
            <pc:docMk/>
            <pc:sldMk cId="3016953295" sldId="279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7.950" v="2" actId="47"/>
        <pc:sldMkLst>
          <pc:docMk/>
          <pc:sldMk cId="279837259" sldId="280"/>
        </pc:sldMkLst>
      </pc:sldChg>
      <pc:sldChg chg="modSp add mod">
        <pc:chgData name="Eduardo Lucas" userId="2c32288683b74354" providerId="LiveId" clId="{0038818A-160C-445A-A962-95D19A87FB6C}" dt="2023-04-20T18:35:32.438" v="328" actId="123"/>
        <pc:sldMkLst>
          <pc:docMk/>
          <pc:sldMk cId="317613994" sldId="280"/>
        </pc:sldMkLst>
        <pc:spChg chg="mod">
          <ac:chgData name="Eduardo Lucas" userId="2c32288683b74354" providerId="LiveId" clId="{0038818A-160C-445A-A962-95D19A87FB6C}" dt="2023-04-20T18:35:19.666" v="327" actId="6549"/>
          <ac:spMkLst>
            <pc:docMk/>
            <pc:sldMk cId="317613994" sldId="280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35:32.438" v="328" actId="123"/>
          <ac:spMkLst>
            <pc:docMk/>
            <pc:sldMk cId="317613994" sldId="280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125" v="3" actId="47"/>
        <pc:sldMkLst>
          <pc:docMk/>
          <pc:sldMk cId="837597044" sldId="281"/>
        </pc:sldMkLst>
      </pc:sldChg>
      <pc:sldChg chg="modSp add mod">
        <pc:chgData name="Eduardo Lucas" userId="2c32288683b74354" providerId="LiveId" clId="{0038818A-160C-445A-A962-95D19A87FB6C}" dt="2023-04-20T18:35:38.974" v="329" actId="123"/>
        <pc:sldMkLst>
          <pc:docMk/>
          <pc:sldMk cId="4068003406" sldId="281"/>
        </pc:sldMkLst>
        <pc:spChg chg="mod">
          <ac:chgData name="Eduardo Lucas" userId="2c32288683b74354" providerId="LiveId" clId="{0038818A-160C-445A-A962-95D19A87FB6C}" dt="2023-04-20T18:35:00.143" v="324" actId="207"/>
          <ac:spMkLst>
            <pc:docMk/>
            <pc:sldMk cId="4068003406" sldId="281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35:38.974" v="329" actId="123"/>
          <ac:spMkLst>
            <pc:docMk/>
            <pc:sldMk cId="4068003406" sldId="281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253" v="4" actId="47"/>
        <pc:sldMkLst>
          <pc:docMk/>
          <pc:sldMk cId="3589304681" sldId="282"/>
        </pc:sldMkLst>
      </pc:sldChg>
      <pc:sldChg chg="modSp add mod">
        <pc:chgData name="Eduardo Lucas" userId="2c32288683b74354" providerId="LiveId" clId="{0038818A-160C-445A-A962-95D19A87FB6C}" dt="2023-04-20T18:42:33.173" v="478" actId="6549"/>
        <pc:sldMkLst>
          <pc:docMk/>
          <pc:sldMk cId="3930221421" sldId="282"/>
        </pc:sldMkLst>
        <pc:spChg chg="mod">
          <ac:chgData name="Eduardo Lucas" userId="2c32288683b74354" providerId="LiveId" clId="{0038818A-160C-445A-A962-95D19A87FB6C}" dt="2023-04-20T18:38:34.053" v="403" actId="20577"/>
          <ac:spMkLst>
            <pc:docMk/>
            <pc:sldMk cId="3930221421" sldId="282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8:42:33.173" v="478" actId="6549"/>
          <ac:spMkLst>
            <pc:docMk/>
            <pc:sldMk cId="3930221421" sldId="282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38:14.333" v="364" actId="20577"/>
          <ac:spMkLst>
            <pc:docMk/>
            <pc:sldMk cId="3930221421" sldId="282"/>
            <ac:spMk id="4" creationId="{9CF5F437-D3CB-0B01-D41D-30EAAF90D04D}"/>
          </ac:spMkLst>
        </pc:spChg>
        <pc:spChg chg="mod">
          <ac:chgData name="Eduardo Lucas" userId="2c32288683b74354" providerId="LiveId" clId="{0038818A-160C-445A-A962-95D19A87FB6C}" dt="2023-04-20T18:40:25.132" v="440" actId="14100"/>
          <ac:spMkLst>
            <pc:docMk/>
            <pc:sldMk cId="3930221421" sldId="282"/>
            <ac:spMk id="6" creationId="{CED443B7-58A0-C2C2-6062-C71C105260C2}"/>
          </ac:spMkLst>
        </pc:spChg>
        <pc:spChg chg="mod">
          <ac:chgData name="Eduardo Lucas" userId="2c32288683b74354" providerId="LiveId" clId="{0038818A-160C-445A-A962-95D19A87FB6C}" dt="2023-04-20T18:42:18.893" v="476" actId="255"/>
          <ac:spMkLst>
            <pc:docMk/>
            <pc:sldMk cId="3930221421" sldId="282"/>
            <ac:spMk id="7" creationId="{ED21BDDE-39D5-D937-0490-010E345020EE}"/>
          </ac:spMkLst>
        </pc:spChg>
      </pc:sldChg>
      <pc:sldChg chg="modSp add mod">
        <pc:chgData name="Eduardo Lucas" userId="2c32288683b74354" providerId="LiveId" clId="{0038818A-160C-445A-A962-95D19A87FB6C}" dt="2023-04-20T18:43:20.123" v="488" actId="6549"/>
        <pc:sldMkLst>
          <pc:docMk/>
          <pc:sldMk cId="1107352758" sldId="283"/>
        </pc:sldMkLst>
        <pc:spChg chg="mod">
          <ac:chgData name="Eduardo Lucas" userId="2c32288683b74354" providerId="LiveId" clId="{0038818A-160C-445A-A962-95D19A87FB6C}" dt="2023-04-20T18:43:20.123" v="488" actId="6549"/>
          <ac:spMkLst>
            <pc:docMk/>
            <pc:sldMk cId="1107352758" sldId="283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3:13.052" v="487" actId="20577"/>
          <ac:spMkLst>
            <pc:docMk/>
            <pc:sldMk cId="1107352758" sldId="283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459" v="5" actId="47"/>
        <pc:sldMkLst>
          <pc:docMk/>
          <pc:sldMk cId="2834263483" sldId="283"/>
        </pc:sldMkLst>
      </pc:sldChg>
      <pc:sldChg chg="modSp add mod">
        <pc:chgData name="Eduardo Lucas" userId="2c32288683b74354" providerId="LiveId" clId="{0038818A-160C-445A-A962-95D19A87FB6C}" dt="2023-04-20T18:44:02.163" v="497" actId="6549"/>
        <pc:sldMkLst>
          <pc:docMk/>
          <pc:sldMk cId="3904213863" sldId="284"/>
        </pc:sldMkLst>
        <pc:spChg chg="mod">
          <ac:chgData name="Eduardo Lucas" userId="2c32288683b74354" providerId="LiveId" clId="{0038818A-160C-445A-A962-95D19A87FB6C}" dt="2023-04-20T18:44:02.163" v="497" actId="6549"/>
          <ac:spMkLst>
            <pc:docMk/>
            <pc:sldMk cId="3904213863" sldId="284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3:49.733" v="496" actId="255"/>
          <ac:spMkLst>
            <pc:docMk/>
            <pc:sldMk cId="3904213863" sldId="284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618" v="6" actId="47"/>
        <pc:sldMkLst>
          <pc:docMk/>
          <pc:sldMk cId="2732670362" sldId="285"/>
        </pc:sldMkLst>
      </pc:sldChg>
      <pc:sldChg chg="modSp add mod">
        <pc:chgData name="Eduardo Lucas" userId="2c32288683b74354" providerId="LiveId" clId="{0038818A-160C-445A-A962-95D19A87FB6C}" dt="2023-04-20T18:44:45.841" v="506" actId="255"/>
        <pc:sldMkLst>
          <pc:docMk/>
          <pc:sldMk cId="3263344976" sldId="285"/>
        </pc:sldMkLst>
        <pc:spChg chg="mod">
          <ac:chgData name="Eduardo Lucas" userId="2c32288683b74354" providerId="LiveId" clId="{0038818A-160C-445A-A962-95D19A87FB6C}" dt="2023-04-20T18:44:11.713" v="499" actId="6549"/>
          <ac:spMkLst>
            <pc:docMk/>
            <pc:sldMk cId="3263344976" sldId="285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4:45.841" v="506" actId="255"/>
          <ac:spMkLst>
            <pc:docMk/>
            <pc:sldMk cId="3263344976" sldId="285"/>
            <ac:spMk id="7" creationId="{ED21BDDE-39D5-D937-0490-010E345020EE}"/>
          </ac:spMkLst>
        </pc:spChg>
      </pc:sldChg>
      <pc:sldChg chg="modSp add mod">
        <pc:chgData name="Eduardo Lucas" userId="2c32288683b74354" providerId="LiveId" clId="{0038818A-160C-445A-A962-95D19A87FB6C}" dt="2023-04-20T18:45:37.903" v="515" actId="20577"/>
        <pc:sldMkLst>
          <pc:docMk/>
          <pc:sldMk cId="2870551362" sldId="286"/>
        </pc:sldMkLst>
        <pc:spChg chg="mod">
          <ac:chgData name="Eduardo Lucas" userId="2c32288683b74354" providerId="LiveId" clId="{0038818A-160C-445A-A962-95D19A87FB6C}" dt="2023-04-20T18:45:07.608" v="508" actId="6549"/>
          <ac:spMkLst>
            <pc:docMk/>
            <pc:sldMk cId="2870551362" sldId="286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5:37.903" v="515" actId="20577"/>
          <ac:spMkLst>
            <pc:docMk/>
            <pc:sldMk cId="2870551362" sldId="286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8.790" v="7" actId="47"/>
        <pc:sldMkLst>
          <pc:docMk/>
          <pc:sldMk cId="3399610284" sldId="286"/>
        </pc:sldMkLst>
      </pc:sldChg>
      <pc:sldChg chg="del">
        <pc:chgData name="Eduardo Lucas" userId="2c32288683b74354" providerId="LiveId" clId="{0038818A-160C-445A-A962-95D19A87FB6C}" dt="2023-04-20T17:50:28.954" v="8" actId="47"/>
        <pc:sldMkLst>
          <pc:docMk/>
          <pc:sldMk cId="2046502115" sldId="287"/>
        </pc:sldMkLst>
      </pc:sldChg>
      <pc:sldChg chg="modSp add mod">
        <pc:chgData name="Eduardo Lucas" userId="2c32288683b74354" providerId="LiveId" clId="{0038818A-160C-445A-A962-95D19A87FB6C}" dt="2023-04-20T18:46:21.460" v="523" actId="255"/>
        <pc:sldMkLst>
          <pc:docMk/>
          <pc:sldMk cId="2602363305" sldId="287"/>
        </pc:sldMkLst>
        <pc:spChg chg="mod">
          <ac:chgData name="Eduardo Lucas" userId="2c32288683b74354" providerId="LiveId" clId="{0038818A-160C-445A-A962-95D19A87FB6C}" dt="2023-04-20T18:45:56.844" v="516" actId="207"/>
          <ac:spMkLst>
            <pc:docMk/>
            <pc:sldMk cId="2602363305" sldId="287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6:21.460" v="523" actId="255"/>
          <ac:spMkLst>
            <pc:docMk/>
            <pc:sldMk cId="2602363305" sldId="287"/>
            <ac:spMk id="7" creationId="{ED21BDDE-39D5-D937-0490-010E345020EE}"/>
          </ac:spMkLst>
        </pc:spChg>
      </pc:sldChg>
      <pc:sldChg chg="delSp modSp add mod">
        <pc:chgData name="Eduardo Lucas" userId="2c32288683b74354" providerId="LiveId" clId="{0038818A-160C-445A-A962-95D19A87FB6C}" dt="2023-04-20T18:55:44.590" v="676"/>
        <pc:sldMkLst>
          <pc:docMk/>
          <pc:sldMk cId="387408172" sldId="288"/>
        </pc:sldMkLst>
        <pc:spChg chg="mod">
          <ac:chgData name="Eduardo Lucas" userId="2c32288683b74354" providerId="LiveId" clId="{0038818A-160C-445A-A962-95D19A87FB6C}" dt="2023-04-20T18:55:44.590" v="676"/>
          <ac:spMkLst>
            <pc:docMk/>
            <pc:sldMk cId="387408172" sldId="288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8:48:58.393" v="588" actId="1076"/>
          <ac:spMkLst>
            <pc:docMk/>
            <pc:sldMk cId="387408172" sldId="288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8:47:44.778" v="564" actId="255"/>
          <ac:spMkLst>
            <pc:docMk/>
            <pc:sldMk cId="387408172" sldId="288"/>
            <ac:spMk id="4" creationId="{9CF5F437-D3CB-0B01-D41D-30EAAF90D04D}"/>
          </ac:spMkLst>
        </pc:spChg>
        <pc:spChg chg="del">
          <ac:chgData name="Eduardo Lucas" userId="2c32288683b74354" providerId="LiveId" clId="{0038818A-160C-445A-A962-95D19A87FB6C}" dt="2023-04-20T18:47:54.270" v="566" actId="478"/>
          <ac:spMkLst>
            <pc:docMk/>
            <pc:sldMk cId="387408172" sldId="288"/>
            <ac:spMk id="6" creationId="{CED443B7-58A0-C2C2-6062-C71C105260C2}"/>
          </ac:spMkLst>
        </pc:spChg>
        <pc:spChg chg="del">
          <ac:chgData name="Eduardo Lucas" userId="2c32288683b74354" providerId="LiveId" clId="{0038818A-160C-445A-A962-95D19A87FB6C}" dt="2023-04-20T18:47:52.940" v="565" actId="478"/>
          <ac:spMkLst>
            <pc:docMk/>
            <pc:sldMk cId="387408172" sldId="288"/>
            <ac:spMk id="7" creationId="{ED21BDDE-39D5-D937-0490-010E345020EE}"/>
          </ac:spMkLst>
        </pc:spChg>
      </pc:sldChg>
      <pc:sldChg chg="del">
        <pc:chgData name="Eduardo Lucas" userId="2c32288683b74354" providerId="LiveId" clId="{0038818A-160C-445A-A962-95D19A87FB6C}" dt="2023-04-20T17:50:29.121" v="9" actId="47"/>
        <pc:sldMkLst>
          <pc:docMk/>
          <pc:sldMk cId="1058867137" sldId="288"/>
        </pc:sldMkLst>
      </pc:sldChg>
      <pc:sldChg chg="addSp delSp modSp add mod">
        <pc:chgData name="Eduardo Lucas" userId="2c32288683b74354" providerId="LiveId" clId="{0038818A-160C-445A-A962-95D19A87FB6C}" dt="2023-04-20T18:54:38.558" v="659"/>
        <pc:sldMkLst>
          <pc:docMk/>
          <pc:sldMk cId="201635835" sldId="289"/>
        </pc:sldMkLst>
        <pc:spChg chg="mod">
          <ac:chgData name="Eduardo Lucas" userId="2c32288683b74354" providerId="LiveId" clId="{0038818A-160C-445A-A962-95D19A87FB6C}" dt="2023-04-20T18:52:13.933" v="649" actId="20577"/>
          <ac:spMkLst>
            <pc:docMk/>
            <pc:sldMk cId="201635835" sldId="289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8:52:21.044" v="650" actId="478"/>
          <ac:spMkLst>
            <pc:docMk/>
            <pc:sldMk cId="201635835" sldId="289"/>
            <ac:spMk id="3" creationId="{2E4A0997-1656-C385-5068-E56400D3762D}"/>
          </ac:spMkLst>
        </pc:spChg>
        <pc:spChg chg="del">
          <ac:chgData name="Eduardo Lucas" userId="2c32288683b74354" providerId="LiveId" clId="{0038818A-160C-445A-A962-95D19A87FB6C}" dt="2023-04-20T18:52:23.105" v="651" actId="478"/>
          <ac:spMkLst>
            <pc:docMk/>
            <pc:sldMk cId="201635835" sldId="289"/>
            <ac:spMk id="4" creationId="{9CF5F437-D3CB-0B01-D41D-30EAAF90D04D}"/>
          </ac:spMkLst>
        </pc:spChg>
        <pc:picChg chg="add del mod">
          <ac:chgData name="Eduardo Lucas" userId="2c32288683b74354" providerId="LiveId" clId="{0038818A-160C-445A-A962-95D19A87FB6C}" dt="2023-04-20T18:54:35.057" v="658" actId="478"/>
          <ac:picMkLst>
            <pc:docMk/>
            <pc:sldMk cId="201635835" sldId="289"/>
            <ac:picMk id="5" creationId="{57C1DF12-E568-9950-F0E9-D943584532A6}"/>
          </ac:picMkLst>
        </pc:picChg>
        <pc:picChg chg="add mod">
          <ac:chgData name="Eduardo Lucas" userId="2c32288683b74354" providerId="LiveId" clId="{0038818A-160C-445A-A962-95D19A87FB6C}" dt="2023-04-20T18:54:38.558" v="659"/>
          <ac:picMkLst>
            <pc:docMk/>
            <pc:sldMk cId="201635835" sldId="289"/>
            <ac:picMk id="6" creationId="{8A9B6963-A5B0-FC54-F0FD-33BE53C79965}"/>
          </ac:picMkLst>
        </pc:picChg>
      </pc:sldChg>
      <pc:sldChg chg="del">
        <pc:chgData name="Eduardo Lucas" userId="2c32288683b74354" providerId="LiveId" clId="{0038818A-160C-445A-A962-95D19A87FB6C}" dt="2023-04-20T17:50:29.289" v="10" actId="47"/>
        <pc:sldMkLst>
          <pc:docMk/>
          <pc:sldMk cId="4080364374" sldId="289"/>
        </pc:sldMkLst>
      </pc:sldChg>
      <pc:sldChg chg="del">
        <pc:chgData name="Eduardo Lucas" userId="2c32288683b74354" providerId="LiveId" clId="{0038818A-160C-445A-A962-95D19A87FB6C}" dt="2023-04-20T17:50:29.451" v="11" actId="47"/>
        <pc:sldMkLst>
          <pc:docMk/>
          <pc:sldMk cId="858124112" sldId="290"/>
        </pc:sldMkLst>
      </pc:sldChg>
      <pc:sldChg chg="addSp delSp modSp add mod">
        <pc:chgData name="Eduardo Lucas" userId="2c32288683b74354" providerId="LiveId" clId="{0038818A-160C-445A-A962-95D19A87FB6C}" dt="2023-04-20T19:00:56.747" v="714" actId="113"/>
        <pc:sldMkLst>
          <pc:docMk/>
          <pc:sldMk cId="1797215963" sldId="290"/>
        </pc:sldMkLst>
        <pc:spChg chg="add mod">
          <ac:chgData name="Eduardo Lucas" userId="2c32288683b74354" providerId="LiveId" clId="{0038818A-160C-445A-A962-95D19A87FB6C}" dt="2023-04-20T19:00:56.747" v="714" actId="113"/>
          <ac:spMkLst>
            <pc:docMk/>
            <pc:sldMk cId="1797215963" sldId="290"/>
            <ac:spMk id="6" creationId="{272C6889-B1B4-09F0-B319-688B65E72E65}"/>
          </ac:spMkLst>
        </pc:spChg>
        <pc:spChg chg="add mod">
          <ac:chgData name="Eduardo Lucas" userId="2c32288683b74354" providerId="LiveId" clId="{0038818A-160C-445A-A962-95D19A87FB6C}" dt="2023-04-20T19:00:56.747" v="714" actId="113"/>
          <ac:spMkLst>
            <pc:docMk/>
            <pc:sldMk cId="1797215963" sldId="290"/>
            <ac:spMk id="8" creationId="{96D355FF-B99B-E305-3A7D-40064A0089E4}"/>
          </ac:spMkLst>
        </pc:spChg>
        <pc:spChg chg="add mod">
          <ac:chgData name="Eduardo Lucas" userId="2c32288683b74354" providerId="LiveId" clId="{0038818A-160C-445A-A962-95D19A87FB6C}" dt="2023-04-20T19:00:56.747" v="714" actId="113"/>
          <ac:spMkLst>
            <pc:docMk/>
            <pc:sldMk cId="1797215963" sldId="290"/>
            <ac:spMk id="10" creationId="{E5D8952B-880E-D703-D119-FEEB42F03614}"/>
          </ac:spMkLst>
        </pc:spChg>
        <pc:picChg chg="add mod">
          <ac:chgData name="Eduardo Lucas" userId="2c32288683b74354" providerId="LiveId" clId="{0038818A-160C-445A-A962-95D19A87FB6C}" dt="2023-04-20T18:54:29.876" v="657" actId="1076"/>
          <ac:picMkLst>
            <pc:docMk/>
            <pc:sldMk cId="1797215963" sldId="290"/>
            <ac:picMk id="3" creationId="{6B12E675-82F8-8D3B-83B6-29625583C291}"/>
          </ac:picMkLst>
        </pc:picChg>
        <pc:picChg chg="del">
          <ac:chgData name="Eduardo Lucas" userId="2c32288683b74354" providerId="LiveId" clId="{0038818A-160C-445A-A962-95D19A87FB6C}" dt="2023-04-20T18:54:20.313" v="656" actId="478"/>
          <ac:picMkLst>
            <pc:docMk/>
            <pc:sldMk cId="1797215963" sldId="290"/>
            <ac:picMk id="5" creationId="{57C1DF12-E568-9950-F0E9-D943584532A6}"/>
          </ac:picMkLst>
        </pc:picChg>
        <pc:cxnChg chg="add mod">
          <ac:chgData name="Eduardo Lucas" userId="2c32288683b74354" providerId="LiveId" clId="{0038818A-160C-445A-A962-95D19A87FB6C}" dt="2023-04-20T18:54:29.876" v="657" actId="1076"/>
          <ac:cxnSpMkLst>
            <pc:docMk/>
            <pc:sldMk cId="1797215963" sldId="290"/>
            <ac:cxnSpMk id="4" creationId="{EEA9A04F-D2F4-A5B9-49B6-B6D3CD73B06F}"/>
          </ac:cxnSpMkLst>
        </pc:cxnChg>
        <pc:cxnChg chg="add mod">
          <ac:chgData name="Eduardo Lucas" userId="2c32288683b74354" providerId="LiveId" clId="{0038818A-160C-445A-A962-95D19A87FB6C}" dt="2023-04-20T18:54:29.876" v="657" actId="1076"/>
          <ac:cxnSpMkLst>
            <pc:docMk/>
            <pc:sldMk cId="1797215963" sldId="290"/>
            <ac:cxnSpMk id="7" creationId="{39FCDF64-B671-B3CB-C76B-B9C3972AAE95}"/>
          </ac:cxnSpMkLst>
        </pc:cxnChg>
        <pc:cxnChg chg="add mod">
          <ac:chgData name="Eduardo Lucas" userId="2c32288683b74354" providerId="LiveId" clId="{0038818A-160C-445A-A962-95D19A87FB6C}" dt="2023-04-20T18:54:29.876" v="657" actId="1076"/>
          <ac:cxnSpMkLst>
            <pc:docMk/>
            <pc:sldMk cId="1797215963" sldId="290"/>
            <ac:cxnSpMk id="9" creationId="{8831456D-BA0F-34EB-2AA3-ECA9D62F7880}"/>
          </ac:cxnSpMkLst>
        </pc:cxnChg>
      </pc:sldChg>
      <pc:sldChg chg="addSp delSp modSp add mod">
        <pc:chgData name="Eduardo Lucas" userId="2c32288683b74354" providerId="LiveId" clId="{0038818A-160C-445A-A962-95D19A87FB6C}" dt="2023-04-20T19:01:25.535" v="719" actId="255"/>
        <pc:sldMkLst>
          <pc:docMk/>
          <pc:sldMk cId="195615791" sldId="291"/>
        </pc:sldMkLst>
        <pc:spChg chg="mod">
          <ac:chgData name="Eduardo Lucas" userId="2c32288683b74354" providerId="LiveId" clId="{0038818A-160C-445A-A962-95D19A87FB6C}" dt="2023-04-20T18:58:12.985" v="696" actId="6549"/>
          <ac:spMkLst>
            <pc:docMk/>
            <pc:sldMk cId="195615791" sldId="291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8:58:20.477" v="698" actId="478"/>
          <ac:spMkLst>
            <pc:docMk/>
            <pc:sldMk cId="195615791" sldId="291"/>
            <ac:spMk id="6" creationId="{272C6889-B1B4-09F0-B319-688B65E72E65}"/>
          </ac:spMkLst>
        </pc:spChg>
        <pc:spChg chg="del">
          <ac:chgData name="Eduardo Lucas" userId="2c32288683b74354" providerId="LiveId" clId="{0038818A-160C-445A-A962-95D19A87FB6C}" dt="2023-04-20T18:58:20.477" v="698" actId="478"/>
          <ac:spMkLst>
            <pc:docMk/>
            <pc:sldMk cId="195615791" sldId="291"/>
            <ac:spMk id="8" creationId="{96D355FF-B99B-E305-3A7D-40064A0089E4}"/>
          </ac:spMkLst>
        </pc:spChg>
        <pc:spChg chg="del">
          <ac:chgData name="Eduardo Lucas" userId="2c32288683b74354" providerId="LiveId" clId="{0038818A-160C-445A-A962-95D19A87FB6C}" dt="2023-04-20T18:58:20.477" v="698" actId="478"/>
          <ac:spMkLst>
            <pc:docMk/>
            <pc:sldMk cId="195615791" sldId="291"/>
            <ac:spMk id="10" creationId="{E5D8952B-880E-D703-D119-FEEB42F03614}"/>
          </ac:spMkLst>
        </pc:spChg>
        <pc:spChg chg="add mod">
          <ac:chgData name="Eduardo Lucas" userId="2c32288683b74354" providerId="LiveId" clId="{0038818A-160C-445A-A962-95D19A87FB6C}" dt="2023-04-20T19:01:10.025" v="716" actId="255"/>
          <ac:spMkLst>
            <pc:docMk/>
            <pc:sldMk cId="195615791" sldId="291"/>
            <ac:spMk id="12" creationId="{78948958-68BB-3CF8-1F2A-D429A8FC47D7}"/>
          </ac:spMkLst>
        </pc:spChg>
        <pc:spChg chg="add mod">
          <ac:chgData name="Eduardo Lucas" userId="2c32288683b74354" providerId="LiveId" clId="{0038818A-160C-445A-A962-95D19A87FB6C}" dt="2023-04-20T19:01:10.025" v="716" actId="255"/>
          <ac:spMkLst>
            <pc:docMk/>
            <pc:sldMk cId="195615791" sldId="291"/>
            <ac:spMk id="13" creationId="{CD445A81-63EA-578C-ACFE-3D5DDC2C3928}"/>
          </ac:spMkLst>
        </pc:spChg>
        <pc:graphicFrameChg chg="add mod modGraphic">
          <ac:chgData name="Eduardo Lucas" userId="2c32288683b74354" providerId="LiveId" clId="{0038818A-160C-445A-A962-95D19A87FB6C}" dt="2023-04-20T19:01:25.535" v="719" actId="255"/>
          <ac:graphicFrameMkLst>
            <pc:docMk/>
            <pc:sldMk cId="195615791" sldId="291"/>
            <ac:graphicFrameMk id="11" creationId="{A177413F-CC48-DFEF-A3EE-2F98D025D5EC}"/>
          </ac:graphicFrameMkLst>
        </pc:graphicFrameChg>
        <pc:picChg chg="del">
          <ac:chgData name="Eduardo Lucas" userId="2c32288683b74354" providerId="LiveId" clId="{0038818A-160C-445A-A962-95D19A87FB6C}" dt="2023-04-20T18:58:17.418" v="697" actId="478"/>
          <ac:picMkLst>
            <pc:docMk/>
            <pc:sldMk cId="195615791" sldId="291"/>
            <ac:picMk id="3" creationId="{6B12E675-82F8-8D3B-83B6-29625583C291}"/>
          </ac:picMkLst>
        </pc:picChg>
        <pc:picChg chg="add del mod">
          <ac:chgData name="Eduardo Lucas" userId="2c32288683b74354" providerId="LiveId" clId="{0038818A-160C-445A-A962-95D19A87FB6C}" dt="2023-04-20T18:58:38.285" v="700" actId="478"/>
          <ac:picMkLst>
            <pc:docMk/>
            <pc:sldMk cId="195615791" sldId="291"/>
            <ac:picMk id="5" creationId="{CD22C81B-07B4-34FC-3D63-F82F9F825289}"/>
          </ac:picMkLst>
        </pc:picChg>
        <pc:picChg chg="add mod">
          <ac:chgData name="Eduardo Lucas" userId="2c32288683b74354" providerId="LiveId" clId="{0038818A-160C-445A-A962-95D19A87FB6C}" dt="2023-04-20T18:58:42.493" v="701"/>
          <ac:picMkLst>
            <pc:docMk/>
            <pc:sldMk cId="195615791" sldId="291"/>
            <ac:picMk id="14" creationId="{D3BE5D8A-ECC6-E4D8-E3D9-670FB1F42EEF}"/>
          </ac:picMkLst>
        </pc:picChg>
        <pc:cxnChg chg="del">
          <ac:chgData name="Eduardo Lucas" userId="2c32288683b74354" providerId="LiveId" clId="{0038818A-160C-445A-A962-95D19A87FB6C}" dt="2023-04-20T18:58:20.477" v="698" actId="478"/>
          <ac:cxnSpMkLst>
            <pc:docMk/>
            <pc:sldMk cId="195615791" sldId="291"/>
            <ac:cxnSpMk id="4" creationId="{EEA9A04F-D2F4-A5B9-49B6-B6D3CD73B06F}"/>
          </ac:cxnSpMkLst>
        </pc:cxnChg>
        <pc:cxnChg chg="del">
          <ac:chgData name="Eduardo Lucas" userId="2c32288683b74354" providerId="LiveId" clId="{0038818A-160C-445A-A962-95D19A87FB6C}" dt="2023-04-20T18:58:20.477" v="698" actId="478"/>
          <ac:cxnSpMkLst>
            <pc:docMk/>
            <pc:sldMk cId="195615791" sldId="291"/>
            <ac:cxnSpMk id="7" creationId="{39FCDF64-B671-B3CB-C76B-B9C3972AAE95}"/>
          </ac:cxnSpMkLst>
        </pc:cxnChg>
        <pc:cxnChg chg="del">
          <ac:chgData name="Eduardo Lucas" userId="2c32288683b74354" providerId="LiveId" clId="{0038818A-160C-445A-A962-95D19A87FB6C}" dt="2023-04-20T18:58:20.477" v="698" actId="478"/>
          <ac:cxnSpMkLst>
            <pc:docMk/>
            <pc:sldMk cId="195615791" sldId="291"/>
            <ac:cxnSpMk id="9" creationId="{8831456D-BA0F-34EB-2AA3-ECA9D62F7880}"/>
          </ac:cxnSpMkLst>
        </pc:cxnChg>
      </pc:sldChg>
      <pc:sldChg chg="del">
        <pc:chgData name="Eduardo Lucas" userId="2c32288683b74354" providerId="LiveId" clId="{0038818A-160C-445A-A962-95D19A87FB6C}" dt="2023-04-20T17:50:29.641" v="12" actId="47"/>
        <pc:sldMkLst>
          <pc:docMk/>
          <pc:sldMk cId="2997845906" sldId="291"/>
        </pc:sldMkLst>
      </pc:sldChg>
      <pc:sldChg chg="addSp delSp modSp add mod">
        <pc:chgData name="Eduardo Lucas" userId="2c32288683b74354" providerId="LiveId" clId="{0038818A-160C-445A-A962-95D19A87FB6C}" dt="2023-04-20T19:03:22.820" v="777" actId="478"/>
        <pc:sldMkLst>
          <pc:docMk/>
          <pc:sldMk cId="1096209010" sldId="292"/>
        </pc:sldMkLst>
        <pc:spChg chg="add del mod">
          <ac:chgData name="Eduardo Lucas" userId="2c32288683b74354" providerId="LiveId" clId="{0038818A-160C-445A-A962-95D19A87FB6C}" dt="2023-04-20T18:59:39.171" v="705"/>
          <ac:spMkLst>
            <pc:docMk/>
            <pc:sldMk cId="1096209010" sldId="292"/>
            <ac:spMk id="6" creationId="{6832BD07-CA9A-4B8B-A7E9-2571B08BBBA7}"/>
          </ac:spMkLst>
        </pc:spChg>
        <pc:spChg chg="add del mod">
          <ac:chgData name="Eduardo Lucas" userId="2c32288683b74354" providerId="LiveId" clId="{0038818A-160C-445A-A962-95D19A87FB6C}" dt="2023-04-20T18:59:39.171" v="705"/>
          <ac:spMkLst>
            <pc:docMk/>
            <pc:sldMk cId="1096209010" sldId="292"/>
            <ac:spMk id="7" creationId="{82806874-2E5C-103D-82F9-98F6C22EF58B}"/>
          </ac:spMkLst>
        </pc:spChg>
        <pc:spChg chg="del">
          <ac:chgData name="Eduardo Lucas" userId="2c32288683b74354" providerId="LiveId" clId="{0038818A-160C-445A-A962-95D19A87FB6C}" dt="2023-04-20T18:59:36.716" v="703" actId="478"/>
          <ac:spMkLst>
            <pc:docMk/>
            <pc:sldMk cId="1096209010" sldId="292"/>
            <ac:spMk id="12" creationId="{78948958-68BB-3CF8-1F2A-D429A8FC47D7}"/>
          </ac:spMkLst>
        </pc:spChg>
        <pc:spChg chg="del">
          <ac:chgData name="Eduardo Lucas" userId="2c32288683b74354" providerId="LiveId" clId="{0038818A-160C-445A-A962-95D19A87FB6C}" dt="2023-04-20T18:59:43.428" v="707" actId="478"/>
          <ac:spMkLst>
            <pc:docMk/>
            <pc:sldMk cId="1096209010" sldId="292"/>
            <ac:spMk id="13" creationId="{CD445A81-63EA-578C-ACFE-3D5DDC2C3928}"/>
          </ac:spMkLst>
        </pc:spChg>
        <pc:spChg chg="add mod">
          <ac:chgData name="Eduardo Lucas" userId="2c32288683b74354" providerId="LiveId" clId="{0038818A-160C-445A-A962-95D19A87FB6C}" dt="2023-04-20T19:01:52.233" v="723" actId="255"/>
          <ac:spMkLst>
            <pc:docMk/>
            <pc:sldMk cId="1096209010" sldId="292"/>
            <ac:spMk id="15" creationId="{64B3EDB8-D163-EB43-EB68-7D06A1838A43}"/>
          </ac:spMkLst>
        </pc:spChg>
        <pc:spChg chg="add mod">
          <ac:chgData name="Eduardo Lucas" userId="2c32288683b74354" providerId="LiveId" clId="{0038818A-160C-445A-A962-95D19A87FB6C}" dt="2023-04-20T19:01:43.777" v="721" actId="255"/>
          <ac:spMkLst>
            <pc:docMk/>
            <pc:sldMk cId="1096209010" sldId="292"/>
            <ac:spMk id="16" creationId="{741C6E5F-B9E2-8441-6458-9DE59B0EA328}"/>
          </ac:spMkLst>
        </pc:spChg>
        <pc:spChg chg="add del mod">
          <ac:chgData name="Eduardo Lucas" userId="2c32288683b74354" providerId="LiveId" clId="{0038818A-160C-445A-A962-95D19A87FB6C}" dt="2023-04-20T19:03:22.820" v="777" actId="478"/>
          <ac:spMkLst>
            <pc:docMk/>
            <pc:sldMk cId="1096209010" sldId="292"/>
            <ac:spMk id="20" creationId="{EBD72872-1DC9-F22B-FAB7-0CA8DBAAD331}"/>
          </ac:spMkLst>
        </pc:spChg>
        <pc:graphicFrameChg chg="add del mod">
          <ac:chgData name="Eduardo Lucas" userId="2c32288683b74354" providerId="LiveId" clId="{0038818A-160C-445A-A962-95D19A87FB6C}" dt="2023-04-20T18:59:39.171" v="705"/>
          <ac:graphicFrameMkLst>
            <pc:docMk/>
            <pc:sldMk cId="1096209010" sldId="292"/>
            <ac:graphicFrameMk id="3" creationId="{2955CCB3-662E-7DB5-E70A-3BD2239509A6}"/>
          </ac:graphicFrameMkLst>
        </pc:graphicFrameChg>
        <pc:graphicFrameChg chg="add del mod">
          <ac:chgData name="Eduardo Lucas" userId="2c32288683b74354" providerId="LiveId" clId="{0038818A-160C-445A-A962-95D19A87FB6C}" dt="2023-04-20T18:59:39.171" v="705"/>
          <ac:graphicFrameMkLst>
            <pc:docMk/>
            <pc:sldMk cId="1096209010" sldId="292"/>
            <ac:graphicFrameMk id="5" creationId="{6F632779-4F8B-8F34-DC65-DC3E7727D49E}"/>
          </ac:graphicFrameMkLst>
        </pc:graphicFrameChg>
        <pc:graphicFrameChg chg="add mod">
          <ac:chgData name="Eduardo Lucas" userId="2c32288683b74354" providerId="LiveId" clId="{0038818A-160C-445A-A962-95D19A87FB6C}" dt="2023-04-20T18:59:44.604" v="708"/>
          <ac:graphicFrameMkLst>
            <pc:docMk/>
            <pc:sldMk cId="1096209010" sldId="292"/>
            <ac:graphicFrameMk id="8" creationId="{53837C0F-D87E-D4A2-6320-36AC54078291}"/>
          </ac:graphicFrameMkLst>
        </pc:graphicFrameChg>
        <pc:graphicFrameChg chg="add mod">
          <ac:chgData name="Eduardo Lucas" userId="2c32288683b74354" providerId="LiveId" clId="{0038818A-160C-445A-A962-95D19A87FB6C}" dt="2023-04-20T18:59:44.604" v="708"/>
          <ac:graphicFrameMkLst>
            <pc:docMk/>
            <pc:sldMk cId="1096209010" sldId="292"/>
            <ac:graphicFrameMk id="10" creationId="{FBF1ADE8-7DE9-7F6D-5185-3FE9A2DA45A4}"/>
          </ac:graphicFrameMkLst>
        </pc:graphicFrameChg>
        <pc:graphicFrameChg chg="del">
          <ac:chgData name="Eduardo Lucas" userId="2c32288683b74354" providerId="LiveId" clId="{0038818A-160C-445A-A962-95D19A87FB6C}" dt="2023-04-20T18:59:41.870" v="706" actId="478"/>
          <ac:graphicFrameMkLst>
            <pc:docMk/>
            <pc:sldMk cId="1096209010" sldId="292"/>
            <ac:graphicFrameMk id="11" creationId="{A177413F-CC48-DFEF-A3EE-2F98D025D5EC}"/>
          </ac:graphicFrameMkLst>
        </pc:graphicFrameChg>
        <pc:cxnChg chg="add del mod">
          <ac:chgData name="Eduardo Lucas" userId="2c32288683b74354" providerId="LiveId" clId="{0038818A-160C-445A-A962-95D19A87FB6C}" dt="2023-04-20T18:59:39.171" v="705"/>
          <ac:cxnSpMkLst>
            <pc:docMk/>
            <pc:sldMk cId="1096209010" sldId="292"/>
            <ac:cxnSpMk id="4" creationId="{973213BB-CAA7-262C-01FB-61D93A9288FF}"/>
          </ac:cxnSpMkLst>
        </pc:cxnChg>
        <pc:cxnChg chg="add mod">
          <ac:chgData name="Eduardo Lucas" userId="2c32288683b74354" providerId="LiveId" clId="{0038818A-160C-445A-A962-95D19A87FB6C}" dt="2023-04-20T19:02:27.684" v="729" actId="14100"/>
          <ac:cxnSpMkLst>
            <pc:docMk/>
            <pc:sldMk cId="1096209010" sldId="292"/>
            <ac:cxnSpMk id="9" creationId="{8AD3C8EE-59BB-C12A-508E-6B1C30627EF1}"/>
          </ac:cxnSpMkLst>
        </pc:cxnChg>
      </pc:sldChg>
      <pc:sldChg chg="del">
        <pc:chgData name="Eduardo Lucas" userId="2c32288683b74354" providerId="LiveId" clId="{0038818A-160C-445A-A962-95D19A87FB6C}" dt="2023-04-20T17:50:29.861" v="13" actId="47"/>
        <pc:sldMkLst>
          <pc:docMk/>
          <pc:sldMk cId="3056278725" sldId="292"/>
        </pc:sldMkLst>
      </pc:sldChg>
      <pc:sldChg chg="delSp add mod">
        <pc:chgData name="Eduardo Lucas" userId="2c32288683b74354" providerId="LiveId" clId="{0038818A-160C-445A-A962-95D19A87FB6C}" dt="2023-04-20T19:11:09.694" v="848" actId="478"/>
        <pc:sldMkLst>
          <pc:docMk/>
          <pc:sldMk cId="3626594114" sldId="293"/>
        </pc:sldMkLst>
        <pc:spChg chg="del">
          <ac:chgData name="Eduardo Lucas" userId="2c32288683b74354" providerId="LiveId" clId="{0038818A-160C-445A-A962-95D19A87FB6C}" dt="2023-04-20T19:11:09.694" v="848" actId="478"/>
          <ac:spMkLst>
            <pc:docMk/>
            <pc:sldMk cId="3626594114" sldId="293"/>
            <ac:spMk id="20" creationId="{EBD72872-1DC9-F22B-FAB7-0CA8DBAAD331}"/>
          </ac:spMkLst>
        </pc:spChg>
      </pc:sldChg>
      <pc:sldChg chg="addSp delSp modSp add mod ord">
        <pc:chgData name="Eduardo Lucas" userId="2c32288683b74354" providerId="LiveId" clId="{0038818A-160C-445A-A962-95D19A87FB6C}" dt="2023-04-20T19:23:39.967" v="1017" actId="20577"/>
        <pc:sldMkLst>
          <pc:docMk/>
          <pc:sldMk cId="1710288145" sldId="294"/>
        </pc:sldMkLst>
        <pc:spChg chg="mod">
          <ac:chgData name="Eduardo Lucas" userId="2c32288683b74354" providerId="LiveId" clId="{0038818A-160C-445A-A962-95D19A87FB6C}" dt="2023-04-20T19:23:39.967" v="1017" actId="20577"/>
          <ac:spMkLst>
            <pc:docMk/>
            <pc:sldMk cId="1710288145" sldId="294"/>
            <ac:spMk id="2" creationId="{71CA36E5-C16C-B323-9708-48E4D6D10865}"/>
          </ac:spMkLst>
        </pc:spChg>
        <pc:spChg chg="add mod">
          <ac:chgData name="Eduardo Lucas" userId="2c32288683b74354" providerId="LiveId" clId="{0038818A-160C-445A-A962-95D19A87FB6C}" dt="2023-04-20T19:22:19.834" v="998" actId="20577"/>
          <ac:spMkLst>
            <pc:docMk/>
            <pc:sldMk cId="1710288145" sldId="294"/>
            <ac:spMk id="4" creationId="{AFA1ADB0-C74A-1ED7-9688-B241E5DF73F5}"/>
          </ac:spMkLst>
        </pc:spChg>
        <pc:spChg chg="del">
          <ac:chgData name="Eduardo Lucas" userId="2c32288683b74354" providerId="LiveId" clId="{0038818A-160C-445A-A962-95D19A87FB6C}" dt="2023-04-20T19:04:20.663" v="789" actId="478"/>
          <ac:spMkLst>
            <pc:docMk/>
            <pc:sldMk cId="1710288145" sldId="294"/>
            <ac:spMk id="15" creationId="{64B3EDB8-D163-EB43-EB68-7D06A1838A43}"/>
          </ac:spMkLst>
        </pc:spChg>
        <pc:spChg chg="del">
          <ac:chgData name="Eduardo Lucas" userId="2c32288683b74354" providerId="LiveId" clId="{0038818A-160C-445A-A962-95D19A87FB6C}" dt="2023-04-20T19:04:20.663" v="789" actId="478"/>
          <ac:spMkLst>
            <pc:docMk/>
            <pc:sldMk cId="1710288145" sldId="294"/>
            <ac:spMk id="16" creationId="{741C6E5F-B9E2-8441-6458-9DE59B0EA328}"/>
          </ac:spMkLst>
        </pc:spChg>
        <pc:spChg chg="del">
          <ac:chgData name="Eduardo Lucas" userId="2c32288683b74354" providerId="LiveId" clId="{0038818A-160C-445A-A962-95D19A87FB6C}" dt="2023-04-20T19:04:20.663" v="789" actId="478"/>
          <ac:spMkLst>
            <pc:docMk/>
            <pc:sldMk cId="1710288145" sldId="294"/>
            <ac:spMk id="20" creationId="{EBD72872-1DC9-F22B-FAB7-0CA8DBAAD331}"/>
          </ac:spMkLst>
        </pc:spChg>
        <pc:graphicFrameChg chg="del">
          <ac:chgData name="Eduardo Lucas" userId="2c32288683b74354" providerId="LiveId" clId="{0038818A-160C-445A-A962-95D19A87FB6C}" dt="2023-04-20T19:04:20.663" v="789" actId="478"/>
          <ac:graphicFrameMkLst>
            <pc:docMk/>
            <pc:sldMk cId="1710288145" sldId="294"/>
            <ac:graphicFrameMk id="8" creationId="{53837C0F-D87E-D4A2-6320-36AC54078291}"/>
          </ac:graphicFrameMkLst>
        </pc:graphicFrameChg>
        <pc:graphicFrameChg chg="del">
          <ac:chgData name="Eduardo Lucas" userId="2c32288683b74354" providerId="LiveId" clId="{0038818A-160C-445A-A962-95D19A87FB6C}" dt="2023-04-20T19:04:20.663" v="789" actId="478"/>
          <ac:graphicFrameMkLst>
            <pc:docMk/>
            <pc:sldMk cId="1710288145" sldId="294"/>
            <ac:graphicFrameMk id="10" creationId="{FBF1ADE8-7DE9-7F6D-5185-3FE9A2DA45A4}"/>
          </ac:graphicFrameMkLst>
        </pc:graphicFrameChg>
        <pc:picChg chg="del">
          <ac:chgData name="Eduardo Lucas" userId="2c32288683b74354" providerId="LiveId" clId="{0038818A-160C-445A-A962-95D19A87FB6C}" dt="2023-04-20T19:04:16.144" v="788" actId="478"/>
          <ac:picMkLst>
            <pc:docMk/>
            <pc:sldMk cId="1710288145" sldId="294"/>
            <ac:picMk id="14" creationId="{D3BE5D8A-ECC6-E4D8-E3D9-670FB1F42EEF}"/>
          </ac:picMkLst>
        </pc:picChg>
        <pc:cxnChg chg="del">
          <ac:chgData name="Eduardo Lucas" userId="2c32288683b74354" providerId="LiveId" clId="{0038818A-160C-445A-A962-95D19A87FB6C}" dt="2023-04-20T19:04:20.663" v="789" actId="478"/>
          <ac:cxnSpMkLst>
            <pc:docMk/>
            <pc:sldMk cId="1710288145" sldId="294"/>
            <ac:cxnSpMk id="9" creationId="{8AD3C8EE-59BB-C12A-508E-6B1C30627EF1}"/>
          </ac:cxnSpMkLst>
        </pc:cxnChg>
      </pc:sldChg>
      <pc:sldChg chg="addSp delSp modSp add mod ord">
        <pc:chgData name="Eduardo Lucas" userId="2c32288683b74354" providerId="LiveId" clId="{0038818A-160C-445A-A962-95D19A87FB6C}" dt="2023-04-20T19:23:56.504" v="1049" actId="20577"/>
        <pc:sldMkLst>
          <pc:docMk/>
          <pc:sldMk cId="3259286516" sldId="295"/>
        </pc:sldMkLst>
        <pc:spChg chg="del mod">
          <ac:chgData name="Eduardo Lucas" userId="2c32288683b74354" providerId="LiveId" clId="{0038818A-160C-445A-A962-95D19A87FB6C}" dt="2023-04-20T19:23:45.894" v="1018" actId="478"/>
          <ac:spMkLst>
            <pc:docMk/>
            <pc:sldMk cId="3259286516" sldId="295"/>
            <ac:spMk id="2" creationId="{71CA36E5-C16C-B323-9708-48E4D6D10865}"/>
          </ac:spMkLst>
        </pc:spChg>
        <pc:spChg chg="add mod">
          <ac:chgData name="Eduardo Lucas" userId="2c32288683b74354" providerId="LiveId" clId="{0038818A-160C-445A-A962-95D19A87FB6C}" dt="2023-04-20T19:23:56.504" v="1049" actId="20577"/>
          <ac:spMkLst>
            <pc:docMk/>
            <pc:sldMk cId="3259286516" sldId="295"/>
            <ac:spMk id="7" creationId="{D4CA3222-807A-5E6C-2414-E5622E3D0849}"/>
          </ac:spMkLst>
        </pc:spChg>
        <pc:graphicFrameChg chg="add mod modGraphic">
          <ac:chgData name="Eduardo Lucas" userId="2c32288683b74354" providerId="LiveId" clId="{0038818A-160C-445A-A962-95D19A87FB6C}" dt="2023-04-20T19:05:37.568" v="812" actId="1076"/>
          <ac:graphicFrameMkLst>
            <pc:docMk/>
            <pc:sldMk cId="3259286516" sldId="295"/>
            <ac:graphicFrameMk id="3" creationId="{D954AE4A-17EB-7395-7008-F56B5EA46AF8}"/>
          </ac:graphicFrameMkLst>
        </pc:graphicFrameChg>
        <pc:graphicFrameChg chg="add mod modGraphic">
          <ac:chgData name="Eduardo Lucas" userId="2c32288683b74354" providerId="LiveId" clId="{0038818A-160C-445A-A962-95D19A87FB6C}" dt="2023-04-20T19:05:42.413" v="814" actId="14734"/>
          <ac:graphicFrameMkLst>
            <pc:docMk/>
            <pc:sldMk cId="3259286516" sldId="295"/>
            <ac:graphicFrameMk id="5" creationId="{0C2ECA54-91C0-BEE8-535E-48C5008CA373}"/>
          </ac:graphicFrameMkLst>
        </pc:graphicFrameChg>
        <pc:graphicFrameChg chg="add mod">
          <ac:chgData name="Eduardo Lucas" userId="2c32288683b74354" providerId="LiveId" clId="{0038818A-160C-445A-A962-95D19A87FB6C}" dt="2023-04-20T19:05:16.685" v="808"/>
          <ac:graphicFrameMkLst>
            <pc:docMk/>
            <pc:sldMk cId="3259286516" sldId="295"/>
            <ac:graphicFrameMk id="6" creationId="{3CEFE754-6C20-DC21-571A-5B679A4574DF}"/>
          </ac:graphicFrameMkLst>
        </pc:graphicFrameChg>
      </pc:sldChg>
      <pc:sldChg chg="add del">
        <pc:chgData name="Eduardo Lucas" userId="2c32288683b74354" providerId="LiveId" clId="{0038818A-160C-445A-A962-95D19A87FB6C}" dt="2023-04-20T19:06:51.559" v="816" actId="47"/>
        <pc:sldMkLst>
          <pc:docMk/>
          <pc:sldMk cId="421054434" sldId="296"/>
        </pc:sldMkLst>
      </pc:sldChg>
      <pc:sldChg chg="modSp add mod ord">
        <pc:chgData name="Eduardo Lucas" userId="2c32288683b74354" providerId="LiveId" clId="{0038818A-160C-445A-A962-95D19A87FB6C}" dt="2023-04-20T19:10:58.855" v="847" actId="1076"/>
        <pc:sldMkLst>
          <pc:docMk/>
          <pc:sldMk cId="1222277133" sldId="296"/>
        </pc:sldMkLst>
        <pc:spChg chg="mod">
          <ac:chgData name="Eduardo Lucas" userId="2c32288683b74354" providerId="LiveId" clId="{0038818A-160C-445A-A962-95D19A87FB6C}" dt="2023-04-20T19:07:05.724" v="821" actId="20577"/>
          <ac:spMkLst>
            <pc:docMk/>
            <pc:sldMk cId="1222277133" sldId="296"/>
            <ac:spMk id="2" creationId="{71CA36E5-C16C-B323-9708-48E4D6D10865}"/>
          </ac:spMkLst>
        </pc:spChg>
        <pc:spChg chg="mod">
          <ac:chgData name="Eduardo Lucas" userId="2c32288683b74354" providerId="LiveId" clId="{0038818A-160C-445A-A962-95D19A87FB6C}" dt="2023-04-20T19:10:58.855" v="847" actId="1076"/>
          <ac:spMkLst>
            <pc:docMk/>
            <pc:sldMk cId="1222277133" sldId="296"/>
            <ac:spMk id="3" creationId="{2E4A0997-1656-C385-5068-E56400D3762D}"/>
          </ac:spMkLst>
        </pc:spChg>
        <pc:spChg chg="mod">
          <ac:chgData name="Eduardo Lucas" userId="2c32288683b74354" providerId="LiveId" clId="{0038818A-160C-445A-A962-95D19A87FB6C}" dt="2023-04-20T19:09:47.644" v="834" actId="20577"/>
          <ac:spMkLst>
            <pc:docMk/>
            <pc:sldMk cId="1222277133" sldId="296"/>
            <ac:spMk id="4" creationId="{9CF5F437-D3CB-0B01-D41D-30EAAF90D04D}"/>
          </ac:spMkLst>
        </pc:spChg>
      </pc:sldChg>
      <pc:sldChg chg="addSp delSp modSp add mod">
        <pc:chgData name="Eduardo Lucas" userId="2c32288683b74354" providerId="LiveId" clId="{0038818A-160C-445A-A962-95D19A87FB6C}" dt="2023-04-20T19:17:33.304" v="925" actId="20577"/>
        <pc:sldMkLst>
          <pc:docMk/>
          <pc:sldMk cId="3312675836" sldId="297"/>
        </pc:sldMkLst>
        <pc:spChg chg="mod">
          <ac:chgData name="Eduardo Lucas" userId="2c32288683b74354" providerId="LiveId" clId="{0038818A-160C-445A-A962-95D19A87FB6C}" dt="2023-04-20T19:13:10.167" v="856" actId="20577"/>
          <ac:spMkLst>
            <pc:docMk/>
            <pc:sldMk cId="3312675836" sldId="297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9:13:39.726" v="857" actId="478"/>
          <ac:spMkLst>
            <pc:docMk/>
            <pc:sldMk cId="3312675836" sldId="297"/>
            <ac:spMk id="3" creationId="{2E4A0997-1656-C385-5068-E56400D3762D}"/>
          </ac:spMkLst>
        </pc:spChg>
        <pc:spChg chg="del">
          <ac:chgData name="Eduardo Lucas" userId="2c32288683b74354" providerId="LiveId" clId="{0038818A-160C-445A-A962-95D19A87FB6C}" dt="2023-04-20T19:13:42.144" v="858" actId="478"/>
          <ac:spMkLst>
            <pc:docMk/>
            <pc:sldMk cId="3312675836" sldId="297"/>
            <ac:spMk id="4" creationId="{9CF5F437-D3CB-0B01-D41D-30EAAF90D04D}"/>
          </ac:spMkLst>
        </pc:spChg>
        <pc:spChg chg="add mod">
          <ac:chgData name="Eduardo Lucas" userId="2c32288683b74354" providerId="LiveId" clId="{0038818A-160C-445A-A962-95D19A87FB6C}" dt="2023-04-20T19:17:33.304" v="925" actId="20577"/>
          <ac:spMkLst>
            <pc:docMk/>
            <pc:sldMk cId="3312675836" sldId="297"/>
            <ac:spMk id="8" creationId="{18882777-0183-C640-7CC3-BA73CDCD1312}"/>
          </ac:spMkLst>
        </pc:spChg>
        <pc:picChg chg="add mod">
          <ac:chgData name="Eduardo Lucas" userId="2c32288683b74354" providerId="LiveId" clId="{0038818A-160C-445A-A962-95D19A87FB6C}" dt="2023-04-20T19:13:56.284" v="863" actId="14100"/>
          <ac:picMkLst>
            <pc:docMk/>
            <pc:sldMk cId="3312675836" sldId="297"/>
            <ac:picMk id="6" creationId="{1A3C9FAA-6897-D6FF-BFCF-06C7D170243A}"/>
          </ac:picMkLst>
        </pc:picChg>
      </pc:sldChg>
      <pc:sldChg chg="addSp delSp modSp add mod">
        <pc:chgData name="Eduardo Lucas" userId="2c32288683b74354" providerId="LiveId" clId="{0038818A-160C-445A-A962-95D19A87FB6C}" dt="2023-04-20T19:18:46.815" v="958" actId="20577"/>
        <pc:sldMkLst>
          <pc:docMk/>
          <pc:sldMk cId="2889708714" sldId="298"/>
        </pc:sldMkLst>
        <pc:spChg chg="mod">
          <ac:chgData name="Eduardo Lucas" userId="2c32288683b74354" providerId="LiveId" clId="{0038818A-160C-445A-A962-95D19A87FB6C}" dt="2023-04-20T19:18:46.815" v="958" actId="20577"/>
          <ac:spMkLst>
            <pc:docMk/>
            <pc:sldMk cId="2889708714" sldId="298"/>
            <ac:spMk id="2" creationId="{71CA36E5-C16C-B323-9708-48E4D6D10865}"/>
          </ac:spMkLst>
        </pc:spChg>
        <pc:spChg chg="del">
          <ac:chgData name="Eduardo Lucas" userId="2c32288683b74354" providerId="LiveId" clId="{0038818A-160C-445A-A962-95D19A87FB6C}" dt="2023-04-20T19:18:06.895" v="928" actId="478"/>
          <ac:spMkLst>
            <pc:docMk/>
            <pc:sldMk cId="2889708714" sldId="298"/>
            <ac:spMk id="8" creationId="{18882777-0183-C640-7CC3-BA73CDCD1312}"/>
          </ac:spMkLst>
        </pc:spChg>
        <pc:picChg chg="add mod">
          <ac:chgData name="Eduardo Lucas" userId="2c32288683b74354" providerId="LiveId" clId="{0038818A-160C-445A-A962-95D19A87FB6C}" dt="2023-04-20T19:18:35.113" v="931" actId="1076"/>
          <ac:picMkLst>
            <pc:docMk/>
            <pc:sldMk cId="2889708714" sldId="298"/>
            <ac:picMk id="4" creationId="{270E14D5-9297-88A6-5634-27D37499F10C}"/>
          </ac:picMkLst>
        </pc:picChg>
        <pc:picChg chg="del">
          <ac:chgData name="Eduardo Lucas" userId="2c32288683b74354" providerId="LiveId" clId="{0038818A-160C-445A-A962-95D19A87FB6C}" dt="2023-04-20T19:18:04.097" v="927" actId="478"/>
          <ac:picMkLst>
            <pc:docMk/>
            <pc:sldMk cId="2889708714" sldId="298"/>
            <ac:picMk id="6" creationId="{1A3C9FAA-6897-D6FF-BFCF-06C7D170243A}"/>
          </ac:picMkLst>
        </pc:picChg>
      </pc:sldChg>
    </pc:docChg>
  </pc:docChgLst>
  <pc:docChgLst>
    <pc:chgData name="Eduardo Lucas" userId="2c32288683b74354" providerId="LiveId" clId="{1FE41F23-CFA1-4028-80DD-3EE9404D6AF5}"/>
    <pc:docChg chg="undo custSel addSld delSld modSld sldOrd">
      <pc:chgData name="Eduardo Lucas" userId="2c32288683b74354" providerId="LiveId" clId="{1FE41F23-CFA1-4028-80DD-3EE9404D6AF5}" dt="2023-04-20T13:25:04.888" v="2888" actId="1076"/>
      <pc:docMkLst>
        <pc:docMk/>
      </pc:docMkLst>
      <pc:sldChg chg="modSp add del mod">
        <pc:chgData name="Eduardo Lucas" userId="2c32288683b74354" providerId="LiveId" clId="{1FE41F23-CFA1-4028-80DD-3EE9404D6AF5}" dt="2023-04-19T19:23:33.543" v="1206" actId="255"/>
        <pc:sldMkLst>
          <pc:docMk/>
          <pc:sldMk cId="3611735909" sldId="264"/>
        </pc:sldMkLst>
        <pc:spChg chg="mod">
          <ac:chgData name="Eduardo Lucas" userId="2c32288683b74354" providerId="LiveId" clId="{1FE41F23-CFA1-4028-80DD-3EE9404D6AF5}" dt="2023-04-19T19:23:33.543" v="1206" actId="255"/>
          <ac:spMkLst>
            <pc:docMk/>
            <pc:sldMk cId="3611735909" sldId="264"/>
            <ac:spMk id="4" creationId="{B147C5AD-AE12-9C94-AB6A-5B550021EC60}"/>
          </ac:spMkLst>
        </pc:spChg>
      </pc:sldChg>
      <pc:sldChg chg="modSp add del mod">
        <pc:chgData name="Eduardo Lucas" userId="2c32288683b74354" providerId="LiveId" clId="{1FE41F23-CFA1-4028-80DD-3EE9404D6AF5}" dt="2023-04-19T19:55:12.510" v="1299" actId="123"/>
        <pc:sldMkLst>
          <pc:docMk/>
          <pc:sldMk cId="67721199" sldId="277"/>
        </pc:sldMkLst>
        <pc:spChg chg="mod">
          <ac:chgData name="Eduardo Lucas" userId="2c32288683b74354" providerId="LiveId" clId="{1FE41F23-CFA1-4028-80DD-3EE9404D6AF5}" dt="2023-04-19T19:23:57.667" v="1242" actId="20577"/>
          <ac:spMkLst>
            <pc:docMk/>
            <pc:sldMk cId="67721199" sldId="277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5:12.510" v="1299" actId="123"/>
          <ac:spMkLst>
            <pc:docMk/>
            <pc:sldMk cId="67721199" sldId="277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1.589" v="34" actId="47"/>
        <pc:sldMkLst>
          <pc:docMk/>
          <pc:sldMk cId="1316774732" sldId="278"/>
        </pc:sldMkLst>
      </pc:sldChg>
      <pc:sldChg chg="modSp add mod">
        <pc:chgData name="Eduardo Lucas" userId="2c32288683b74354" providerId="LiveId" clId="{1FE41F23-CFA1-4028-80DD-3EE9404D6AF5}" dt="2023-04-19T19:56:43.065" v="1368" actId="20577"/>
        <pc:sldMkLst>
          <pc:docMk/>
          <pc:sldMk cId="2827409084" sldId="278"/>
        </pc:sldMkLst>
        <pc:spChg chg="mod">
          <ac:chgData name="Eduardo Lucas" userId="2c32288683b74354" providerId="LiveId" clId="{1FE41F23-CFA1-4028-80DD-3EE9404D6AF5}" dt="2023-04-19T19:54:31.172" v="1293" actId="1076"/>
          <ac:spMkLst>
            <pc:docMk/>
            <pc:sldMk cId="2827409084" sldId="278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56:43.065" v="1368" actId="20577"/>
          <ac:spMkLst>
            <pc:docMk/>
            <pc:sldMk cId="2827409084" sldId="278"/>
            <ac:spMk id="4" creationId="{9CF5F437-D3CB-0B01-D41D-30EAAF90D04D}"/>
          </ac:spMkLst>
        </pc:spChg>
      </pc:sldChg>
      <pc:sldChg chg="modSp add mod">
        <pc:chgData name="Eduardo Lucas" userId="2c32288683b74354" providerId="LiveId" clId="{1FE41F23-CFA1-4028-80DD-3EE9404D6AF5}" dt="2023-04-19T20:27:04.271" v="1619" actId="20577"/>
        <pc:sldMkLst>
          <pc:docMk/>
          <pc:sldMk cId="705570304" sldId="279"/>
        </pc:sldMkLst>
        <pc:spChg chg="mod">
          <ac:chgData name="Eduardo Lucas" userId="2c32288683b74354" providerId="LiveId" clId="{1FE41F23-CFA1-4028-80DD-3EE9404D6AF5}" dt="2023-04-19T20:02:38.497" v="1379" actId="20577"/>
          <ac:spMkLst>
            <pc:docMk/>
            <pc:sldMk cId="705570304" sldId="279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27:04.271" v="1619" actId="20577"/>
          <ac:spMkLst>
            <pc:docMk/>
            <pc:sldMk cId="705570304" sldId="279"/>
            <ac:spMk id="4" creationId="{9CF5F437-D3CB-0B01-D41D-30EAAF90D04D}"/>
          </ac:spMkLst>
        </pc:spChg>
      </pc:sldChg>
      <pc:sldChg chg="del">
        <pc:chgData name="Eduardo Lucas" userId="2c32288683b74354" providerId="LiveId" clId="{1FE41F23-CFA1-4028-80DD-3EE9404D6AF5}" dt="2023-04-18T19:50:02.401" v="36" actId="47"/>
        <pc:sldMkLst>
          <pc:docMk/>
          <pc:sldMk cId="1451590909" sldId="279"/>
        </pc:sldMkLst>
      </pc:sldChg>
      <pc:sldChg chg="del">
        <pc:chgData name="Eduardo Lucas" userId="2c32288683b74354" providerId="LiveId" clId="{1FE41F23-CFA1-4028-80DD-3EE9404D6AF5}" dt="2023-04-18T19:50:02.222" v="35" actId="47"/>
        <pc:sldMkLst>
          <pc:docMk/>
          <pc:sldMk cId="25520498" sldId="280"/>
        </pc:sldMkLst>
      </pc:sldChg>
      <pc:sldChg chg="addSp delSp modSp add mod">
        <pc:chgData name="Eduardo Lucas" userId="2c32288683b74354" providerId="LiveId" clId="{1FE41F23-CFA1-4028-80DD-3EE9404D6AF5}" dt="2023-04-20T13:14:09.031" v="2860" actId="1076"/>
        <pc:sldMkLst>
          <pc:docMk/>
          <pc:sldMk cId="2677052256" sldId="280"/>
        </pc:sldMkLst>
        <pc:spChg chg="mod">
          <ac:chgData name="Eduardo Lucas" userId="2c32288683b74354" providerId="LiveId" clId="{1FE41F23-CFA1-4028-80DD-3EE9404D6AF5}" dt="2023-04-20T13:13:52.291" v="2853" actId="20577"/>
          <ac:spMkLst>
            <pc:docMk/>
            <pc:sldMk cId="2677052256" sldId="280"/>
            <ac:spMk id="2" creationId="{71CA36E5-C16C-B323-9708-48E4D6D10865}"/>
          </ac:spMkLst>
        </pc:spChg>
        <pc:spChg chg="del mod">
          <ac:chgData name="Eduardo Lucas" userId="2c32288683b74354" providerId="LiveId" clId="{1FE41F23-CFA1-4028-80DD-3EE9404D6AF5}" dt="2023-04-20T13:13:56.931" v="2854" actId="478"/>
          <ac:spMkLst>
            <pc:docMk/>
            <pc:sldMk cId="2677052256" sldId="280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3:44.861" v="2841"/>
          <ac:picMkLst>
            <pc:docMk/>
            <pc:sldMk cId="2677052256" sldId="280"/>
            <ac:picMk id="3" creationId="{9D915B22-EEF9-30F6-9B9C-75F0FAF7D933}"/>
          </ac:picMkLst>
        </pc:picChg>
        <pc:picChg chg="add del mod">
          <ac:chgData name="Eduardo Lucas" userId="2c32288683b74354" providerId="LiveId" clId="{1FE41F23-CFA1-4028-80DD-3EE9404D6AF5}" dt="2023-04-20T13:13:59.121" v="2855" actId="478"/>
          <ac:picMkLst>
            <pc:docMk/>
            <pc:sldMk cId="2677052256" sldId="280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20T13:14:09.031" v="2860" actId="1076"/>
          <ac:picMkLst>
            <pc:docMk/>
            <pc:sldMk cId="2677052256" sldId="280"/>
            <ac:picMk id="6" creationId="{51FD2C26-EE1A-342F-0BF6-C00E05B202A5}"/>
          </ac:picMkLst>
        </pc:picChg>
      </pc:sldChg>
      <pc:sldChg chg="addSp delSp modSp add mod">
        <pc:chgData name="Eduardo Lucas" userId="2c32288683b74354" providerId="LiveId" clId="{1FE41F23-CFA1-4028-80DD-3EE9404D6AF5}" dt="2023-04-20T13:12:33.319" v="2818" actId="21"/>
        <pc:sldMkLst>
          <pc:docMk/>
          <pc:sldMk cId="24366844" sldId="281"/>
        </pc:sldMkLst>
        <pc:spChg chg="mod">
          <ac:chgData name="Eduardo Lucas" userId="2c32288683b74354" providerId="LiveId" clId="{1FE41F23-CFA1-4028-80DD-3EE9404D6AF5}" dt="2023-04-20T12:11:43.256" v="1856" actId="20577"/>
          <ac:spMkLst>
            <pc:docMk/>
            <pc:sldMk cId="24366844" sldId="281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0:25.466" v="1668" actId="20577"/>
          <ac:spMkLst>
            <pc:docMk/>
            <pc:sldMk cId="24366844" sldId="281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20T13:12:33.319" v="2818" actId="21"/>
          <ac:picMkLst>
            <pc:docMk/>
            <pc:sldMk cId="24366844" sldId="281"/>
            <ac:picMk id="5" creationId="{BFF50CA3-50B2-B7F1-D599-F679F888DB77}"/>
          </ac:picMkLst>
        </pc:picChg>
        <pc:picChg chg="del">
          <ac:chgData name="Eduardo Lucas" userId="2c32288683b74354" providerId="LiveId" clId="{1FE41F23-CFA1-4028-80DD-3EE9404D6AF5}" dt="2023-04-19T20:31:28.745" v="1669" actId="478"/>
          <ac:picMkLst>
            <pc:docMk/>
            <pc:sldMk cId="24366844" sldId="281"/>
            <ac:picMk id="5" creationId="{C1852CBA-A090-62F8-81BD-CCA7281DAE2B}"/>
          </ac:picMkLst>
        </pc:picChg>
        <pc:picChg chg="add mod">
          <ac:chgData name="Eduardo Lucas" userId="2c32288683b74354" providerId="LiveId" clId="{1FE41F23-CFA1-4028-80DD-3EE9404D6AF5}" dt="2023-04-19T20:31:34.518" v="1672" actId="1076"/>
          <ac:picMkLst>
            <pc:docMk/>
            <pc:sldMk cId="24366844" sldId="281"/>
            <ac:picMk id="6" creationId="{6A0BD1EC-DF9D-B60F-74AA-17F37FF315C4}"/>
          </ac:picMkLst>
        </pc:picChg>
      </pc:sldChg>
      <pc:sldChg chg="del">
        <pc:chgData name="Eduardo Lucas" userId="2c32288683b74354" providerId="LiveId" clId="{1FE41F23-CFA1-4028-80DD-3EE9404D6AF5}" dt="2023-04-18T19:50:03.709" v="43" actId="47"/>
        <pc:sldMkLst>
          <pc:docMk/>
          <pc:sldMk cId="460464943" sldId="282"/>
        </pc:sldMkLst>
      </pc:sldChg>
      <pc:sldChg chg="addSp delSp modSp add mod">
        <pc:chgData name="Eduardo Lucas" userId="2c32288683b74354" providerId="LiveId" clId="{1FE41F23-CFA1-4028-80DD-3EE9404D6AF5}" dt="2023-04-20T12:12:04" v="1896" actId="20577"/>
        <pc:sldMkLst>
          <pc:docMk/>
          <pc:sldMk cId="3770615147" sldId="282"/>
        </pc:sldMkLst>
        <pc:spChg chg="mod">
          <ac:chgData name="Eduardo Lucas" userId="2c32288683b74354" providerId="LiveId" clId="{1FE41F23-CFA1-4028-80DD-3EE9404D6AF5}" dt="2023-04-20T12:12:04" v="1896" actId="20577"/>
          <ac:spMkLst>
            <pc:docMk/>
            <pc:sldMk cId="3770615147" sldId="282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20:38:31.564" v="1748" actId="20577"/>
          <ac:spMkLst>
            <pc:docMk/>
            <pc:sldMk cId="3770615147" sldId="282"/>
            <ac:spMk id="4" creationId="{9CF5F437-D3CB-0B01-D41D-30EAAF90D04D}"/>
          </ac:spMkLst>
        </pc:spChg>
        <pc:picChg chg="add del mod">
          <ac:chgData name="Eduardo Lucas" userId="2c32288683b74354" providerId="LiveId" clId="{1FE41F23-CFA1-4028-80DD-3EE9404D6AF5}" dt="2023-04-19T20:38:21.492" v="1741" actId="478"/>
          <ac:picMkLst>
            <pc:docMk/>
            <pc:sldMk cId="3770615147" sldId="282"/>
            <ac:picMk id="5" creationId="{0A439AE8-B871-C1E6-D1A5-BE0FCA679781}"/>
          </ac:picMkLst>
        </pc:picChg>
        <pc:picChg chg="del">
          <ac:chgData name="Eduardo Lucas" userId="2c32288683b74354" providerId="LiveId" clId="{1FE41F23-CFA1-4028-80DD-3EE9404D6AF5}" dt="2023-04-19T20:32:46.305" v="1681" actId="478"/>
          <ac:picMkLst>
            <pc:docMk/>
            <pc:sldMk cId="3770615147" sldId="282"/>
            <ac:picMk id="6" creationId="{6A0BD1EC-DF9D-B60F-74AA-17F37FF315C4}"/>
          </ac:picMkLst>
        </pc:picChg>
        <pc:picChg chg="add mod">
          <ac:chgData name="Eduardo Lucas" userId="2c32288683b74354" providerId="LiveId" clId="{1FE41F23-CFA1-4028-80DD-3EE9404D6AF5}" dt="2023-04-19T20:38:27.351" v="1745" actId="1076"/>
          <ac:picMkLst>
            <pc:docMk/>
            <pc:sldMk cId="3770615147" sldId="282"/>
            <ac:picMk id="8" creationId="{E6843727-A75E-28FD-9C9E-39D647C7515E}"/>
          </ac:picMkLst>
        </pc:picChg>
      </pc:sldChg>
      <pc:sldChg chg="del">
        <pc:chgData name="Eduardo Lucas" userId="2c32288683b74354" providerId="LiveId" clId="{1FE41F23-CFA1-4028-80DD-3EE9404D6AF5}" dt="2023-04-18T19:50:03.899" v="44" actId="47"/>
        <pc:sldMkLst>
          <pc:docMk/>
          <pc:sldMk cId="1218619394" sldId="283"/>
        </pc:sldMkLst>
      </pc:sldChg>
      <pc:sldChg chg="addSp delSp modSp add mod">
        <pc:chgData name="Eduardo Lucas" userId="2c32288683b74354" providerId="LiveId" clId="{1FE41F23-CFA1-4028-80DD-3EE9404D6AF5}" dt="2023-04-20T12:44:11.820" v="2791" actId="20577"/>
        <pc:sldMkLst>
          <pc:docMk/>
          <pc:sldMk cId="2402984834" sldId="283"/>
        </pc:sldMkLst>
        <pc:spChg chg="mod">
          <ac:chgData name="Eduardo Lucas" userId="2c32288683b74354" providerId="LiveId" clId="{1FE41F23-CFA1-4028-80DD-3EE9404D6AF5}" dt="2023-04-20T12:15:30.415" v="1945" actId="20577"/>
          <ac:spMkLst>
            <pc:docMk/>
            <pc:sldMk cId="2402984834" sldId="283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20T12:44:11.820" v="2791" actId="20577"/>
          <ac:spMkLst>
            <pc:docMk/>
            <pc:sldMk cId="2402984834" sldId="283"/>
            <ac:spMk id="3" creationId="{5263812E-1FB6-4869-9BAD-99C604B8CDA4}"/>
          </ac:spMkLst>
        </pc:spChg>
        <pc:spChg chg="mod">
          <ac:chgData name="Eduardo Lucas" userId="2c32288683b74354" providerId="LiveId" clId="{1FE41F23-CFA1-4028-80DD-3EE9404D6AF5}" dt="2023-04-20T12:18:05.119" v="2101" actId="108"/>
          <ac:spMkLst>
            <pc:docMk/>
            <pc:sldMk cId="2402984834" sldId="283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20T12:25:29.359" v="2140" actId="1076"/>
          <ac:spMkLst>
            <pc:docMk/>
            <pc:sldMk cId="2402984834" sldId="283"/>
            <ac:spMk id="5" creationId="{E311BA63-832C-C65C-F3D5-4F54941DED48}"/>
          </ac:spMkLst>
        </pc:spChg>
        <pc:spChg chg="add mod">
          <ac:chgData name="Eduardo Lucas" userId="2c32288683b74354" providerId="LiveId" clId="{1FE41F23-CFA1-4028-80DD-3EE9404D6AF5}" dt="2023-04-20T12:33:13.669" v="2192" actId="20577"/>
          <ac:spMkLst>
            <pc:docMk/>
            <pc:sldMk cId="2402984834" sldId="283"/>
            <ac:spMk id="6" creationId="{BDF850B3-FE55-3156-97D9-2BD2EA5AAF07}"/>
          </ac:spMkLst>
        </pc:spChg>
        <pc:picChg chg="del">
          <ac:chgData name="Eduardo Lucas" userId="2c32288683b74354" providerId="LiveId" clId="{1FE41F23-CFA1-4028-80DD-3EE9404D6AF5}" dt="2023-04-20T12:17:51.686" v="2100" actId="478"/>
          <ac:picMkLst>
            <pc:docMk/>
            <pc:sldMk cId="2402984834" sldId="283"/>
            <ac:picMk id="8" creationId="{E6843727-A75E-28FD-9C9E-39D647C7515E}"/>
          </ac:picMkLst>
        </pc:picChg>
      </pc:sldChg>
      <pc:sldChg chg="addSp modSp add mod">
        <pc:chgData name="Eduardo Lucas" userId="2c32288683b74354" providerId="LiveId" clId="{1FE41F23-CFA1-4028-80DD-3EE9404D6AF5}" dt="2023-04-20T12:43:58.780" v="2653" actId="20577"/>
        <pc:sldMkLst>
          <pc:docMk/>
          <pc:sldMk cId="3642479162" sldId="284"/>
        </pc:sldMkLst>
        <pc:spChg chg="mod">
          <ac:chgData name="Eduardo Lucas" userId="2c32288683b74354" providerId="LiveId" clId="{1FE41F23-CFA1-4028-80DD-3EE9404D6AF5}" dt="2023-04-20T12:43:58.780" v="2653" actId="20577"/>
          <ac:spMkLst>
            <pc:docMk/>
            <pc:sldMk cId="3642479162" sldId="284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2:07.202" v="2145"/>
          <ac:spMkLst>
            <pc:docMk/>
            <pc:sldMk cId="3642479162" sldId="284"/>
            <ac:spMk id="5" creationId="{8613A5F5-DF09-368F-677E-3A568F9DCF0B}"/>
          </ac:spMkLst>
        </pc:spChg>
        <pc:spChg chg="add mod">
          <ac:chgData name="Eduardo Lucas" userId="2c32288683b74354" providerId="LiveId" clId="{1FE41F23-CFA1-4028-80DD-3EE9404D6AF5}" dt="2023-04-20T12:34:06.205" v="2206" actId="108"/>
          <ac:spMkLst>
            <pc:docMk/>
            <pc:sldMk cId="3642479162" sldId="284"/>
            <ac:spMk id="6" creationId="{27799658-B087-A576-EF4B-03BDC6688F4C}"/>
          </ac:spMkLst>
        </pc:spChg>
      </pc:sldChg>
      <pc:sldChg chg="del">
        <pc:chgData name="Eduardo Lucas" userId="2c32288683b74354" providerId="LiveId" clId="{1FE41F23-CFA1-4028-80DD-3EE9404D6AF5}" dt="2023-04-18T19:50:04.059" v="45" actId="47"/>
        <pc:sldMkLst>
          <pc:docMk/>
          <pc:sldMk cId="4286895945" sldId="284"/>
        </pc:sldMkLst>
      </pc:sldChg>
      <pc:sldChg chg="del">
        <pc:chgData name="Eduardo Lucas" userId="2c32288683b74354" providerId="LiveId" clId="{1FE41F23-CFA1-4028-80DD-3EE9404D6AF5}" dt="2023-04-18T19:50:04.239" v="46" actId="47"/>
        <pc:sldMkLst>
          <pc:docMk/>
          <pc:sldMk cId="1515290486" sldId="285"/>
        </pc:sldMkLst>
      </pc:sldChg>
      <pc:sldChg chg="addSp modSp add mod">
        <pc:chgData name="Eduardo Lucas" userId="2c32288683b74354" providerId="LiveId" clId="{1FE41F23-CFA1-4028-80DD-3EE9404D6AF5}" dt="2023-04-20T12:43:48.025" v="2536" actId="20577"/>
        <pc:sldMkLst>
          <pc:docMk/>
          <pc:sldMk cId="2754948761" sldId="285"/>
        </pc:sldMkLst>
        <pc:spChg chg="mod">
          <ac:chgData name="Eduardo Lucas" userId="2c32288683b74354" providerId="LiveId" clId="{1FE41F23-CFA1-4028-80DD-3EE9404D6AF5}" dt="2023-04-20T12:43:48.025" v="2536" actId="20577"/>
          <ac:spMkLst>
            <pc:docMk/>
            <pc:sldMk cId="2754948761" sldId="285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4:15.099" v="2207"/>
          <ac:spMkLst>
            <pc:docMk/>
            <pc:sldMk cId="2754948761" sldId="285"/>
            <ac:spMk id="5" creationId="{DBA43883-5B53-2FF7-378F-3B41FD3CD5BA}"/>
          </ac:spMkLst>
        </pc:spChg>
        <pc:spChg chg="add mod">
          <ac:chgData name="Eduardo Lucas" userId="2c32288683b74354" providerId="LiveId" clId="{1FE41F23-CFA1-4028-80DD-3EE9404D6AF5}" dt="2023-04-20T12:36:38.475" v="2249" actId="20577"/>
          <ac:spMkLst>
            <pc:docMk/>
            <pc:sldMk cId="2754948761" sldId="285"/>
            <ac:spMk id="6" creationId="{29843A52-7CE5-9194-0FFC-D83F7EA09DF3}"/>
          </ac:spMkLst>
        </pc:spChg>
      </pc:sldChg>
      <pc:sldChg chg="del">
        <pc:chgData name="Eduardo Lucas" userId="2c32288683b74354" providerId="LiveId" clId="{1FE41F23-CFA1-4028-80DD-3EE9404D6AF5}" dt="2023-04-18T19:50:04.359" v="47" actId="47"/>
        <pc:sldMkLst>
          <pc:docMk/>
          <pc:sldMk cId="92999037" sldId="286"/>
        </pc:sldMkLst>
      </pc:sldChg>
      <pc:sldChg chg="addSp modSp add mod">
        <pc:chgData name="Eduardo Lucas" userId="2c32288683b74354" providerId="LiveId" clId="{1FE41F23-CFA1-4028-80DD-3EE9404D6AF5}" dt="2023-04-20T12:43:37.347" v="2442" actId="20577"/>
        <pc:sldMkLst>
          <pc:docMk/>
          <pc:sldMk cId="3048623428" sldId="286"/>
        </pc:sldMkLst>
        <pc:spChg chg="mod">
          <ac:chgData name="Eduardo Lucas" userId="2c32288683b74354" providerId="LiveId" clId="{1FE41F23-CFA1-4028-80DD-3EE9404D6AF5}" dt="2023-04-20T12:43:37.347" v="2442" actId="20577"/>
          <ac:spMkLst>
            <pc:docMk/>
            <pc:sldMk cId="3048623428" sldId="286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7:18.196" v="2255" actId="6549"/>
          <ac:spMkLst>
            <pc:docMk/>
            <pc:sldMk cId="3048623428" sldId="286"/>
            <ac:spMk id="5" creationId="{C8A3FC72-20DB-C73F-FDE8-3147610F25DF}"/>
          </ac:spMkLst>
        </pc:spChg>
        <pc:spChg chg="add mod">
          <ac:chgData name="Eduardo Lucas" userId="2c32288683b74354" providerId="LiveId" clId="{1FE41F23-CFA1-4028-80DD-3EE9404D6AF5}" dt="2023-04-20T12:37:13.350" v="2254"/>
          <ac:spMkLst>
            <pc:docMk/>
            <pc:sldMk cId="3048623428" sldId="286"/>
            <ac:spMk id="6" creationId="{0E1992F7-50CB-204B-748B-B2185632AB84}"/>
          </ac:spMkLst>
        </pc:spChg>
        <pc:spChg chg="add mod">
          <ac:chgData name="Eduardo Lucas" userId="2c32288683b74354" providerId="LiveId" clId="{1FE41F23-CFA1-4028-80DD-3EE9404D6AF5}" dt="2023-04-20T12:38:08.460" v="2269" actId="20577"/>
          <ac:spMkLst>
            <pc:docMk/>
            <pc:sldMk cId="3048623428" sldId="286"/>
            <ac:spMk id="7" creationId="{8BCA7243-B4DA-D7F5-4A9C-DE7798231354}"/>
          </ac:spMkLst>
        </pc:spChg>
      </pc:sldChg>
      <pc:sldChg chg="addSp modSp add mod">
        <pc:chgData name="Eduardo Lucas" userId="2c32288683b74354" providerId="LiveId" clId="{1FE41F23-CFA1-4028-80DD-3EE9404D6AF5}" dt="2023-04-20T12:43:24.660" v="2372" actId="20577"/>
        <pc:sldMkLst>
          <pc:docMk/>
          <pc:sldMk cId="1047664571" sldId="287"/>
        </pc:sldMkLst>
        <pc:spChg chg="mod">
          <ac:chgData name="Eduardo Lucas" userId="2c32288683b74354" providerId="LiveId" clId="{1FE41F23-CFA1-4028-80DD-3EE9404D6AF5}" dt="2023-04-20T12:43:24.660" v="2372" actId="20577"/>
          <ac:spMkLst>
            <pc:docMk/>
            <pc:sldMk cId="1047664571" sldId="287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38:34.540" v="2270"/>
          <ac:spMkLst>
            <pc:docMk/>
            <pc:sldMk cId="1047664571" sldId="287"/>
            <ac:spMk id="5" creationId="{C6B8C9A7-E35C-A509-7AC2-64FD74BDF4BE}"/>
          </ac:spMkLst>
        </pc:spChg>
        <pc:spChg chg="add mod">
          <ac:chgData name="Eduardo Lucas" userId="2c32288683b74354" providerId="LiveId" clId="{1FE41F23-CFA1-4028-80DD-3EE9404D6AF5}" dt="2023-04-20T12:39:49.511" v="2289" actId="20577"/>
          <ac:spMkLst>
            <pc:docMk/>
            <pc:sldMk cId="1047664571" sldId="287"/>
            <ac:spMk id="6" creationId="{AED118C9-6BA3-3E5C-4B01-EFC9529340C7}"/>
          </ac:spMkLst>
        </pc:spChg>
      </pc:sldChg>
      <pc:sldChg chg="del">
        <pc:chgData name="Eduardo Lucas" userId="2c32288683b74354" providerId="LiveId" clId="{1FE41F23-CFA1-4028-80DD-3EE9404D6AF5}" dt="2023-04-18T19:50:04.719" v="48" actId="47"/>
        <pc:sldMkLst>
          <pc:docMk/>
          <pc:sldMk cId="2563533058" sldId="287"/>
        </pc:sldMkLst>
      </pc:sldChg>
      <pc:sldChg chg="del">
        <pc:chgData name="Eduardo Lucas" userId="2c32288683b74354" providerId="LiveId" clId="{1FE41F23-CFA1-4028-80DD-3EE9404D6AF5}" dt="2023-04-18T19:50:05.115" v="49" actId="47"/>
        <pc:sldMkLst>
          <pc:docMk/>
          <pc:sldMk cId="802307199" sldId="288"/>
        </pc:sldMkLst>
      </pc:sldChg>
      <pc:sldChg chg="addSp modSp add mod">
        <pc:chgData name="Eduardo Lucas" userId="2c32288683b74354" providerId="LiveId" clId="{1FE41F23-CFA1-4028-80DD-3EE9404D6AF5}" dt="2023-04-20T12:43:13.670" v="2322" actId="20577"/>
        <pc:sldMkLst>
          <pc:docMk/>
          <pc:sldMk cId="3497790999" sldId="288"/>
        </pc:sldMkLst>
        <pc:spChg chg="mod">
          <ac:chgData name="Eduardo Lucas" userId="2c32288683b74354" providerId="LiveId" clId="{1FE41F23-CFA1-4028-80DD-3EE9404D6AF5}" dt="2023-04-20T12:43:13.670" v="2322" actId="20577"/>
          <ac:spMkLst>
            <pc:docMk/>
            <pc:sldMk cId="3497790999" sldId="288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1:28.320" v="2290"/>
          <ac:spMkLst>
            <pc:docMk/>
            <pc:sldMk cId="3497790999" sldId="288"/>
            <ac:spMk id="5" creationId="{9FCD7C53-C9CD-C248-46EC-68C09C49DB21}"/>
          </ac:spMkLst>
        </pc:spChg>
        <pc:spChg chg="add mod">
          <ac:chgData name="Eduardo Lucas" userId="2c32288683b74354" providerId="LiveId" clId="{1FE41F23-CFA1-4028-80DD-3EE9404D6AF5}" dt="2023-04-20T12:43:04.114" v="2321" actId="20577"/>
          <ac:spMkLst>
            <pc:docMk/>
            <pc:sldMk cId="3497790999" sldId="288"/>
            <ac:spMk id="6" creationId="{AB2A5E00-5531-4908-060A-35341156F0E3}"/>
          </ac:spMkLst>
        </pc:spChg>
      </pc:sldChg>
      <pc:sldChg chg="del">
        <pc:chgData name="Eduardo Lucas" userId="2c32288683b74354" providerId="LiveId" clId="{1FE41F23-CFA1-4028-80DD-3EE9404D6AF5}" dt="2023-04-18T19:50:05.761" v="50" actId="47"/>
        <pc:sldMkLst>
          <pc:docMk/>
          <pc:sldMk cId="1390208546" sldId="289"/>
        </pc:sldMkLst>
      </pc:sldChg>
      <pc:sldChg chg="addSp modSp add mod">
        <pc:chgData name="Eduardo Lucas" userId="2c32288683b74354" providerId="LiveId" clId="{1FE41F23-CFA1-4028-80DD-3EE9404D6AF5}" dt="2023-04-20T12:42:50.451" v="2313" actId="20577"/>
        <pc:sldMkLst>
          <pc:docMk/>
          <pc:sldMk cId="2715732391" sldId="289"/>
        </pc:sldMkLst>
        <pc:spChg chg="mod">
          <ac:chgData name="Eduardo Lucas" userId="2c32288683b74354" providerId="LiveId" clId="{1FE41F23-CFA1-4028-80DD-3EE9404D6AF5}" dt="2023-04-20T12:21:34.291" v="2137" actId="207"/>
          <ac:spMkLst>
            <pc:docMk/>
            <pc:sldMk cId="2715732391" sldId="289"/>
            <ac:spMk id="3" creationId="{5263812E-1FB6-4869-9BAD-99C604B8CDA4}"/>
          </ac:spMkLst>
        </pc:spChg>
        <pc:spChg chg="add mod">
          <ac:chgData name="Eduardo Lucas" userId="2c32288683b74354" providerId="LiveId" clId="{1FE41F23-CFA1-4028-80DD-3EE9404D6AF5}" dt="2023-04-20T12:42:09.763" v="2298"/>
          <ac:spMkLst>
            <pc:docMk/>
            <pc:sldMk cId="2715732391" sldId="289"/>
            <ac:spMk id="5" creationId="{9D7A1563-B754-C1F8-E380-4B3C9DE4A219}"/>
          </ac:spMkLst>
        </pc:spChg>
        <pc:spChg chg="add mod">
          <ac:chgData name="Eduardo Lucas" userId="2c32288683b74354" providerId="LiveId" clId="{1FE41F23-CFA1-4028-80DD-3EE9404D6AF5}" dt="2023-04-20T12:42:50.451" v="2313" actId="20577"/>
          <ac:spMkLst>
            <pc:docMk/>
            <pc:sldMk cId="2715732391" sldId="289"/>
            <ac:spMk id="6" creationId="{70FE3625-B8F1-8B73-98BF-DB32DF96272B}"/>
          </ac:spMkLst>
        </pc:spChg>
      </pc:sldChg>
      <pc:sldChg chg="del">
        <pc:chgData name="Eduardo Lucas" userId="2c32288683b74354" providerId="LiveId" clId="{1FE41F23-CFA1-4028-80DD-3EE9404D6AF5}" dt="2023-04-18T19:50:03.489" v="42" actId="47"/>
        <pc:sldMkLst>
          <pc:docMk/>
          <pc:sldMk cId="2517394480" sldId="290"/>
        </pc:sldMkLst>
      </pc:sldChg>
      <pc:sldChg chg="addSp delSp modSp add mod">
        <pc:chgData name="Eduardo Lucas" userId="2c32288683b74354" providerId="LiveId" clId="{1FE41F23-CFA1-4028-80DD-3EE9404D6AF5}" dt="2023-04-20T13:16:51.964" v="2870" actId="14100"/>
        <pc:sldMkLst>
          <pc:docMk/>
          <pc:sldMk cId="2908826188" sldId="290"/>
        </pc:sldMkLst>
        <pc:spChg chg="mod">
          <ac:chgData name="Eduardo Lucas" userId="2c32288683b74354" providerId="LiveId" clId="{1FE41F23-CFA1-4028-80DD-3EE9404D6AF5}" dt="2023-04-20T13:16:51.964" v="2870" actId="14100"/>
          <ac:spMkLst>
            <pc:docMk/>
            <pc:sldMk cId="2908826188" sldId="290"/>
            <ac:spMk id="5" creationId="{E311BA63-832C-C65C-F3D5-4F54941DED48}"/>
          </ac:spMkLst>
        </pc:spChg>
        <pc:spChg chg="del">
          <ac:chgData name="Eduardo Lucas" userId="2c32288683b74354" providerId="LiveId" clId="{1FE41F23-CFA1-4028-80DD-3EE9404D6AF5}" dt="2023-04-20T12:58:42.254" v="2794" actId="478"/>
          <ac:spMkLst>
            <pc:docMk/>
            <pc:sldMk cId="2908826188" sldId="290"/>
            <ac:spMk id="6" creationId="{BDF850B3-FE55-3156-97D9-2BD2EA5AAF07}"/>
          </ac:spMkLst>
        </pc:spChg>
        <pc:picChg chg="add mod">
          <ac:chgData name="Eduardo Lucas" userId="2c32288683b74354" providerId="LiveId" clId="{1FE41F23-CFA1-4028-80DD-3EE9404D6AF5}" dt="2023-04-20T12:58:56.748" v="2800" actId="1076"/>
          <ac:picMkLst>
            <pc:docMk/>
            <pc:sldMk cId="2908826188" sldId="290"/>
            <ac:picMk id="8" creationId="{6DE8480A-3395-BD63-0B98-5FC30BE1126E}"/>
          </ac:picMkLst>
        </pc:picChg>
      </pc:sldChg>
      <pc:sldChg chg="addSp delSp modSp add mod">
        <pc:chgData name="Eduardo Lucas" userId="2c32288683b74354" providerId="LiveId" clId="{1FE41F23-CFA1-4028-80DD-3EE9404D6AF5}" dt="2023-04-20T13:17:00.599" v="2872" actId="14100"/>
        <pc:sldMkLst>
          <pc:docMk/>
          <pc:sldMk cId="1949198225" sldId="291"/>
        </pc:sldMkLst>
        <pc:spChg chg="mod">
          <ac:chgData name="Eduardo Lucas" userId="2c32288683b74354" providerId="LiveId" clId="{1FE41F23-CFA1-4028-80DD-3EE9404D6AF5}" dt="2023-04-20T13:17:00.599" v="2872" actId="14100"/>
          <ac:spMkLst>
            <pc:docMk/>
            <pc:sldMk cId="1949198225" sldId="291"/>
            <ac:spMk id="5" creationId="{8613A5F5-DF09-368F-677E-3A568F9DCF0B}"/>
          </ac:spMkLst>
        </pc:spChg>
        <pc:spChg chg="del">
          <ac:chgData name="Eduardo Lucas" userId="2c32288683b74354" providerId="LiveId" clId="{1FE41F23-CFA1-4028-80DD-3EE9404D6AF5}" dt="2023-04-20T13:06:30.409" v="2803" actId="478"/>
          <ac:spMkLst>
            <pc:docMk/>
            <pc:sldMk cId="1949198225" sldId="291"/>
            <ac:spMk id="6" creationId="{27799658-B087-A576-EF4B-03BDC6688F4C}"/>
          </ac:spMkLst>
        </pc:spChg>
        <pc:picChg chg="add del mod">
          <ac:chgData name="Eduardo Lucas" userId="2c32288683b74354" providerId="LiveId" clId="{1FE41F23-CFA1-4028-80DD-3EE9404D6AF5}" dt="2023-04-20T13:11:32.928" v="2810" actId="478"/>
          <ac:picMkLst>
            <pc:docMk/>
            <pc:sldMk cId="1949198225" sldId="291"/>
            <ac:picMk id="8" creationId="{8F45CD99-5724-CA31-7EF4-7C4357DFA3D3}"/>
          </ac:picMkLst>
        </pc:picChg>
        <pc:picChg chg="add mod">
          <ac:chgData name="Eduardo Lucas" userId="2c32288683b74354" providerId="LiveId" clId="{1FE41F23-CFA1-4028-80DD-3EE9404D6AF5}" dt="2023-04-20T13:16:57.796" v="2871" actId="1076"/>
          <ac:picMkLst>
            <pc:docMk/>
            <pc:sldMk cId="1949198225" sldId="291"/>
            <ac:picMk id="10" creationId="{A4627E88-F64B-8558-82D4-9C4653D86272}"/>
          </ac:picMkLst>
        </pc:picChg>
      </pc:sldChg>
      <pc:sldChg chg="del">
        <pc:chgData name="Eduardo Lucas" userId="2c32288683b74354" providerId="LiveId" clId="{1FE41F23-CFA1-4028-80DD-3EE9404D6AF5}" dt="2023-04-18T19:50:02.589" v="37" actId="47"/>
        <pc:sldMkLst>
          <pc:docMk/>
          <pc:sldMk cId="2202899175" sldId="291"/>
        </pc:sldMkLst>
      </pc:sldChg>
      <pc:sldChg chg="del">
        <pc:chgData name="Eduardo Lucas" userId="2c32288683b74354" providerId="LiveId" clId="{1FE41F23-CFA1-4028-80DD-3EE9404D6AF5}" dt="2023-04-18T19:50:02.770" v="38" actId="47"/>
        <pc:sldMkLst>
          <pc:docMk/>
          <pc:sldMk cId="2815285750" sldId="292"/>
        </pc:sldMkLst>
      </pc:sldChg>
      <pc:sldChg chg="add">
        <pc:chgData name="Eduardo Lucas" userId="2c32288683b74354" providerId="LiveId" clId="{1FE41F23-CFA1-4028-80DD-3EE9404D6AF5}" dt="2023-04-20T13:12:59.571" v="2819" actId="2890"/>
        <pc:sldMkLst>
          <pc:docMk/>
          <pc:sldMk cId="3047834103" sldId="292"/>
        </pc:sldMkLst>
      </pc:sldChg>
      <pc:sldChg chg="addSp delSp modSp add mod">
        <pc:chgData name="Eduardo Lucas" userId="2c32288683b74354" providerId="LiveId" clId="{1FE41F23-CFA1-4028-80DD-3EE9404D6AF5}" dt="2023-04-20T13:16:47.352" v="2869" actId="1076"/>
        <pc:sldMkLst>
          <pc:docMk/>
          <pc:sldMk cId="724609313" sldId="293"/>
        </pc:sldMkLst>
        <pc:spChg chg="mod">
          <ac:chgData name="Eduardo Lucas" userId="2c32288683b74354" providerId="LiveId" clId="{1FE41F23-CFA1-4028-80DD-3EE9404D6AF5}" dt="2023-04-20T13:16:36.376" v="2864" actId="14100"/>
          <ac:spMkLst>
            <pc:docMk/>
            <pc:sldMk cId="724609313" sldId="293"/>
            <ac:spMk id="5" creationId="{DBA43883-5B53-2FF7-378F-3B41FD3CD5BA}"/>
          </ac:spMkLst>
        </pc:spChg>
        <pc:spChg chg="del">
          <ac:chgData name="Eduardo Lucas" userId="2c32288683b74354" providerId="LiveId" clId="{1FE41F23-CFA1-4028-80DD-3EE9404D6AF5}" dt="2023-04-20T13:16:29.478" v="2862" actId="478"/>
          <ac:spMkLst>
            <pc:docMk/>
            <pc:sldMk cId="724609313" sldId="293"/>
            <ac:spMk id="6" creationId="{29843A52-7CE5-9194-0FFC-D83F7EA09DF3}"/>
          </ac:spMkLst>
        </pc:spChg>
        <pc:picChg chg="add mod">
          <ac:chgData name="Eduardo Lucas" userId="2c32288683b74354" providerId="LiveId" clId="{1FE41F23-CFA1-4028-80DD-3EE9404D6AF5}" dt="2023-04-20T13:16:47.352" v="2869" actId="1076"/>
          <ac:picMkLst>
            <pc:docMk/>
            <pc:sldMk cId="724609313" sldId="293"/>
            <ac:picMk id="8" creationId="{E40203E2-02D8-B8EF-B790-0F6D45116505}"/>
          </ac:picMkLst>
        </pc:picChg>
      </pc:sldChg>
      <pc:sldChg chg="del">
        <pc:chgData name="Eduardo Lucas" userId="2c32288683b74354" providerId="LiveId" clId="{1FE41F23-CFA1-4028-80DD-3EE9404D6AF5}" dt="2023-04-18T19:50:02.829" v="39" actId="47"/>
        <pc:sldMkLst>
          <pc:docMk/>
          <pc:sldMk cId="2766655319" sldId="293"/>
        </pc:sldMkLst>
      </pc:sldChg>
      <pc:sldChg chg="del">
        <pc:chgData name="Eduardo Lucas" userId="2c32288683b74354" providerId="LiveId" clId="{1FE41F23-CFA1-4028-80DD-3EE9404D6AF5}" dt="2023-04-18T19:50:03.061" v="40" actId="47"/>
        <pc:sldMkLst>
          <pc:docMk/>
          <pc:sldMk cId="1084925176" sldId="294"/>
        </pc:sldMkLst>
      </pc:sldChg>
      <pc:sldChg chg="addSp delSp modSp add mod">
        <pc:chgData name="Eduardo Lucas" userId="2c32288683b74354" providerId="LiveId" clId="{1FE41F23-CFA1-4028-80DD-3EE9404D6AF5}" dt="2023-04-20T13:20:28.971" v="2878" actId="1076"/>
        <pc:sldMkLst>
          <pc:docMk/>
          <pc:sldMk cId="1353033329" sldId="294"/>
        </pc:sldMkLst>
        <pc:spChg chg="mod">
          <ac:chgData name="Eduardo Lucas" userId="2c32288683b74354" providerId="LiveId" clId="{1FE41F23-CFA1-4028-80DD-3EE9404D6AF5}" dt="2023-04-20T13:20:07.741" v="2876" actId="14100"/>
          <ac:spMkLst>
            <pc:docMk/>
            <pc:sldMk cId="1353033329" sldId="294"/>
            <ac:spMk id="5" creationId="{C8A3FC72-20DB-C73F-FDE8-3147610F25DF}"/>
          </ac:spMkLst>
        </pc:spChg>
        <pc:spChg chg="del">
          <ac:chgData name="Eduardo Lucas" userId="2c32288683b74354" providerId="LiveId" clId="{1FE41F23-CFA1-4028-80DD-3EE9404D6AF5}" dt="2023-04-20T13:20:01.491" v="2874" actId="478"/>
          <ac:spMkLst>
            <pc:docMk/>
            <pc:sldMk cId="1353033329" sldId="294"/>
            <ac:spMk id="7" creationId="{8BCA7243-B4DA-D7F5-4A9C-DE7798231354}"/>
          </ac:spMkLst>
        </pc:spChg>
        <pc:picChg chg="add mod">
          <ac:chgData name="Eduardo Lucas" userId="2c32288683b74354" providerId="LiveId" clId="{1FE41F23-CFA1-4028-80DD-3EE9404D6AF5}" dt="2023-04-20T13:20:28.971" v="2878" actId="1076"/>
          <ac:picMkLst>
            <pc:docMk/>
            <pc:sldMk cId="1353033329" sldId="294"/>
            <ac:picMk id="9" creationId="{BE8DEB07-CCFC-C5B0-03CB-96F1481D4F81}"/>
          </ac:picMkLst>
        </pc:picChg>
      </pc:sldChg>
      <pc:sldChg chg="addSp delSp modSp add mod">
        <pc:chgData name="Eduardo Lucas" userId="2c32288683b74354" providerId="LiveId" clId="{1FE41F23-CFA1-4028-80DD-3EE9404D6AF5}" dt="2023-04-20T13:25:04.888" v="2888" actId="1076"/>
        <pc:sldMkLst>
          <pc:docMk/>
          <pc:sldMk cId="143972065" sldId="295"/>
        </pc:sldMkLst>
        <pc:spChg chg="mod">
          <ac:chgData name="Eduardo Lucas" userId="2c32288683b74354" providerId="LiveId" clId="{1FE41F23-CFA1-4028-80DD-3EE9404D6AF5}" dt="2023-04-20T13:24:34.148" v="2882" actId="14100"/>
          <ac:spMkLst>
            <pc:docMk/>
            <pc:sldMk cId="143972065" sldId="295"/>
            <ac:spMk id="5" creationId="{C6B8C9A7-E35C-A509-7AC2-64FD74BDF4BE}"/>
          </ac:spMkLst>
        </pc:spChg>
        <pc:spChg chg="del">
          <ac:chgData name="Eduardo Lucas" userId="2c32288683b74354" providerId="LiveId" clId="{1FE41F23-CFA1-4028-80DD-3EE9404D6AF5}" dt="2023-04-20T13:24:28.700" v="2880" actId="478"/>
          <ac:spMkLst>
            <pc:docMk/>
            <pc:sldMk cId="143972065" sldId="295"/>
            <ac:spMk id="6" creationId="{AED118C9-6BA3-3E5C-4B01-EFC9529340C7}"/>
          </ac:spMkLst>
        </pc:spChg>
        <pc:picChg chg="add mod">
          <ac:chgData name="Eduardo Lucas" userId="2c32288683b74354" providerId="LiveId" clId="{1FE41F23-CFA1-4028-80DD-3EE9404D6AF5}" dt="2023-04-20T13:25:04.888" v="2888" actId="1076"/>
          <ac:picMkLst>
            <pc:docMk/>
            <pc:sldMk cId="143972065" sldId="295"/>
            <ac:picMk id="8" creationId="{501A7A18-E2FB-D952-83C6-1C4297B0004B}"/>
          </ac:picMkLst>
        </pc:picChg>
      </pc:sldChg>
      <pc:sldChg chg="del">
        <pc:chgData name="Eduardo Lucas" userId="2c32288683b74354" providerId="LiveId" clId="{1FE41F23-CFA1-4028-80DD-3EE9404D6AF5}" dt="2023-04-18T19:50:03.239" v="41" actId="47"/>
        <pc:sldMkLst>
          <pc:docMk/>
          <pc:sldMk cId="3127333677" sldId="295"/>
        </pc:sldMkLst>
      </pc:sldChg>
      <pc:sldChg chg="del">
        <pc:chgData name="Eduardo Lucas" userId="2c32288683b74354" providerId="LiveId" clId="{1FE41F23-CFA1-4028-80DD-3EE9404D6AF5}" dt="2023-04-19T19:05:21.252" v="1062" actId="47"/>
        <pc:sldMkLst>
          <pc:docMk/>
          <pc:sldMk cId="2550689628" sldId="296"/>
        </pc:sldMkLst>
      </pc:sldChg>
      <pc:sldChg chg="addSp modSp add del mod">
        <pc:chgData name="Eduardo Lucas" userId="2c32288683b74354" providerId="LiveId" clId="{1FE41F23-CFA1-4028-80DD-3EE9404D6AF5}" dt="2023-04-19T19:20:48.888" v="1063" actId="47"/>
        <pc:sldMkLst>
          <pc:docMk/>
          <pc:sldMk cId="199395463" sldId="297"/>
        </pc:sldMkLst>
        <pc:spChg chg="add mod">
          <ac:chgData name="Eduardo Lucas" userId="2c32288683b74354" providerId="LiveId" clId="{1FE41F23-CFA1-4028-80DD-3EE9404D6AF5}" dt="2023-04-18T19:57:00.854" v="148" actId="207"/>
          <ac:spMkLst>
            <pc:docMk/>
            <pc:sldMk cId="199395463" sldId="297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1:49.834" v="932" actId="123"/>
          <ac:spMkLst>
            <pc:docMk/>
            <pc:sldMk cId="199395463" sldId="29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8T19:55:49.023" v="135" actId="207"/>
          <ac:spMkLst>
            <pc:docMk/>
            <pc:sldMk cId="199395463" sldId="297"/>
            <ac:spMk id="5" creationId="{E1707ACB-64EA-DA73-9236-BCBB7FF756E6}"/>
          </ac:spMkLst>
        </pc:spChg>
        <pc:spChg chg="add mod">
          <ac:chgData name="Eduardo Lucas" userId="2c32288683b74354" providerId="LiveId" clId="{1FE41F23-CFA1-4028-80DD-3EE9404D6AF5}" dt="2023-04-19T18:51:56.025" v="933" actId="123"/>
          <ac:spMkLst>
            <pc:docMk/>
            <pc:sldMk cId="199395463" sldId="297"/>
            <ac:spMk id="6" creationId="{DB92A2D0-0059-EF41-7AAB-7F07280B010D}"/>
          </ac:spMkLst>
        </pc:spChg>
      </pc:sldChg>
      <pc:sldChg chg="del">
        <pc:chgData name="Eduardo Lucas" userId="2c32288683b74354" providerId="LiveId" clId="{1FE41F23-CFA1-4028-80DD-3EE9404D6AF5}" dt="2023-04-18T19:50:23.995" v="64" actId="47"/>
        <pc:sldMkLst>
          <pc:docMk/>
          <pc:sldMk cId="1778458384" sldId="297"/>
        </pc:sldMkLst>
      </pc:sldChg>
      <pc:sldChg chg="addSp modSp add del mod">
        <pc:chgData name="Eduardo Lucas" userId="2c32288683b74354" providerId="LiveId" clId="{1FE41F23-CFA1-4028-80DD-3EE9404D6AF5}" dt="2023-04-19T19:20:49.547" v="1065" actId="47"/>
        <pc:sldMkLst>
          <pc:docMk/>
          <pc:sldMk cId="1167092672" sldId="298"/>
        </pc:sldMkLst>
        <pc:spChg chg="mod">
          <ac:chgData name="Eduardo Lucas" userId="2c32288683b74354" providerId="LiveId" clId="{1FE41F23-CFA1-4028-80DD-3EE9404D6AF5}" dt="2023-04-18T19:58:35.990" v="164" actId="207"/>
          <ac:spMkLst>
            <pc:docMk/>
            <pc:sldMk cId="1167092672" sldId="298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26.421" v="941" actId="123"/>
          <ac:spMkLst>
            <pc:docMk/>
            <pc:sldMk cId="1167092672" sldId="298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2:22.181" v="939" actId="207"/>
          <ac:spMkLst>
            <pc:docMk/>
            <pc:sldMk cId="1167092672" sldId="298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497" v="1064" actId="47"/>
        <pc:sldMkLst>
          <pc:docMk/>
          <pc:sldMk cId="75612961" sldId="299"/>
        </pc:sldMkLst>
        <pc:spChg chg="mod">
          <ac:chgData name="Eduardo Lucas" userId="2c32288683b74354" providerId="LiveId" clId="{1FE41F23-CFA1-4028-80DD-3EE9404D6AF5}" dt="2023-04-18T19:57:43.283" v="157" actId="207"/>
          <ac:spMkLst>
            <pc:docMk/>
            <pc:sldMk cId="75612961" sldId="299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2:07.234" v="935" actId="123"/>
          <ac:spMkLst>
            <pc:docMk/>
            <pc:sldMk cId="75612961" sldId="299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12.532" v="937" actId="207"/>
          <ac:spMkLst>
            <pc:docMk/>
            <pc:sldMk cId="75612961" sldId="299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687" v="1067" actId="47"/>
        <pc:sldMkLst>
          <pc:docMk/>
          <pc:sldMk cId="398559925" sldId="300"/>
        </pc:sldMkLst>
        <pc:spChg chg="mod">
          <ac:chgData name="Eduardo Lucas" userId="2c32288683b74354" providerId="LiveId" clId="{1FE41F23-CFA1-4028-80DD-3EE9404D6AF5}" dt="2023-04-18T20:00:31.625" v="197" actId="20577"/>
          <ac:spMkLst>
            <pc:docMk/>
            <pc:sldMk cId="398559925" sldId="300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17.085" v="952" actId="123"/>
          <ac:spMkLst>
            <pc:docMk/>
            <pc:sldMk cId="398559925" sldId="300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49.271" v="950" actId="113"/>
          <ac:spMkLst>
            <pc:docMk/>
            <pc:sldMk cId="398559925" sldId="300"/>
            <ac:spMk id="6" creationId="{2F954214-E454-B8E7-7F25-782452515217}"/>
          </ac:spMkLst>
        </pc:spChg>
      </pc:sldChg>
      <pc:sldChg chg="modSp add del mod ord">
        <pc:chgData name="Eduardo Lucas" userId="2c32288683b74354" providerId="LiveId" clId="{1FE41F23-CFA1-4028-80DD-3EE9404D6AF5}" dt="2023-04-19T19:20:49.589" v="1066" actId="47"/>
        <pc:sldMkLst>
          <pc:docMk/>
          <pc:sldMk cId="4204491728" sldId="301"/>
        </pc:sldMkLst>
        <pc:spChg chg="mod">
          <ac:chgData name="Eduardo Lucas" userId="2c32288683b74354" providerId="LiveId" clId="{1FE41F23-CFA1-4028-80DD-3EE9404D6AF5}" dt="2023-04-18T19:59:20.123" v="174" actId="20577"/>
          <ac:spMkLst>
            <pc:docMk/>
            <pc:sldMk cId="4204491728" sldId="301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07.275" v="951" actId="123"/>
          <ac:spMkLst>
            <pc:docMk/>
            <pc:sldMk cId="4204491728" sldId="301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2:36.274" v="945" actId="207"/>
          <ac:spMkLst>
            <pc:docMk/>
            <pc:sldMk cId="4204491728" sldId="301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04" v="1068" actId="47"/>
        <pc:sldMkLst>
          <pc:docMk/>
          <pc:sldMk cId="2152677309" sldId="302"/>
        </pc:sldMkLst>
        <pc:spChg chg="mod">
          <ac:chgData name="Eduardo Lucas" userId="2c32288683b74354" providerId="LiveId" clId="{1FE41F23-CFA1-4028-80DD-3EE9404D6AF5}" dt="2023-04-18T20:00:25.347" v="187" actId="108"/>
          <ac:spMkLst>
            <pc:docMk/>
            <pc:sldMk cId="2152677309" sldId="302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29.959" v="956" actId="123"/>
          <ac:spMkLst>
            <pc:docMk/>
            <pc:sldMk cId="2152677309" sldId="302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26.091" v="954" actId="207"/>
          <ac:spMkLst>
            <pc:docMk/>
            <pc:sldMk cId="2152677309" sldId="302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33" v="1069" actId="47"/>
        <pc:sldMkLst>
          <pc:docMk/>
          <pc:sldMk cId="2815087171" sldId="303"/>
        </pc:sldMkLst>
        <pc:spChg chg="mod">
          <ac:chgData name="Eduardo Lucas" userId="2c32288683b74354" providerId="LiveId" clId="{1FE41F23-CFA1-4028-80DD-3EE9404D6AF5}" dt="2023-04-18T20:01:59.713" v="238" actId="20577"/>
          <ac:spMkLst>
            <pc:docMk/>
            <pc:sldMk cId="2815087171" sldId="30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8T20:04:52.090" v="318" actId="20577"/>
          <ac:spMkLst>
            <pc:docMk/>
            <pc:sldMk cId="2815087171" sldId="303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34.927" v="957" actId="123"/>
          <ac:spMkLst>
            <pc:docMk/>
            <pc:sldMk cId="2815087171" sldId="303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0.749" v="959" actId="207"/>
          <ac:spMkLst>
            <pc:docMk/>
            <pc:sldMk cId="2815087171" sldId="303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55" v="1070" actId="47"/>
        <pc:sldMkLst>
          <pc:docMk/>
          <pc:sldMk cId="155851376" sldId="304"/>
        </pc:sldMkLst>
        <pc:spChg chg="mod">
          <ac:chgData name="Eduardo Lucas" userId="2c32288683b74354" providerId="LiveId" clId="{1FE41F23-CFA1-4028-80DD-3EE9404D6AF5}" dt="2023-04-18T20:05:25.780" v="324" actId="20577"/>
          <ac:spMkLst>
            <pc:docMk/>
            <pc:sldMk cId="155851376" sldId="304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44.941" v="960" actId="123"/>
          <ac:spMkLst>
            <pc:docMk/>
            <pc:sldMk cId="155851376" sldId="304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3:49.406" v="962" actId="207"/>
          <ac:spMkLst>
            <pc:docMk/>
            <pc:sldMk cId="155851376" sldId="304"/>
            <ac:spMk id="6" creationId="{2F954214-E454-B8E7-7F25-782452515217}"/>
          </ac:spMkLst>
        </pc:spChg>
      </pc:sldChg>
      <pc:sldChg chg="modSp add del mod">
        <pc:chgData name="Eduardo Lucas" userId="2c32288683b74354" providerId="LiveId" clId="{1FE41F23-CFA1-4028-80DD-3EE9404D6AF5}" dt="2023-04-19T19:20:49.784" v="1071" actId="47"/>
        <pc:sldMkLst>
          <pc:docMk/>
          <pc:sldMk cId="776728922" sldId="305"/>
        </pc:sldMkLst>
        <pc:spChg chg="mod">
          <ac:chgData name="Eduardo Lucas" userId="2c32288683b74354" providerId="LiveId" clId="{1FE41F23-CFA1-4028-80DD-3EE9404D6AF5}" dt="2023-04-18T20:05:59.240" v="331" actId="207"/>
          <ac:spMkLst>
            <pc:docMk/>
            <pc:sldMk cId="776728922" sldId="305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3:57.808" v="963" actId="123"/>
          <ac:spMkLst>
            <pc:docMk/>
            <pc:sldMk cId="776728922" sldId="305"/>
            <ac:spMk id="4" creationId="{9CF5F437-D3CB-0B01-D41D-30EAAF90D04D}"/>
          </ac:spMkLst>
        </pc:spChg>
        <pc:spChg chg="mod">
          <ac:chgData name="Eduardo Lucas" userId="2c32288683b74354" providerId="LiveId" clId="{1FE41F23-CFA1-4028-80DD-3EE9404D6AF5}" dt="2023-04-19T18:54:05.626" v="965" actId="123"/>
          <ac:spMkLst>
            <pc:docMk/>
            <pc:sldMk cId="776728922" sldId="305"/>
            <ac:spMk id="6" creationId="{2F954214-E454-B8E7-7F25-782452515217}"/>
          </ac:spMkLst>
        </pc:spChg>
      </pc:sldChg>
      <pc:sldChg chg="delSp modSp add del mod">
        <pc:chgData name="Eduardo Lucas" userId="2c32288683b74354" providerId="LiveId" clId="{1FE41F23-CFA1-4028-80DD-3EE9404D6AF5}" dt="2023-04-19T19:20:49.849" v="1072" actId="47"/>
        <pc:sldMkLst>
          <pc:docMk/>
          <pc:sldMk cId="1183754001" sldId="306"/>
        </pc:sldMkLst>
        <pc:spChg chg="mod">
          <ac:chgData name="Eduardo Lucas" userId="2c32288683b74354" providerId="LiveId" clId="{1FE41F23-CFA1-4028-80DD-3EE9404D6AF5}" dt="2023-04-18T20:06:26.310" v="376" actId="20577"/>
          <ac:spMkLst>
            <pc:docMk/>
            <pc:sldMk cId="1183754001" sldId="306"/>
            <ac:spMk id="2" creationId="{71CA36E5-C16C-B323-9708-48E4D6D10865}"/>
          </ac:spMkLst>
        </pc:spChg>
        <pc:spChg chg="del">
          <ac:chgData name="Eduardo Lucas" userId="2c32288683b74354" providerId="LiveId" clId="{1FE41F23-CFA1-4028-80DD-3EE9404D6AF5}" dt="2023-04-18T20:07:12.700" v="383" actId="478"/>
          <ac:spMkLst>
            <pc:docMk/>
            <pc:sldMk cId="1183754001" sldId="306"/>
            <ac:spMk id="3" creationId="{0434161D-EAAE-FF5F-5FD9-8AAF5143C36B}"/>
          </ac:spMkLst>
        </pc:spChg>
        <pc:spChg chg="mod">
          <ac:chgData name="Eduardo Lucas" userId="2c32288683b74354" providerId="LiveId" clId="{1FE41F23-CFA1-4028-80DD-3EE9404D6AF5}" dt="2023-04-19T18:54:15.531" v="966" actId="123"/>
          <ac:spMkLst>
            <pc:docMk/>
            <pc:sldMk cId="1183754001" sldId="306"/>
            <ac:spMk id="4" creationId="{9CF5F437-D3CB-0B01-D41D-30EAAF90D04D}"/>
          </ac:spMkLst>
        </pc:spChg>
        <pc:spChg chg="del mod">
          <ac:chgData name="Eduardo Lucas" userId="2c32288683b74354" providerId="LiveId" clId="{1FE41F23-CFA1-4028-80DD-3EE9404D6AF5}" dt="2023-04-18T20:07:21.530" v="384" actId="478"/>
          <ac:spMkLst>
            <pc:docMk/>
            <pc:sldMk cId="1183754001" sldId="306"/>
            <ac:spMk id="5" creationId="{E1707ACB-64EA-DA73-9236-BCBB7FF756E6}"/>
          </ac:spMkLst>
        </pc:spChg>
        <pc:spChg chg="del mod">
          <ac:chgData name="Eduardo Lucas" userId="2c32288683b74354" providerId="LiveId" clId="{1FE41F23-CFA1-4028-80DD-3EE9404D6AF5}" dt="2023-04-18T20:07:23.130" v="385" actId="478"/>
          <ac:spMkLst>
            <pc:docMk/>
            <pc:sldMk cId="1183754001" sldId="306"/>
            <ac:spMk id="6" creationId="{2F954214-E454-B8E7-7F25-782452515217}"/>
          </ac:spMkLst>
        </pc:spChg>
      </pc:sldChg>
      <pc:sldChg chg="addSp modSp add del mod">
        <pc:chgData name="Eduardo Lucas" userId="2c32288683b74354" providerId="LiveId" clId="{1FE41F23-CFA1-4028-80DD-3EE9404D6AF5}" dt="2023-04-19T19:20:49.875" v="1073" actId="47"/>
        <pc:sldMkLst>
          <pc:docMk/>
          <pc:sldMk cId="1191388724" sldId="307"/>
        </pc:sldMkLst>
        <pc:spChg chg="add mod">
          <ac:chgData name="Eduardo Lucas" userId="2c32288683b74354" providerId="LiveId" clId="{1FE41F23-CFA1-4028-80DD-3EE9404D6AF5}" dt="2023-04-18T20:08:46.076" v="395" actId="14100"/>
          <ac:spMkLst>
            <pc:docMk/>
            <pc:sldMk cId="1191388724" sldId="307"/>
            <ac:spMk id="3" creationId="{0C35352A-C2ED-382A-1B55-9988FC95AAFA}"/>
          </ac:spMkLst>
        </pc:spChg>
        <pc:spChg chg="mod">
          <ac:chgData name="Eduardo Lucas" userId="2c32288683b74354" providerId="LiveId" clId="{1FE41F23-CFA1-4028-80DD-3EE9404D6AF5}" dt="2023-04-19T18:54:21.210" v="967" actId="123"/>
          <ac:spMkLst>
            <pc:docMk/>
            <pc:sldMk cId="1191388724" sldId="307"/>
            <ac:spMk id="4" creationId="{9CF5F437-D3CB-0B01-D41D-30EAAF90D04D}"/>
          </ac:spMkLst>
        </pc:spChg>
        <pc:spChg chg="add mod">
          <ac:chgData name="Eduardo Lucas" userId="2c32288683b74354" providerId="LiveId" clId="{1FE41F23-CFA1-4028-80DD-3EE9404D6AF5}" dt="2023-04-19T18:54:25.249" v="968" actId="123"/>
          <ac:spMkLst>
            <pc:docMk/>
            <pc:sldMk cId="1191388724" sldId="307"/>
            <ac:spMk id="5" creationId="{AAF479EB-CE02-C92C-88CE-964192C9F348}"/>
          </ac:spMkLst>
        </pc:spChg>
      </pc:sldChg>
      <pc:sldChg chg="add del">
        <pc:chgData name="Eduardo Lucas" userId="2c32288683b74354" providerId="LiveId" clId="{1FE41F23-CFA1-4028-80DD-3EE9404D6AF5}" dt="2023-04-19T18:54:39.587" v="969" actId="47"/>
        <pc:sldMkLst>
          <pc:docMk/>
          <pc:sldMk cId="4240048940" sldId="308"/>
        </pc:sldMkLst>
      </pc:sldChg>
      <pc:sldChg chg="addSp delSp modSp add del mod">
        <pc:chgData name="Eduardo Lucas" userId="2c32288683b74354" providerId="LiveId" clId="{1FE41F23-CFA1-4028-80DD-3EE9404D6AF5}" dt="2023-04-19T19:20:49.911" v="1074" actId="47"/>
        <pc:sldMkLst>
          <pc:docMk/>
          <pc:sldMk cId="2787946113" sldId="309"/>
        </pc:sldMkLst>
        <pc:spChg chg="del">
          <ac:chgData name="Eduardo Lucas" userId="2c32288683b74354" providerId="LiveId" clId="{1FE41F23-CFA1-4028-80DD-3EE9404D6AF5}" dt="2023-04-18T20:10:59.730" v="409" actId="478"/>
          <ac:spMkLst>
            <pc:docMk/>
            <pc:sldMk cId="2787946113" sldId="309"/>
            <ac:spMk id="3" creationId="{0C35352A-C2ED-382A-1B55-9988FC95AAFA}"/>
          </ac:spMkLst>
        </pc:spChg>
        <pc:spChg chg="del">
          <ac:chgData name="Eduardo Lucas" userId="2c32288683b74354" providerId="LiveId" clId="{1FE41F23-CFA1-4028-80DD-3EE9404D6AF5}" dt="2023-04-18T20:10:58.405" v="408" actId="478"/>
          <ac:spMkLst>
            <pc:docMk/>
            <pc:sldMk cId="2787946113" sldId="309"/>
            <ac:spMk id="4" creationId="{9CF5F437-D3CB-0B01-D41D-30EAAF90D04D}"/>
          </ac:spMkLst>
        </pc:spChg>
        <pc:spChg chg="del">
          <ac:chgData name="Eduardo Lucas" userId="2c32288683b74354" providerId="LiveId" clId="{1FE41F23-CFA1-4028-80DD-3EE9404D6AF5}" dt="2023-04-18T20:11:01.704" v="410" actId="478"/>
          <ac:spMkLst>
            <pc:docMk/>
            <pc:sldMk cId="2787946113" sldId="309"/>
            <ac:spMk id="5" creationId="{AAF479EB-CE02-C92C-88CE-964192C9F348}"/>
          </ac:spMkLst>
        </pc:spChg>
        <pc:picChg chg="add mod">
          <ac:chgData name="Eduardo Lucas" userId="2c32288683b74354" providerId="LiveId" clId="{1FE41F23-CFA1-4028-80DD-3EE9404D6AF5}" dt="2023-04-18T20:12:22.475" v="424" actId="1076"/>
          <ac:picMkLst>
            <pc:docMk/>
            <pc:sldMk cId="2787946113" sldId="309"/>
            <ac:picMk id="7" creationId="{554CC1AE-B025-373C-C9A8-F522076682A0}"/>
          </ac:picMkLst>
        </pc:picChg>
        <pc:picChg chg="add mod">
          <ac:chgData name="Eduardo Lucas" userId="2c32288683b74354" providerId="LiveId" clId="{1FE41F23-CFA1-4028-80DD-3EE9404D6AF5}" dt="2023-04-18T20:12:45.555" v="427" actId="1076"/>
          <ac:picMkLst>
            <pc:docMk/>
            <pc:sldMk cId="2787946113" sldId="309"/>
            <ac:picMk id="9" creationId="{80062EA9-82B7-1AB0-667B-FF2F92351824}"/>
          </ac:picMkLst>
        </pc:picChg>
        <pc:picChg chg="add mod">
          <ac:chgData name="Eduardo Lucas" userId="2c32288683b74354" providerId="LiveId" clId="{1FE41F23-CFA1-4028-80DD-3EE9404D6AF5}" dt="2023-04-18T20:13:18.343" v="432" actId="14100"/>
          <ac:picMkLst>
            <pc:docMk/>
            <pc:sldMk cId="2787946113" sldId="309"/>
            <ac:picMk id="11" creationId="{643CCC88-9425-99A8-4035-B740577AD113}"/>
          </ac:picMkLst>
        </pc:picChg>
        <pc:picChg chg="add mod">
          <ac:chgData name="Eduardo Lucas" userId="2c32288683b74354" providerId="LiveId" clId="{1FE41F23-CFA1-4028-80DD-3EE9404D6AF5}" dt="2023-04-18T20:13:49.088" v="437" actId="1076"/>
          <ac:picMkLst>
            <pc:docMk/>
            <pc:sldMk cId="2787946113" sldId="309"/>
            <ac:picMk id="13" creationId="{F1B79019-06D9-A8A0-B887-65DD39BB526C}"/>
          </ac:picMkLst>
        </pc:picChg>
      </pc:sldChg>
      <pc:sldChg chg="addSp delSp modSp add del mod">
        <pc:chgData name="Eduardo Lucas" userId="2c32288683b74354" providerId="LiveId" clId="{1FE41F23-CFA1-4028-80DD-3EE9404D6AF5}" dt="2023-04-19T19:20:49.962" v="1075" actId="47"/>
        <pc:sldMkLst>
          <pc:docMk/>
          <pc:sldMk cId="544664387" sldId="310"/>
        </pc:sldMkLst>
        <pc:spChg chg="mod">
          <ac:chgData name="Eduardo Lucas" userId="2c32288683b74354" providerId="LiveId" clId="{1FE41F23-CFA1-4028-80DD-3EE9404D6AF5}" dt="2023-04-18T20:15:06.395" v="450" actId="255"/>
          <ac:spMkLst>
            <pc:docMk/>
            <pc:sldMk cId="544664387" sldId="310"/>
            <ac:spMk id="2" creationId="{71CA36E5-C16C-B323-9708-48E4D6D10865}"/>
          </ac:spMkLst>
        </pc:spChg>
        <pc:spChg chg="add mod">
          <ac:chgData name="Eduardo Lucas" userId="2c32288683b74354" providerId="LiveId" clId="{1FE41F23-CFA1-4028-80DD-3EE9404D6AF5}" dt="2023-04-19T18:54:46.899" v="970" actId="123"/>
          <ac:spMkLst>
            <pc:docMk/>
            <pc:sldMk cId="544664387" sldId="310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8:26:56.233" v="609" actId="6549"/>
          <ac:spMkLst>
            <pc:docMk/>
            <pc:sldMk cId="544664387" sldId="310"/>
            <ac:spMk id="4" creationId="{A4163BFB-3ED8-287F-64E6-8F2D61B700D9}"/>
          </ac:spMkLst>
        </pc:spChg>
        <pc:spChg chg="add mod">
          <ac:chgData name="Eduardo Lucas" userId="2c32288683b74354" providerId="LiveId" clId="{1FE41F23-CFA1-4028-80DD-3EE9404D6AF5}" dt="2023-04-19T18:24:17.689" v="581" actId="14100"/>
          <ac:spMkLst>
            <pc:docMk/>
            <pc:sldMk cId="544664387" sldId="310"/>
            <ac:spMk id="5" creationId="{23B0ED9F-5A13-859A-0802-DCB42A19F788}"/>
          </ac:spMkLst>
        </pc:spChg>
        <pc:spChg chg="add mod">
          <ac:chgData name="Eduardo Lucas" userId="2c32288683b74354" providerId="LiveId" clId="{1FE41F23-CFA1-4028-80DD-3EE9404D6AF5}" dt="2023-04-19T18:54:52.815" v="971" actId="123"/>
          <ac:spMkLst>
            <pc:docMk/>
            <pc:sldMk cId="544664387" sldId="310"/>
            <ac:spMk id="7" creationId="{626D8973-5465-C262-8D18-A7712C49F654}"/>
          </ac:spMkLst>
        </pc:spChg>
        <pc:picChg chg="del">
          <ac:chgData name="Eduardo Lucas" userId="2c32288683b74354" providerId="LiveId" clId="{1FE41F23-CFA1-4028-80DD-3EE9404D6AF5}" dt="2023-04-18T20:14:54.790" v="439" actId="478"/>
          <ac:picMkLst>
            <pc:docMk/>
            <pc:sldMk cId="544664387" sldId="310"/>
            <ac:picMk id="7" creationId="{554CC1AE-B025-373C-C9A8-F522076682A0}"/>
          </ac:picMkLst>
        </pc:picChg>
        <pc:picChg chg="del">
          <ac:chgData name="Eduardo Lucas" userId="2c32288683b74354" providerId="LiveId" clId="{1FE41F23-CFA1-4028-80DD-3EE9404D6AF5}" dt="2023-04-18T20:14:55.535" v="440" actId="478"/>
          <ac:picMkLst>
            <pc:docMk/>
            <pc:sldMk cId="544664387" sldId="310"/>
            <ac:picMk id="9" creationId="{80062EA9-82B7-1AB0-667B-FF2F92351824}"/>
          </ac:picMkLst>
        </pc:picChg>
        <pc:picChg chg="del">
          <ac:chgData name="Eduardo Lucas" userId="2c32288683b74354" providerId="LiveId" clId="{1FE41F23-CFA1-4028-80DD-3EE9404D6AF5}" dt="2023-04-18T20:14:56.990" v="442" actId="478"/>
          <ac:picMkLst>
            <pc:docMk/>
            <pc:sldMk cId="544664387" sldId="310"/>
            <ac:picMk id="11" creationId="{643CCC88-9425-99A8-4035-B740577AD113}"/>
          </ac:picMkLst>
        </pc:picChg>
        <pc:picChg chg="del">
          <ac:chgData name="Eduardo Lucas" userId="2c32288683b74354" providerId="LiveId" clId="{1FE41F23-CFA1-4028-80DD-3EE9404D6AF5}" dt="2023-04-18T20:14:56.241" v="441" actId="478"/>
          <ac:picMkLst>
            <pc:docMk/>
            <pc:sldMk cId="544664387" sldId="310"/>
            <ac:picMk id="13" creationId="{F1B79019-06D9-A8A0-B887-65DD39BB526C}"/>
          </ac:picMkLst>
        </pc:picChg>
      </pc:sldChg>
      <pc:sldChg chg="modSp add del mod">
        <pc:chgData name="Eduardo Lucas" userId="2c32288683b74354" providerId="LiveId" clId="{1FE41F23-CFA1-4028-80DD-3EE9404D6AF5}" dt="2023-04-19T19:20:49.999" v="1076" actId="47"/>
        <pc:sldMkLst>
          <pc:docMk/>
          <pc:sldMk cId="1508485781" sldId="311"/>
        </pc:sldMkLst>
        <pc:spChg chg="mod">
          <ac:chgData name="Eduardo Lucas" userId="2c32288683b74354" providerId="LiveId" clId="{1FE41F23-CFA1-4028-80DD-3EE9404D6AF5}" dt="2023-04-19T18:55:01.396" v="972" actId="123"/>
          <ac:spMkLst>
            <pc:docMk/>
            <pc:sldMk cId="1508485781" sldId="311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59.623" v="610" actId="6549"/>
          <ac:spMkLst>
            <pc:docMk/>
            <pc:sldMk cId="1508485781" sldId="311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4.567" v="973" actId="123"/>
          <ac:spMkLst>
            <pc:docMk/>
            <pc:sldMk cId="1508485781" sldId="311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049" v="1077" actId="47"/>
        <pc:sldMkLst>
          <pc:docMk/>
          <pc:sldMk cId="2680441711" sldId="312"/>
        </pc:sldMkLst>
        <pc:spChg chg="mod">
          <ac:chgData name="Eduardo Lucas" userId="2c32288683b74354" providerId="LiveId" clId="{1FE41F23-CFA1-4028-80DD-3EE9404D6AF5}" dt="2023-04-19T18:55:12.467" v="975" actId="123"/>
          <ac:spMkLst>
            <pc:docMk/>
            <pc:sldMk cId="2680441711" sldId="312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8:26:46.483" v="608" actId="207"/>
          <ac:spMkLst>
            <pc:docMk/>
            <pc:sldMk cId="2680441711" sldId="312"/>
            <ac:spMk id="4" creationId="{A4163BFB-3ED8-287F-64E6-8F2D61B700D9}"/>
          </ac:spMkLst>
        </pc:spChg>
        <pc:spChg chg="mod">
          <ac:chgData name="Eduardo Lucas" userId="2c32288683b74354" providerId="LiveId" clId="{1FE41F23-CFA1-4028-80DD-3EE9404D6AF5}" dt="2023-04-19T18:55:09.411" v="974" actId="123"/>
          <ac:spMkLst>
            <pc:docMk/>
            <pc:sldMk cId="2680441711" sldId="312"/>
            <ac:spMk id="7" creationId="{626D8973-5465-C262-8D18-A7712C49F654}"/>
          </ac:spMkLst>
        </pc:spChg>
      </pc:sldChg>
      <pc:sldChg chg="delSp modSp add del mod">
        <pc:chgData name="Eduardo Lucas" userId="2c32288683b74354" providerId="LiveId" clId="{1FE41F23-CFA1-4028-80DD-3EE9404D6AF5}" dt="2023-04-19T19:20:50.082" v="1078" actId="47"/>
        <pc:sldMkLst>
          <pc:docMk/>
          <pc:sldMk cId="2620891743" sldId="313"/>
        </pc:sldMkLst>
        <pc:spChg chg="mod">
          <ac:chgData name="Eduardo Lucas" userId="2c32288683b74354" providerId="LiveId" clId="{1FE41F23-CFA1-4028-80DD-3EE9404D6AF5}" dt="2023-04-19T18:27:57.627" v="635" actId="6549"/>
          <ac:spMkLst>
            <pc:docMk/>
            <pc:sldMk cId="2620891743" sldId="313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17.320" v="976" actId="123"/>
          <ac:spMkLst>
            <pc:docMk/>
            <pc:sldMk cId="2620891743" sldId="313"/>
            <ac:spMk id="3" creationId="{F6A3DBA9-F4E1-E92C-8F06-7B66EB1F0704}"/>
          </ac:spMkLst>
        </pc:spChg>
        <pc:spChg chg="del mod">
          <ac:chgData name="Eduardo Lucas" userId="2c32288683b74354" providerId="LiveId" clId="{1FE41F23-CFA1-4028-80DD-3EE9404D6AF5}" dt="2023-04-19T18:28:40.139" v="642" actId="478"/>
          <ac:spMkLst>
            <pc:docMk/>
            <pc:sldMk cId="2620891743" sldId="313"/>
            <ac:spMk id="4" creationId="{A4163BFB-3ED8-287F-64E6-8F2D61B700D9}"/>
          </ac:spMkLst>
        </pc:spChg>
        <pc:spChg chg="del">
          <ac:chgData name="Eduardo Lucas" userId="2c32288683b74354" providerId="LiveId" clId="{1FE41F23-CFA1-4028-80DD-3EE9404D6AF5}" dt="2023-04-19T18:28:23.422" v="637" actId="478"/>
          <ac:spMkLst>
            <pc:docMk/>
            <pc:sldMk cId="2620891743" sldId="313"/>
            <ac:spMk id="5" creationId="{23B0ED9F-5A13-859A-0802-DCB42A19F788}"/>
          </ac:spMkLst>
        </pc:spChg>
        <pc:spChg chg="del">
          <ac:chgData name="Eduardo Lucas" userId="2c32288683b74354" providerId="LiveId" clId="{1FE41F23-CFA1-4028-80DD-3EE9404D6AF5}" dt="2023-04-19T18:28:52.659" v="644" actId="478"/>
          <ac:spMkLst>
            <pc:docMk/>
            <pc:sldMk cId="2620891743" sldId="313"/>
            <ac:spMk id="7" creationId="{626D8973-5465-C262-8D18-A7712C49F654}"/>
          </ac:spMkLst>
        </pc:spChg>
      </pc:sldChg>
      <pc:sldChg chg="modSp add del mod">
        <pc:chgData name="Eduardo Lucas" userId="2c32288683b74354" providerId="LiveId" clId="{1FE41F23-CFA1-4028-80DD-3EE9404D6AF5}" dt="2023-04-19T19:20:50.115" v="1079" actId="47"/>
        <pc:sldMkLst>
          <pc:docMk/>
          <pc:sldMk cId="1447131806" sldId="314"/>
        </pc:sldMkLst>
        <pc:spChg chg="mod">
          <ac:chgData name="Eduardo Lucas" userId="2c32288683b74354" providerId="LiveId" clId="{1FE41F23-CFA1-4028-80DD-3EE9404D6AF5}" dt="2023-04-19T18:34:16.941" v="846" actId="255"/>
          <ac:spMkLst>
            <pc:docMk/>
            <pc:sldMk cId="1447131806" sldId="314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8:55:22.704" v="977" actId="123"/>
          <ac:spMkLst>
            <pc:docMk/>
            <pc:sldMk cId="1447131806" sldId="314"/>
            <ac:spMk id="3" creationId="{F6A3DBA9-F4E1-E92C-8F06-7B66EB1F0704}"/>
          </ac:spMkLst>
        </pc:spChg>
      </pc:sldChg>
      <pc:sldChg chg="addSp delSp modSp add del mod">
        <pc:chgData name="Eduardo Lucas" userId="2c32288683b74354" providerId="LiveId" clId="{1FE41F23-CFA1-4028-80DD-3EE9404D6AF5}" dt="2023-04-19T19:20:51.443" v="1080" actId="47"/>
        <pc:sldMkLst>
          <pc:docMk/>
          <pc:sldMk cId="182788559" sldId="315"/>
        </pc:sldMkLst>
        <pc:spChg chg="mod">
          <ac:chgData name="Eduardo Lucas" userId="2c32288683b74354" providerId="LiveId" clId="{1FE41F23-CFA1-4028-80DD-3EE9404D6AF5}" dt="2023-04-19T18:50:52.167" v="923" actId="20577"/>
          <ac:spMkLst>
            <pc:docMk/>
            <pc:sldMk cId="182788559" sldId="315"/>
            <ac:spMk id="2" creationId="{71CA36E5-C16C-B323-9708-48E4D6D10865}"/>
          </ac:spMkLst>
        </pc:spChg>
        <pc:spChg chg="mod">
          <ac:chgData name="Eduardo Lucas" userId="2c32288683b74354" providerId="LiveId" clId="{1FE41F23-CFA1-4028-80DD-3EE9404D6AF5}" dt="2023-04-19T19:00:12.531" v="1040" actId="6549"/>
          <ac:spMkLst>
            <pc:docMk/>
            <pc:sldMk cId="182788559" sldId="315"/>
            <ac:spMk id="3" creationId="{F6A3DBA9-F4E1-E92C-8F06-7B66EB1F0704}"/>
          </ac:spMkLst>
        </pc:spChg>
        <pc:spChg chg="add del mod">
          <ac:chgData name="Eduardo Lucas" userId="2c32288683b74354" providerId="LiveId" clId="{1FE41F23-CFA1-4028-80DD-3EE9404D6AF5}" dt="2023-04-19T19:00:09.571" v="1039" actId="478"/>
          <ac:spMkLst>
            <pc:docMk/>
            <pc:sldMk cId="182788559" sldId="315"/>
            <ac:spMk id="4" creationId="{A905C2CE-10D9-C293-4FAC-C0DB99DBADB5}"/>
          </ac:spMkLst>
        </pc:spChg>
      </pc:sldChg>
      <pc:sldChg chg="modSp add del mod">
        <pc:chgData name="Eduardo Lucas" userId="2c32288683b74354" providerId="LiveId" clId="{1FE41F23-CFA1-4028-80DD-3EE9404D6AF5}" dt="2023-04-19T19:00:38.432" v="1045" actId="47"/>
        <pc:sldMkLst>
          <pc:docMk/>
          <pc:sldMk cId="108737621" sldId="316"/>
        </pc:sldMkLst>
        <pc:spChg chg="mod">
          <ac:chgData name="Eduardo Lucas" userId="2c32288683b74354" providerId="LiveId" clId="{1FE41F23-CFA1-4028-80DD-3EE9404D6AF5}" dt="2023-04-19T18:59:55.850" v="1037" actId="20577"/>
          <ac:spMkLst>
            <pc:docMk/>
            <pc:sldMk cId="108737621" sldId="316"/>
            <ac:spMk id="3" creationId="{F6A3DBA9-F4E1-E92C-8F06-7B66EB1F0704}"/>
          </ac:spMkLst>
        </pc:spChg>
        <pc:spChg chg="mod">
          <ac:chgData name="Eduardo Lucas" userId="2c32288683b74354" providerId="LiveId" clId="{1FE41F23-CFA1-4028-80DD-3EE9404D6AF5}" dt="2023-04-19T19:00:01.374" v="1038" actId="1076"/>
          <ac:spMkLst>
            <pc:docMk/>
            <pc:sldMk cId="108737621" sldId="316"/>
            <ac:spMk id="4" creationId="{A905C2CE-10D9-C293-4FAC-C0DB99DBADB5}"/>
          </ac:spMkLst>
        </pc:spChg>
      </pc:sldChg>
      <pc:sldChg chg="addSp delSp modSp add del mod">
        <pc:chgData name="Eduardo Lucas" userId="2c32288683b74354" providerId="LiveId" clId="{1FE41F23-CFA1-4028-80DD-3EE9404D6AF5}" dt="2023-04-19T19:20:52.112" v="1081" actId="47"/>
        <pc:sldMkLst>
          <pc:docMk/>
          <pc:sldMk cId="1206597472" sldId="317"/>
        </pc:sldMkLst>
        <pc:spChg chg="del">
          <ac:chgData name="Eduardo Lucas" userId="2c32288683b74354" providerId="LiveId" clId="{1FE41F23-CFA1-4028-80DD-3EE9404D6AF5}" dt="2023-04-19T19:00:26.609" v="1042" actId="478"/>
          <ac:spMkLst>
            <pc:docMk/>
            <pc:sldMk cId="1206597472" sldId="317"/>
            <ac:spMk id="3" creationId="{F6A3DBA9-F4E1-E92C-8F06-7B66EB1F0704}"/>
          </ac:spMkLst>
        </pc:spChg>
        <pc:spChg chg="add mod">
          <ac:chgData name="Eduardo Lucas" userId="2c32288683b74354" providerId="LiveId" clId="{1FE41F23-CFA1-4028-80DD-3EE9404D6AF5}" dt="2023-04-19T19:01:30.742" v="1053" actId="6549"/>
          <ac:spMkLst>
            <pc:docMk/>
            <pc:sldMk cId="1206597472" sldId="317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163" v="1082" actId="47"/>
        <pc:sldMkLst>
          <pc:docMk/>
          <pc:sldMk cId="2429376543" sldId="318"/>
        </pc:sldMkLst>
        <pc:spChg chg="mod">
          <ac:chgData name="Eduardo Lucas" userId="2c32288683b74354" providerId="LiveId" clId="{1FE41F23-CFA1-4028-80DD-3EE9404D6AF5}" dt="2023-04-19T19:01:34.542" v="1054" actId="6549"/>
          <ac:spMkLst>
            <pc:docMk/>
            <pc:sldMk cId="2429376543" sldId="318"/>
            <ac:spMk id="4" creationId="{74D9F06A-9EE8-D7B1-9C7D-4848A0E4710A}"/>
          </ac:spMkLst>
        </pc:spChg>
      </pc:sldChg>
      <pc:sldChg chg="modSp add del mod">
        <pc:chgData name="Eduardo Lucas" userId="2c32288683b74354" providerId="LiveId" clId="{1FE41F23-CFA1-4028-80DD-3EE9404D6AF5}" dt="2023-04-19T19:20:52.266" v="1084" actId="47"/>
        <pc:sldMkLst>
          <pc:docMk/>
          <pc:sldMk cId="309887061" sldId="319"/>
        </pc:sldMkLst>
        <pc:spChg chg="mod">
          <ac:chgData name="Eduardo Lucas" userId="2c32288683b74354" providerId="LiveId" clId="{1FE41F23-CFA1-4028-80DD-3EE9404D6AF5}" dt="2023-04-19T19:01:44.841" v="1056" actId="6549"/>
          <ac:spMkLst>
            <pc:docMk/>
            <pc:sldMk cId="309887061" sldId="319"/>
            <ac:spMk id="4" creationId="{74D9F06A-9EE8-D7B1-9C7D-4848A0E4710A}"/>
          </ac:spMkLst>
        </pc:spChg>
      </pc:sldChg>
      <pc:sldChg chg="add del">
        <pc:chgData name="Eduardo Lucas" userId="2c32288683b74354" providerId="LiveId" clId="{1FE41F23-CFA1-4028-80DD-3EE9404D6AF5}" dt="2023-04-19T19:20:52.276" v="1085" actId="47"/>
        <pc:sldMkLst>
          <pc:docMk/>
          <pc:sldMk cId="1851760593" sldId="320"/>
        </pc:sldMkLst>
      </pc:sldChg>
      <pc:sldChg chg="modSp add del mod">
        <pc:chgData name="Eduardo Lucas" userId="2c32288683b74354" providerId="LiveId" clId="{1FE41F23-CFA1-4028-80DD-3EE9404D6AF5}" dt="2023-04-19T19:20:52.209" v="1083" actId="47"/>
        <pc:sldMkLst>
          <pc:docMk/>
          <pc:sldMk cId="443557454" sldId="321"/>
        </pc:sldMkLst>
        <pc:spChg chg="mod">
          <ac:chgData name="Eduardo Lucas" userId="2c32288683b74354" providerId="LiveId" clId="{1FE41F23-CFA1-4028-80DD-3EE9404D6AF5}" dt="2023-04-19T19:01:39.938" v="1055" actId="6549"/>
          <ac:spMkLst>
            <pc:docMk/>
            <pc:sldMk cId="443557454" sldId="321"/>
            <ac:spMk id="4" creationId="{74D9F06A-9EE8-D7B1-9C7D-4848A0E4710A}"/>
          </ac:spMkLst>
        </pc:spChg>
      </pc:sldChg>
      <pc:sldChg chg="addSp delSp modSp add del mod">
        <pc:chgData name="Eduardo Lucas" userId="2c32288683b74354" providerId="LiveId" clId="{1FE41F23-CFA1-4028-80DD-3EE9404D6AF5}" dt="2023-04-19T19:20:52.319" v="1086" actId="47"/>
        <pc:sldMkLst>
          <pc:docMk/>
          <pc:sldMk cId="3109194255" sldId="322"/>
        </pc:sldMkLst>
        <pc:spChg chg="del">
          <ac:chgData name="Eduardo Lucas" userId="2c32288683b74354" providerId="LiveId" clId="{1FE41F23-CFA1-4028-80DD-3EE9404D6AF5}" dt="2023-04-19T19:03:54.024" v="1058" actId="478"/>
          <ac:spMkLst>
            <pc:docMk/>
            <pc:sldMk cId="3109194255" sldId="322"/>
            <ac:spMk id="4" creationId="{74D9F06A-9EE8-D7B1-9C7D-4848A0E4710A}"/>
          </ac:spMkLst>
        </pc:spChg>
        <pc:picChg chg="add mod">
          <ac:chgData name="Eduardo Lucas" userId="2c32288683b74354" providerId="LiveId" clId="{1FE41F23-CFA1-4028-80DD-3EE9404D6AF5}" dt="2023-04-19T19:04:18.358" v="1061" actId="1076"/>
          <ac:picMkLst>
            <pc:docMk/>
            <pc:sldMk cId="3109194255" sldId="322"/>
            <ac:picMk id="5" creationId="{68381A73-6753-5F0B-31A5-2341A3F7E1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59F53-A1BF-4BAE-9815-26B9CE584B04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96F6B-C777-407C-BE9E-EAC56A524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1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220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059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099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612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981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61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09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808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049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487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821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663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598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96F6B-C777-407C-BE9E-EAC56A524583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660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133F-601C-FDA5-508C-1224EB4DE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2C7E9F-8C8C-1139-3651-8CBF6A71F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C6A17-F52B-3906-EA9D-95030CE6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C59A24-A78C-5A65-7AF1-9448859F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FB4DB-29A5-4D57-3A86-0C6805F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F5501283-E922-BA19-4397-00A09BE165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865" y="1644"/>
            <a:ext cx="2183903" cy="5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6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704CE-5F95-0874-834E-7CE54976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3D567-D0AB-F0AB-BE7A-352F3B37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1B462D-0EFB-99A1-05B0-29E2EEFD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715FD9-27E0-EE39-5333-DDB4295D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22FB83-4611-D193-1525-28E0DC689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57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3F66-CE78-81C4-F734-AD676272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D425EE-1A15-BD76-BB7B-F81DD50BE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E74B5E-D8DA-65C6-C2B3-A326AFE9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2F16-1A3A-4447-9A56-4E229A5B8700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BE078-1C7C-7BC0-8FD3-BD5752A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FF9430-AF46-B6F5-BA5E-21D71393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965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0CC422B-334E-E536-CAC1-1908389790CA}"/>
              </a:ext>
            </a:extLst>
          </p:cNvPr>
          <p:cNvSpPr/>
          <p:nvPr userDrawn="1"/>
        </p:nvSpPr>
        <p:spPr>
          <a:xfrm>
            <a:off x="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629BD0-168B-849B-4048-10BCFFF8F4E6}"/>
              </a:ext>
            </a:extLst>
          </p:cNvPr>
          <p:cNvSpPr/>
          <p:nvPr userDrawn="1"/>
        </p:nvSpPr>
        <p:spPr>
          <a:xfrm>
            <a:off x="12169140" y="0"/>
            <a:ext cx="45719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6394EE-8753-94B4-E695-DFAC4B1C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FBA014-BE8C-0AEF-8819-4D41D7A0A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2E27C-CCBB-1A53-1CE6-BA3714584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22F16-1A3A-4447-9A56-4E229A5B8700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2E228-D68E-A8A8-A569-C752EAB9E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0C146B-59D6-DB6D-077E-6BD075992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E8F3-660D-41FF-BC86-02539EEEEAE8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56FF8C-FA21-4ED7-CD93-A7EE5296C973}"/>
              </a:ext>
            </a:extLst>
          </p:cNvPr>
          <p:cNvSpPr/>
          <p:nvPr userDrawn="1"/>
        </p:nvSpPr>
        <p:spPr>
          <a:xfrm>
            <a:off x="0" y="0"/>
            <a:ext cx="12192000" cy="54868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b="1" dirty="0">
                <a:solidFill>
                  <a:schemeClr val="bg1"/>
                </a:solidFill>
              </a:rPr>
              <a:t>MODELAGEM DE DADOS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685526-A840-7DF2-EDC6-F386C55FA4F7}"/>
              </a:ext>
            </a:extLst>
          </p:cNvPr>
          <p:cNvSpPr/>
          <p:nvPr userDrawn="1"/>
        </p:nvSpPr>
        <p:spPr>
          <a:xfrm rot="5400000">
            <a:off x="6091820" y="711620"/>
            <a:ext cx="45719" cy="1220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51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147C5AD-AE12-9C94-AB6A-5B550021EC60}"/>
              </a:ext>
            </a:extLst>
          </p:cNvPr>
          <p:cNvSpPr txBox="1"/>
          <p:nvPr/>
        </p:nvSpPr>
        <p:spPr>
          <a:xfrm>
            <a:off x="407368" y="2090172"/>
            <a:ext cx="1137726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400" b="1" dirty="0">
                <a:solidFill>
                  <a:schemeClr val="accent2">
                    <a:lumMod val="50000"/>
                  </a:schemeClr>
                </a:solidFill>
              </a:rPr>
              <a:t>MODELAGEM DE DADOS</a:t>
            </a:r>
          </a:p>
          <a:p>
            <a:pPr algn="ctr"/>
            <a:r>
              <a:rPr lang="pt-BR" sz="2900" b="1" dirty="0">
                <a:solidFill>
                  <a:schemeClr val="accent2">
                    <a:lumMod val="50000"/>
                  </a:schemeClr>
                </a:solidFill>
              </a:rPr>
              <a:t>TRANSFORMAÇÃO 3FN E 4FN</a:t>
            </a:r>
          </a:p>
        </p:txBody>
      </p:sp>
    </p:spTree>
    <p:extLst>
      <p:ext uri="{BB962C8B-B14F-4D97-AF65-F5344CB8AC3E}">
        <p14:creationId xmlns:p14="http://schemas.microsoft.com/office/powerpoint/2010/main" val="361173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C3AE15F-6FA6-05B5-BA4B-C8B6CFB0D42F}"/>
              </a:ext>
            </a:extLst>
          </p:cNvPr>
          <p:cNvSpPr/>
          <p:nvPr/>
        </p:nvSpPr>
        <p:spPr>
          <a:xfrm>
            <a:off x="299356" y="1773238"/>
            <a:ext cx="11593288" cy="4896122"/>
          </a:xfrm>
          <a:prstGeom prst="roundRect">
            <a:avLst>
              <a:gd name="adj" fmla="val 3060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80000" tIns="180000" rIns="180000" bIns="180000" rtlCol="0" anchor="t" anchorCtr="0"/>
          <a:lstStyle/>
          <a:p>
            <a:pPr algn="just"/>
            <a:endParaRPr lang="pt-BR" sz="2000" b="1" dirty="0">
              <a:solidFill>
                <a:srgbClr val="C00000"/>
              </a:solidFill>
            </a:endParaRPr>
          </a:p>
          <a:p>
            <a:pPr algn="just"/>
            <a:endParaRPr lang="pt-BR" b="1" dirty="0"/>
          </a:p>
          <a:p>
            <a:pPr algn="just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EF475D0-9711-9649-A15C-FF102649D811}"/>
              </a:ext>
            </a:extLst>
          </p:cNvPr>
          <p:cNvSpPr/>
          <p:nvPr/>
        </p:nvSpPr>
        <p:spPr>
          <a:xfrm>
            <a:off x="623392" y="2492896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1° FORMA NORMAL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975EAF6-C124-9341-A310-4080598D3996}"/>
              </a:ext>
            </a:extLst>
          </p:cNvPr>
          <p:cNvSpPr/>
          <p:nvPr/>
        </p:nvSpPr>
        <p:spPr>
          <a:xfrm>
            <a:off x="4511824" y="2492896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ATRIBUTO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0D080DB-2141-8395-D918-0CE8C1A9610A}"/>
              </a:ext>
            </a:extLst>
          </p:cNvPr>
          <p:cNvSpPr/>
          <p:nvPr/>
        </p:nvSpPr>
        <p:spPr>
          <a:xfrm>
            <a:off x="8472264" y="2492896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CLARO E PREVISIVEL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1117C59D-2DBA-21EB-26D9-D09CD0F71C2F}"/>
              </a:ext>
            </a:extLst>
          </p:cNvPr>
          <p:cNvSpPr/>
          <p:nvPr/>
        </p:nvSpPr>
        <p:spPr>
          <a:xfrm>
            <a:off x="623392" y="3861048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2° FORMA NORMAL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B1440A-0CC4-BDB2-92F5-FFF03AA47791}"/>
              </a:ext>
            </a:extLst>
          </p:cNvPr>
          <p:cNvSpPr/>
          <p:nvPr/>
        </p:nvSpPr>
        <p:spPr>
          <a:xfrm>
            <a:off x="4511824" y="3861048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ENTIDADE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01A86DA-4BEF-DA2D-199E-FE6A8665D00B}"/>
              </a:ext>
            </a:extLst>
          </p:cNvPr>
          <p:cNvSpPr/>
          <p:nvPr/>
        </p:nvSpPr>
        <p:spPr>
          <a:xfrm>
            <a:off x="8472264" y="3861048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CLARO E PREVISIVEL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6BB2555-D083-1441-7CA4-4C3FEC67DF7C}"/>
              </a:ext>
            </a:extLst>
          </p:cNvPr>
          <p:cNvSpPr/>
          <p:nvPr/>
        </p:nvSpPr>
        <p:spPr>
          <a:xfrm>
            <a:off x="623392" y="5157192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3° FORMA NORMAL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56470FD-AF3C-CAD1-F58E-04B0C1972F53}"/>
              </a:ext>
            </a:extLst>
          </p:cNvPr>
          <p:cNvSpPr/>
          <p:nvPr/>
        </p:nvSpPr>
        <p:spPr>
          <a:xfrm>
            <a:off x="4511824" y="5157192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FB593C1-D3DE-F448-9A74-747D33F995F2}"/>
              </a:ext>
            </a:extLst>
          </p:cNvPr>
          <p:cNvSpPr/>
          <p:nvPr/>
        </p:nvSpPr>
        <p:spPr>
          <a:xfrm>
            <a:off x="8472264" y="5157192"/>
            <a:ext cx="2880320" cy="79208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A0E8189-2334-6C34-1424-4179CE54D6E4}"/>
              </a:ext>
            </a:extLst>
          </p:cNvPr>
          <p:cNvSpPr txBox="1"/>
          <p:nvPr/>
        </p:nvSpPr>
        <p:spPr>
          <a:xfrm>
            <a:off x="263352" y="764704"/>
            <a:ext cx="40559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RELEBRANDO 1FN E 2FN</a:t>
            </a:r>
          </a:p>
        </p:txBody>
      </p:sp>
    </p:spTree>
    <p:extLst>
      <p:ext uri="{BB962C8B-B14F-4D97-AF65-F5344CB8AC3E}">
        <p14:creationId xmlns:p14="http://schemas.microsoft.com/office/powerpoint/2010/main" val="291073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CARACTERISTICAS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B317A5-2E6F-2D78-9517-BD89491C1A2D}"/>
              </a:ext>
            </a:extLst>
          </p:cNvPr>
          <p:cNvSpPr txBox="1"/>
          <p:nvPr/>
        </p:nvSpPr>
        <p:spPr>
          <a:xfrm>
            <a:off x="407368" y="1750204"/>
            <a:ext cx="11161240" cy="198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Para uma tabela estar na 3° forma normal precisa estar na 2° forma normal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Os atributos devem depender somente da PK ( chave primaria)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100" dirty="0">
                <a:latin typeface="+mj-lt"/>
              </a:rPr>
              <a:t>Na 3° Forma Normal eliminamos campos que podem ser obtidos através da equação de outros campos</a:t>
            </a:r>
          </a:p>
        </p:txBody>
      </p:sp>
    </p:spTree>
    <p:extLst>
      <p:ext uri="{BB962C8B-B14F-4D97-AF65-F5344CB8AC3E}">
        <p14:creationId xmlns:p14="http://schemas.microsoft.com/office/powerpoint/2010/main" val="113654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C8EB765E-6272-B206-CF60-B9FD2299A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92986"/>
              </p:ext>
            </p:extLst>
          </p:nvPr>
        </p:nvGraphicFramePr>
        <p:xfrm>
          <a:off x="1400046" y="1916832"/>
          <a:ext cx="8424937" cy="22754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9054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21961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221961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2221961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</a:tblGrid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 </a:t>
                      </a:r>
                      <a:r>
                        <a:rPr lang="pt-BR" dirty="0" err="1"/>
                        <a:t>Nasc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16/03/2000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10/11/1970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33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C8EB765E-6272-B206-CF60-B9FD2299AC3C}"/>
              </a:ext>
            </a:extLst>
          </p:cNvPr>
          <p:cNvGraphicFramePr>
            <a:graphicFrameLocks noGrp="1"/>
          </p:cNvGraphicFramePr>
          <p:nvPr/>
        </p:nvGraphicFramePr>
        <p:xfrm>
          <a:off x="1400046" y="1916832"/>
          <a:ext cx="8424937" cy="22754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9054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21961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221961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2221961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</a:tblGrid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 </a:t>
                      </a:r>
                      <a:r>
                        <a:rPr lang="pt-BR" dirty="0" err="1"/>
                        <a:t>Nasc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16/03/2000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68862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10/11/1970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0137620-2FDA-C69F-5328-6FBAA6EBB244}"/>
              </a:ext>
            </a:extLst>
          </p:cNvPr>
          <p:cNvSpPr/>
          <p:nvPr/>
        </p:nvSpPr>
        <p:spPr>
          <a:xfrm>
            <a:off x="373932" y="4869160"/>
            <a:ext cx="10477164" cy="1080120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b="1" dirty="0">
                <a:solidFill>
                  <a:schemeClr val="dk1"/>
                </a:solidFill>
              </a:rPr>
              <a:t>Problemas</a:t>
            </a:r>
            <a:r>
              <a:rPr lang="pt-BR" sz="2100" dirty="0">
                <a:solidFill>
                  <a:schemeClr val="dk1"/>
                </a:solidFill>
              </a:rPr>
              <a:t>: </a:t>
            </a:r>
          </a:p>
          <a:p>
            <a:r>
              <a:rPr lang="pt-BR" sz="2100" dirty="0">
                <a:solidFill>
                  <a:schemeClr val="dk1"/>
                </a:solidFill>
              </a:rPr>
              <a:t>1°  - A idade depende de outro fator não declarado que é a data atual</a:t>
            </a:r>
          </a:p>
          <a:p>
            <a:r>
              <a:rPr lang="pt-BR" sz="2100" dirty="0"/>
              <a:t>2° - Nunca a idade deve ser digitada e sim calculada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94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EXEMPLO - SOLUÇÃO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9D921B8-DA11-CB98-7150-15179446A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17472"/>
              </p:ext>
            </p:extLst>
          </p:nvPr>
        </p:nvGraphicFramePr>
        <p:xfrm>
          <a:off x="1775520" y="1771734"/>
          <a:ext cx="8640960" cy="25922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04158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78934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278934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2278934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 </a:t>
                      </a:r>
                      <a:r>
                        <a:rPr lang="pt-BR" dirty="0" err="1"/>
                        <a:t>Nasc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16/03/2000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10/11/1970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59D933B-8761-337D-4F68-F9264F34184F}"/>
              </a:ext>
            </a:extLst>
          </p:cNvPr>
          <p:cNvSpPr/>
          <p:nvPr/>
        </p:nvSpPr>
        <p:spPr>
          <a:xfrm>
            <a:off x="373932" y="4869160"/>
            <a:ext cx="10477164" cy="1080120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b="1" dirty="0">
                <a:solidFill>
                  <a:schemeClr val="dk1"/>
                </a:solidFill>
              </a:rPr>
              <a:t>Problemas</a:t>
            </a:r>
            <a:r>
              <a:rPr lang="pt-BR" sz="2100" dirty="0">
                <a:solidFill>
                  <a:schemeClr val="dk1"/>
                </a:solidFill>
              </a:rPr>
              <a:t>: </a:t>
            </a:r>
          </a:p>
          <a:p>
            <a:r>
              <a:rPr lang="pt-BR" sz="2100" dirty="0">
                <a:solidFill>
                  <a:schemeClr val="dk1"/>
                </a:solidFill>
              </a:rPr>
              <a:t>1°  - A idade depende de outro fator não declarado que é a data atual</a:t>
            </a:r>
          </a:p>
          <a:p>
            <a:r>
              <a:rPr lang="pt-BR" sz="2100" dirty="0"/>
              <a:t>2° - Nunca a idade deve ser digitada e sim calculada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23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EXEMPLO - SOLUÇÃO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CA6E0CB-ADC1-0278-3120-7E940A50B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780258"/>
              </p:ext>
            </p:extLst>
          </p:nvPr>
        </p:nvGraphicFramePr>
        <p:xfrm>
          <a:off x="983432" y="1787626"/>
          <a:ext cx="8208911" cy="23511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3950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164987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164987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2164987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</a:tblGrid>
              <a:tr h="587787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 </a:t>
                      </a:r>
                      <a:r>
                        <a:rPr lang="pt-BR" dirty="0" err="1"/>
                        <a:t>Nasc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87787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87787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16/03/2000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87787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10/11/1970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3" name="Cruz 2">
            <a:extLst>
              <a:ext uri="{FF2B5EF4-FFF2-40B4-BE49-F238E27FC236}">
                <a16:creationId xmlns:a16="http://schemas.microsoft.com/office/drawing/2014/main" id="{A0FCD30F-B09C-4009-64EC-5D529AE96558}"/>
              </a:ext>
            </a:extLst>
          </p:cNvPr>
          <p:cNvSpPr/>
          <p:nvPr/>
        </p:nvSpPr>
        <p:spPr>
          <a:xfrm rot="2508810">
            <a:off x="7011963" y="2011082"/>
            <a:ext cx="2140827" cy="2214256"/>
          </a:xfrm>
          <a:prstGeom prst="plus">
            <a:avLst>
              <a:gd name="adj" fmla="val 43272"/>
            </a:avLst>
          </a:prstGeom>
          <a:solidFill>
            <a:srgbClr val="FF0000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31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1° EXEMPLO - SOLUÇÃO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1800219-01B0-E4C9-99E7-9F596319A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2467"/>
              </p:ext>
            </p:extLst>
          </p:nvPr>
        </p:nvGraphicFramePr>
        <p:xfrm>
          <a:off x="3071664" y="1799013"/>
          <a:ext cx="5760639" cy="23042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3615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06351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063512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Data </a:t>
                      </a:r>
                      <a:r>
                        <a:rPr lang="pt-BR" dirty="0" err="1"/>
                        <a:t>Nasc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20/09/2020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16/03/2000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10/11/1970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47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2° EXEMPLO</a:t>
            </a: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7CD7B0F1-236D-07DD-5247-37D654335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41329"/>
              </p:ext>
            </p:extLst>
          </p:nvPr>
        </p:nvGraphicFramePr>
        <p:xfrm>
          <a:off x="606674" y="1988840"/>
          <a:ext cx="10978652" cy="22322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925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363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033083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3049626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  <a:gridCol w="3049626">
                  <a:extLst>
                    <a:ext uri="{9D8B030D-6E8A-4147-A177-3AD203B41FA5}">
                      <a16:colId xmlns:a16="http://schemas.microsoft.com/office/drawing/2014/main" val="490634718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Margem Lucro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Preço venda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Arroz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93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2° EXEMPLO</a:t>
            </a: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7CD7B0F1-236D-07DD-5247-37D654335BCE}"/>
              </a:ext>
            </a:extLst>
          </p:cNvPr>
          <p:cNvGraphicFramePr>
            <a:graphicFrameLocks noGrp="1"/>
          </p:cNvGraphicFramePr>
          <p:nvPr/>
        </p:nvGraphicFramePr>
        <p:xfrm>
          <a:off x="606674" y="1988840"/>
          <a:ext cx="10978652" cy="22322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925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363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033083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3049626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  <a:gridCol w="3049626">
                  <a:extLst>
                    <a:ext uri="{9D8B030D-6E8A-4147-A177-3AD203B41FA5}">
                      <a16:colId xmlns:a16="http://schemas.microsoft.com/office/drawing/2014/main" val="490634718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Margem Lucro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Preço venda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Arroz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B03D1D9-BE77-1CC0-9FE5-CC040AE6E9FE}"/>
              </a:ext>
            </a:extLst>
          </p:cNvPr>
          <p:cNvSpPr/>
          <p:nvPr/>
        </p:nvSpPr>
        <p:spPr>
          <a:xfrm>
            <a:off x="479376" y="4941168"/>
            <a:ext cx="11105950" cy="1525235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b="1" dirty="0">
                <a:solidFill>
                  <a:schemeClr val="dk1"/>
                </a:solidFill>
              </a:rPr>
              <a:t>Problemas: </a:t>
            </a:r>
          </a:p>
          <a:p>
            <a:r>
              <a:rPr lang="pt-BR" sz="2100" dirty="0">
                <a:solidFill>
                  <a:schemeClr val="dk1"/>
                </a:solidFill>
              </a:rPr>
              <a:t>1° - Exemplo no caso do leite pode haver a solicitação para alterar o valor para R$4,00 e a conta passa a ser errada custo + margem de lucro criando-se uma inconsistência</a:t>
            </a:r>
          </a:p>
          <a:p>
            <a:r>
              <a:rPr lang="pt-BR" sz="2100" dirty="0">
                <a:solidFill>
                  <a:schemeClr val="dk1"/>
                </a:solidFill>
              </a:rPr>
              <a:t>2° - evitar dependência entre os atributos (exceto a chave primaria) </a:t>
            </a:r>
          </a:p>
        </p:txBody>
      </p:sp>
    </p:spTree>
    <p:extLst>
      <p:ext uri="{BB962C8B-B14F-4D97-AF65-F5344CB8AC3E}">
        <p14:creationId xmlns:p14="http://schemas.microsoft.com/office/powerpoint/2010/main" val="296620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2° 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573C7920-01A5-3D54-4DD2-125615DFD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53555"/>
              </p:ext>
            </p:extLst>
          </p:nvPr>
        </p:nvGraphicFramePr>
        <p:xfrm>
          <a:off x="263352" y="1773238"/>
          <a:ext cx="11321974" cy="23038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8999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306328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096661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3144993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  <a:gridCol w="3144993">
                  <a:extLst>
                    <a:ext uri="{9D8B030D-6E8A-4147-A177-3AD203B41FA5}">
                      <a16:colId xmlns:a16="http://schemas.microsoft.com/office/drawing/2014/main" val="490634718"/>
                    </a:ext>
                  </a:extLst>
                </a:gridCol>
              </a:tblGrid>
              <a:tr h="575959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Margem Lucro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Preço venda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75959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13,00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75959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3,90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75959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Arroz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bg1"/>
                          </a:solidFill>
                        </a:rPr>
                        <a:t>23,00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472D630-EED4-2A10-A4D9-93E963F1424A}"/>
              </a:ext>
            </a:extLst>
          </p:cNvPr>
          <p:cNvSpPr/>
          <p:nvPr/>
        </p:nvSpPr>
        <p:spPr>
          <a:xfrm>
            <a:off x="373932" y="4869160"/>
            <a:ext cx="10477164" cy="1584176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b="1" dirty="0">
                <a:solidFill>
                  <a:schemeClr val="dk1"/>
                </a:solidFill>
              </a:rPr>
              <a:t>Problemas</a:t>
            </a:r>
            <a:r>
              <a:rPr lang="pt-BR" sz="2100" dirty="0">
                <a:solidFill>
                  <a:schemeClr val="dk1"/>
                </a:solidFill>
              </a:rPr>
              <a:t>: </a:t>
            </a:r>
          </a:p>
          <a:p>
            <a:r>
              <a:rPr lang="pt-BR" sz="2100" dirty="0">
                <a:solidFill>
                  <a:schemeClr val="dk1"/>
                </a:solidFill>
              </a:rPr>
              <a:t>1°  - Assim como o exemplo anterior o preço de venda deve ser calculada</a:t>
            </a:r>
          </a:p>
          <a:p>
            <a:r>
              <a:rPr lang="pt-BR" sz="2100" dirty="0"/>
              <a:t>2° - O que pode ser feito também é definir o valor do preço de venda e calcula-se a margem de lucro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02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2° EXEMPLO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472D630-EED4-2A10-A4D9-93E963F1424A}"/>
              </a:ext>
            </a:extLst>
          </p:cNvPr>
          <p:cNvSpPr/>
          <p:nvPr/>
        </p:nvSpPr>
        <p:spPr>
          <a:xfrm>
            <a:off x="373932" y="4869160"/>
            <a:ext cx="10477164" cy="1584176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b="1" dirty="0">
                <a:solidFill>
                  <a:schemeClr val="dk1"/>
                </a:solidFill>
              </a:rPr>
              <a:t>Problemas</a:t>
            </a:r>
            <a:r>
              <a:rPr lang="pt-BR" sz="2100" dirty="0">
                <a:solidFill>
                  <a:schemeClr val="dk1"/>
                </a:solidFill>
              </a:rPr>
              <a:t>: </a:t>
            </a:r>
          </a:p>
          <a:p>
            <a:r>
              <a:rPr lang="pt-BR" sz="2100" dirty="0">
                <a:solidFill>
                  <a:schemeClr val="dk1"/>
                </a:solidFill>
              </a:rPr>
              <a:t>1°  - Assim como o exemplo anterior o preço de venda deve ser calculada</a:t>
            </a:r>
          </a:p>
          <a:p>
            <a:r>
              <a:rPr lang="pt-BR" sz="2100" dirty="0"/>
              <a:t>2° - O que pode ser feito também é definir o valor do preço de venda e calcula-se a margem de lucro</a:t>
            </a:r>
            <a:endParaRPr lang="pt-BR" sz="2100" dirty="0">
              <a:solidFill>
                <a:schemeClr val="dk1"/>
              </a:solidFill>
            </a:endParaRP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AA3DDDBC-8D6A-9697-AA79-09FE84499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880007"/>
              </p:ext>
            </p:extLst>
          </p:nvPr>
        </p:nvGraphicFramePr>
        <p:xfrm>
          <a:off x="479376" y="1773238"/>
          <a:ext cx="11233248" cy="2231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4070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88254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080230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3120347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  <a:gridCol w="3120347">
                  <a:extLst>
                    <a:ext uri="{9D8B030D-6E8A-4147-A177-3AD203B41FA5}">
                      <a16:colId xmlns:a16="http://schemas.microsoft.com/office/drawing/2014/main" val="490634718"/>
                    </a:ext>
                  </a:extLst>
                </a:gridCol>
              </a:tblGrid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Margem Lucro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Preço venda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Arroz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23,00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6" name="Cruz 5">
            <a:extLst>
              <a:ext uri="{FF2B5EF4-FFF2-40B4-BE49-F238E27FC236}">
                <a16:creationId xmlns:a16="http://schemas.microsoft.com/office/drawing/2014/main" id="{FE1D0171-6136-D294-15EE-07793E0F5F4D}"/>
              </a:ext>
            </a:extLst>
          </p:cNvPr>
          <p:cNvSpPr/>
          <p:nvPr/>
        </p:nvSpPr>
        <p:spPr>
          <a:xfrm rot="2508810">
            <a:off x="9017640" y="1905980"/>
            <a:ext cx="2077599" cy="1997644"/>
          </a:xfrm>
          <a:prstGeom prst="plus">
            <a:avLst>
              <a:gd name="adj" fmla="val 43272"/>
            </a:avLst>
          </a:prstGeom>
          <a:solidFill>
            <a:srgbClr val="FF0000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92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3°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2° EXEMPLO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472D630-EED4-2A10-A4D9-93E963F1424A}"/>
              </a:ext>
            </a:extLst>
          </p:cNvPr>
          <p:cNvSpPr/>
          <p:nvPr/>
        </p:nvSpPr>
        <p:spPr>
          <a:xfrm>
            <a:off x="373932" y="4869160"/>
            <a:ext cx="10477164" cy="1584176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b="1" dirty="0">
                <a:solidFill>
                  <a:schemeClr val="dk1"/>
                </a:solidFill>
              </a:rPr>
              <a:t>Problemas</a:t>
            </a:r>
            <a:r>
              <a:rPr lang="pt-BR" sz="2100" dirty="0">
                <a:solidFill>
                  <a:schemeClr val="dk1"/>
                </a:solidFill>
              </a:rPr>
              <a:t>: </a:t>
            </a:r>
          </a:p>
          <a:p>
            <a:r>
              <a:rPr lang="pt-BR" sz="2100" dirty="0">
                <a:solidFill>
                  <a:schemeClr val="dk1"/>
                </a:solidFill>
              </a:rPr>
              <a:t>1°  - Assim como o exemplo anterior o preço de venda deve ser calculada</a:t>
            </a:r>
          </a:p>
          <a:p>
            <a:r>
              <a:rPr lang="pt-BR" sz="2100" dirty="0"/>
              <a:t>2° - O que pode ser feito também é definir o valor do preço de venda e calcula-se a margem de lucro</a:t>
            </a:r>
            <a:endParaRPr lang="pt-BR" sz="2100" dirty="0">
              <a:solidFill>
                <a:schemeClr val="dk1"/>
              </a:solidFill>
            </a:endParaRP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AA3DDDBC-8D6A-9697-AA79-09FE84499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112616"/>
              </p:ext>
            </p:extLst>
          </p:nvPr>
        </p:nvGraphicFramePr>
        <p:xfrm>
          <a:off x="479376" y="1773238"/>
          <a:ext cx="8112901" cy="22318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24070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2288254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  <a:gridCol w="2080230">
                  <a:extLst>
                    <a:ext uri="{9D8B030D-6E8A-4147-A177-3AD203B41FA5}">
                      <a16:colId xmlns:a16="http://schemas.microsoft.com/office/drawing/2014/main" val="4222541910"/>
                    </a:ext>
                  </a:extLst>
                </a:gridCol>
                <a:gridCol w="3120347">
                  <a:extLst>
                    <a:ext uri="{9D8B030D-6E8A-4147-A177-3AD203B41FA5}">
                      <a16:colId xmlns:a16="http://schemas.microsoft.com/office/drawing/2014/main" val="2841595891"/>
                    </a:ext>
                  </a:extLst>
                </a:gridCol>
              </a:tblGrid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Margem Lucro (%)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557957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Arroz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68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CARACTERISTICAS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B1CF41-87C4-FFD5-B61C-EFAFEA067EDD}"/>
              </a:ext>
            </a:extLst>
          </p:cNvPr>
          <p:cNvSpPr txBox="1"/>
          <p:nvPr/>
        </p:nvSpPr>
        <p:spPr>
          <a:xfrm>
            <a:off x="545000" y="1773238"/>
            <a:ext cx="10951600" cy="2142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100" dirty="0">
                <a:latin typeface="+mj-lt"/>
              </a:rPr>
              <a:t>Uma entidade esta na 4° Forma Normal se:</a:t>
            </a:r>
          </a:p>
          <a:p>
            <a:pPr algn="just"/>
            <a:endParaRPr lang="pt-BR" sz="2100" dirty="0">
              <a:latin typeface="+mj-lt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Estiver na 3° Forma Normal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100" dirty="0">
                <a:latin typeface="+mj-lt"/>
              </a:rPr>
              <a:t>Não existir dependências multivaloradas entre seus atributos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100" dirty="0">
                <a:latin typeface="+mj-lt"/>
              </a:rPr>
              <a:t>Geralmente ocorre quando uma entidade possui mais de 2 referencias de outras entidades.</a:t>
            </a:r>
          </a:p>
        </p:txBody>
      </p:sp>
    </p:spTree>
    <p:extLst>
      <p:ext uri="{BB962C8B-B14F-4D97-AF65-F5344CB8AC3E}">
        <p14:creationId xmlns:p14="http://schemas.microsoft.com/office/powerpoint/2010/main" val="322058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C862C685-A9CA-B6C7-395E-23CACA77E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423156"/>
              </p:ext>
            </p:extLst>
          </p:nvPr>
        </p:nvGraphicFramePr>
        <p:xfrm>
          <a:off x="695400" y="1773238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7E9073B-9A97-AED0-2C37-FA9591627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87055"/>
              </p:ext>
            </p:extLst>
          </p:nvPr>
        </p:nvGraphicFramePr>
        <p:xfrm>
          <a:off x="4403812" y="1812421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E90B801-D67F-5C1F-36C7-C32AC95DB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43543"/>
              </p:ext>
            </p:extLst>
          </p:nvPr>
        </p:nvGraphicFramePr>
        <p:xfrm>
          <a:off x="8076220" y="1812421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Juliana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23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C862C685-A9CA-B6C7-395E-23CACA77ECEB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1773238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7E9073B-9A97-AED0-2C37-FA959162705A}"/>
              </a:ext>
            </a:extLst>
          </p:cNvPr>
          <p:cNvGraphicFramePr>
            <a:graphicFrameLocks noGrp="1"/>
          </p:cNvGraphicFramePr>
          <p:nvPr/>
        </p:nvGraphicFramePr>
        <p:xfrm>
          <a:off x="4403812" y="1812421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E90B801-D67F-5C1F-36C7-C32AC95DBC0D}"/>
              </a:ext>
            </a:extLst>
          </p:cNvPr>
          <p:cNvGraphicFramePr>
            <a:graphicFrameLocks noGrp="1"/>
          </p:cNvGraphicFramePr>
          <p:nvPr/>
        </p:nvGraphicFramePr>
        <p:xfrm>
          <a:off x="8076220" y="1812421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Juliana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AF314C5-9E7C-49E9-39AE-47C321542B80}"/>
              </a:ext>
            </a:extLst>
          </p:cNvPr>
          <p:cNvSpPr/>
          <p:nvPr/>
        </p:nvSpPr>
        <p:spPr>
          <a:xfrm>
            <a:off x="713402" y="4005486"/>
            <a:ext cx="10477164" cy="1080120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dirty="0">
                <a:solidFill>
                  <a:schemeClr val="dk1"/>
                </a:solidFill>
              </a:rPr>
              <a:t>No caso acima não conseguimos identificar quais são a relação entre eles, não sendo possível identificar qual o cargo do funcionário João assim como também não é possível identificar se possui ou não dependente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D8191DF-D587-1995-E0D3-FBC10CB25083}"/>
              </a:ext>
            </a:extLst>
          </p:cNvPr>
          <p:cNvSpPr/>
          <p:nvPr/>
        </p:nvSpPr>
        <p:spPr>
          <a:xfrm>
            <a:off x="713402" y="5424471"/>
            <a:ext cx="10477164" cy="1080120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solidFill>
                  <a:schemeClr val="dk1"/>
                </a:solidFill>
              </a:rPr>
              <a:t>Podemos iniciar a solução fazendo uma tabela associativa</a:t>
            </a:r>
          </a:p>
        </p:txBody>
      </p:sp>
    </p:spTree>
    <p:extLst>
      <p:ext uri="{BB962C8B-B14F-4D97-AF65-F5344CB8AC3E}">
        <p14:creationId xmlns:p14="http://schemas.microsoft.com/office/powerpoint/2010/main" val="340947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C862C685-A9CA-B6C7-395E-23CACA77ECEB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1773238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7E9073B-9A97-AED0-2C37-FA959162705A}"/>
              </a:ext>
            </a:extLst>
          </p:cNvPr>
          <p:cNvGraphicFramePr>
            <a:graphicFrameLocks noGrp="1"/>
          </p:cNvGraphicFramePr>
          <p:nvPr/>
        </p:nvGraphicFramePr>
        <p:xfrm>
          <a:off x="4403812" y="1812421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E90B801-D67F-5C1F-36C7-C32AC95DBC0D}"/>
              </a:ext>
            </a:extLst>
          </p:cNvPr>
          <p:cNvGraphicFramePr>
            <a:graphicFrameLocks noGrp="1"/>
          </p:cNvGraphicFramePr>
          <p:nvPr/>
        </p:nvGraphicFramePr>
        <p:xfrm>
          <a:off x="8076220" y="1812421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Juliana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  <p:graphicFrame>
        <p:nvGraphicFramePr>
          <p:cNvPr id="6" name="Tabela 10">
            <a:extLst>
              <a:ext uri="{FF2B5EF4-FFF2-40B4-BE49-F238E27FC236}">
                <a16:creationId xmlns:a16="http://schemas.microsoft.com/office/drawing/2014/main" id="{38E65D53-F8B1-BE9C-571E-D3BEF5244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48867"/>
              </p:ext>
            </p:extLst>
          </p:nvPr>
        </p:nvGraphicFramePr>
        <p:xfrm>
          <a:off x="1887984" y="3789040"/>
          <a:ext cx="8127999" cy="184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903495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313331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76581713"/>
                    </a:ext>
                  </a:extLst>
                </a:gridCol>
              </a:tblGrid>
              <a:tr h="347227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1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7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373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C862C685-A9CA-B6C7-395E-23CACA77ECEB}"/>
              </a:ext>
            </a:extLst>
          </p:cNvPr>
          <p:cNvGraphicFramePr>
            <a:graphicFrameLocks noGrp="1"/>
          </p:cNvGraphicFramePr>
          <p:nvPr/>
        </p:nvGraphicFramePr>
        <p:xfrm>
          <a:off x="695400" y="1773238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7E9073B-9A97-AED0-2C37-FA959162705A}"/>
              </a:ext>
            </a:extLst>
          </p:cNvPr>
          <p:cNvGraphicFramePr>
            <a:graphicFrameLocks noGrp="1"/>
          </p:cNvGraphicFramePr>
          <p:nvPr/>
        </p:nvGraphicFramePr>
        <p:xfrm>
          <a:off x="4403812" y="1812421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1E90B801-D67F-5C1F-36C7-C32AC95DBC0D}"/>
              </a:ext>
            </a:extLst>
          </p:cNvPr>
          <p:cNvGraphicFramePr>
            <a:graphicFrameLocks noGrp="1"/>
          </p:cNvGraphicFramePr>
          <p:nvPr/>
        </p:nvGraphicFramePr>
        <p:xfrm>
          <a:off x="8076220" y="1812421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Juliana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  <p:graphicFrame>
        <p:nvGraphicFramePr>
          <p:cNvPr id="6" name="Tabela 10">
            <a:extLst>
              <a:ext uri="{FF2B5EF4-FFF2-40B4-BE49-F238E27FC236}">
                <a16:creationId xmlns:a16="http://schemas.microsoft.com/office/drawing/2014/main" id="{38E65D53-F8B1-BE9C-571E-D3BEF52441EB}"/>
              </a:ext>
            </a:extLst>
          </p:cNvPr>
          <p:cNvGraphicFramePr>
            <a:graphicFrameLocks noGrp="1"/>
          </p:cNvGraphicFramePr>
          <p:nvPr/>
        </p:nvGraphicFramePr>
        <p:xfrm>
          <a:off x="1887984" y="3789040"/>
          <a:ext cx="8127999" cy="184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903495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313331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76581713"/>
                    </a:ext>
                  </a:extLst>
                </a:gridCol>
              </a:tblGrid>
              <a:tr h="347227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1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72993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DF4CDAD-7D0E-54DB-45F2-74E732F2D184}"/>
              </a:ext>
            </a:extLst>
          </p:cNvPr>
          <p:cNvSpPr/>
          <p:nvPr/>
        </p:nvSpPr>
        <p:spPr>
          <a:xfrm>
            <a:off x="695400" y="5770512"/>
            <a:ext cx="10477164" cy="817289"/>
          </a:xfrm>
          <a:prstGeom prst="roundRect">
            <a:avLst>
              <a:gd name="adj" fmla="val 1187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solidFill>
                  <a:schemeClr val="dk1"/>
                </a:solidFill>
              </a:rPr>
              <a:t>Problema: temos no caso do funcionário 1 a duplicação de dados desnecessário</a:t>
            </a:r>
          </a:p>
        </p:txBody>
      </p:sp>
    </p:spTree>
    <p:extLst>
      <p:ext uri="{BB962C8B-B14F-4D97-AF65-F5344CB8AC3E}">
        <p14:creationId xmlns:p14="http://schemas.microsoft.com/office/powerpoint/2010/main" val="4115335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EXEMPLO</a:t>
            </a:r>
          </a:p>
        </p:txBody>
      </p:sp>
      <p:graphicFrame>
        <p:nvGraphicFramePr>
          <p:cNvPr id="8" name="Tabela 5">
            <a:extLst>
              <a:ext uri="{FF2B5EF4-FFF2-40B4-BE49-F238E27FC236}">
                <a16:creationId xmlns:a16="http://schemas.microsoft.com/office/drawing/2014/main" id="{4226B342-1FDE-4F57-1D16-8D92A81AA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673024"/>
              </p:ext>
            </p:extLst>
          </p:nvPr>
        </p:nvGraphicFramePr>
        <p:xfrm>
          <a:off x="731404" y="2093673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funcionário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2A096A11-9BCE-BD38-E889-C6786D235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715849"/>
              </p:ext>
            </p:extLst>
          </p:nvPr>
        </p:nvGraphicFramePr>
        <p:xfrm>
          <a:off x="4439816" y="2132856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Vendedor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D9EC169-8012-3111-EF16-B7F1DB443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730180"/>
              </p:ext>
            </p:extLst>
          </p:nvPr>
        </p:nvGraphicFramePr>
        <p:xfrm>
          <a:off x="8112224" y="2132856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821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Juliana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Marcos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73DFCB5-B3D7-5171-97A5-BBE7A6145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0429"/>
              </p:ext>
            </p:extLst>
          </p:nvPr>
        </p:nvGraphicFramePr>
        <p:xfrm>
          <a:off x="573680" y="4372848"/>
          <a:ext cx="2966036" cy="1478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09852">
                  <a:extLst>
                    <a:ext uri="{9D8B030D-6E8A-4147-A177-3AD203B41FA5}">
                      <a16:colId xmlns:a16="http://schemas.microsoft.com/office/drawing/2014/main" val="99034954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031333181"/>
                    </a:ext>
                  </a:extLst>
                </a:gridCol>
              </a:tblGrid>
              <a:tr h="347227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id_cargo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1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72993"/>
                  </a:ext>
                </a:extLst>
              </a:tr>
            </a:tbl>
          </a:graphicData>
        </a:graphic>
      </p:graphicFrame>
      <p:graphicFrame>
        <p:nvGraphicFramePr>
          <p:cNvPr id="12" name="Tabela 10">
            <a:extLst>
              <a:ext uri="{FF2B5EF4-FFF2-40B4-BE49-F238E27FC236}">
                <a16:creationId xmlns:a16="http://schemas.microsoft.com/office/drawing/2014/main" id="{7BE3C470-9C4A-7231-309E-2E3522CFE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88952"/>
              </p:ext>
            </p:extLst>
          </p:nvPr>
        </p:nvGraphicFramePr>
        <p:xfrm>
          <a:off x="4439816" y="4362645"/>
          <a:ext cx="3224866" cy="1849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4666">
                  <a:extLst>
                    <a:ext uri="{9D8B030D-6E8A-4147-A177-3AD203B41FA5}">
                      <a16:colId xmlns:a16="http://schemas.microsoft.com/office/drawing/2014/main" val="99034954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876581713"/>
                    </a:ext>
                  </a:extLst>
                </a:gridCol>
              </a:tblGrid>
              <a:tr h="347227">
                <a:tc>
                  <a:txBody>
                    <a:bodyPr/>
                    <a:lstStyle/>
                    <a:p>
                      <a:r>
                        <a:rPr lang="pt-BR" dirty="0"/>
                        <a:t>id_func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id_dep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1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1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98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4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72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943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EXERCICIO 1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001A28E1-4ABD-990D-627B-157545617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741242"/>
              </p:ext>
            </p:extLst>
          </p:nvPr>
        </p:nvGraphicFramePr>
        <p:xfrm>
          <a:off x="530814" y="1772816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id_curso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Des.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Geografia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6B1A6E0-BD2C-03A2-7D4D-F2F2B4C9C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58060"/>
              </p:ext>
            </p:extLst>
          </p:nvPr>
        </p:nvGraphicFramePr>
        <p:xfrm>
          <a:off x="4239226" y="1811999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id_area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Exatas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Humanas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2973E9B-F0A3-2F94-E017-8908F808F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043655"/>
              </p:ext>
            </p:extLst>
          </p:nvPr>
        </p:nvGraphicFramePr>
        <p:xfrm>
          <a:off x="7911634" y="1811999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id_Sem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Semestre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445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EXERCICIO 1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001A28E1-4ABD-990D-627B-1575456178A6}"/>
              </a:ext>
            </a:extLst>
          </p:cNvPr>
          <p:cNvGraphicFramePr>
            <a:graphicFrameLocks noGrp="1"/>
          </p:cNvGraphicFramePr>
          <p:nvPr/>
        </p:nvGraphicFramePr>
        <p:xfrm>
          <a:off x="530814" y="1772816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id_curso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Des.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Geografia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6B1A6E0-BD2C-03A2-7D4D-F2F2B4C9C45A}"/>
              </a:ext>
            </a:extLst>
          </p:cNvPr>
          <p:cNvGraphicFramePr>
            <a:graphicFrameLocks noGrp="1"/>
          </p:cNvGraphicFramePr>
          <p:nvPr/>
        </p:nvGraphicFramePr>
        <p:xfrm>
          <a:off x="4239226" y="1811999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id_area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Exatas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Humanas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2973E9B-F0A3-2F94-E017-8908F808F563}"/>
              </a:ext>
            </a:extLst>
          </p:cNvPr>
          <p:cNvGraphicFramePr>
            <a:graphicFrameLocks noGrp="1"/>
          </p:cNvGraphicFramePr>
          <p:nvPr/>
        </p:nvGraphicFramePr>
        <p:xfrm>
          <a:off x="7911634" y="1811999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id_Sem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Semestre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E0E6E5B-03A0-1803-47EC-6D387AD61CEA}"/>
              </a:ext>
            </a:extLst>
          </p:cNvPr>
          <p:cNvSpPr/>
          <p:nvPr/>
        </p:nvSpPr>
        <p:spPr>
          <a:xfrm>
            <a:off x="695400" y="4293096"/>
            <a:ext cx="10657184" cy="12569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dirty="0">
                <a:solidFill>
                  <a:schemeClr val="dk1"/>
                </a:solidFill>
              </a:rPr>
              <a:t>1° passo é identificar uma tabela de relacionamentos</a:t>
            </a:r>
          </a:p>
          <a:p>
            <a:r>
              <a:rPr lang="pt-BR" sz="2100" dirty="0">
                <a:solidFill>
                  <a:schemeClr val="dk1"/>
                </a:solidFill>
              </a:rPr>
              <a:t>2° passo – Identificar possíveis duplicações de dados</a:t>
            </a:r>
            <a:br>
              <a:rPr lang="pt-BR" sz="2100" dirty="0">
                <a:solidFill>
                  <a:schemeClr val="dk1"/>
                </a:solidFill>
              </a:rPr>
            </a:br>
            <a:r>
              <a:rPr lang="pt-BR" sz="2100" dirty="0">
                <a:solidFill>
                  <a:schemeClr val="dk1"/>
                </a:solidFill>
              </a:rPr>
              <a:t>3° passo – Desmembrar a tabela para que não haja duplicação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1827416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EXERCICIO 2</a:t>
            </a:r>
          </a:p>
        </p:txBody>
      </p:sp>
      <p:graphicFrame>
        <p:nvGraphicFramePr>
          <p:cNvPr id="7" name="Tabela 5">
            <a:extLst>
              <a:ext uri="{FF2B5EF4-FFF2-40B4-BE49-F238E27FC236}">
                <a16:creationId xmlns:a16="http://schemas.microsoft.com/office/drawing/2014/main" id="{44C94DB8-F541-8DEB-99D7-63FFA2D5A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859170"/>
              </p:ext>
            </p:extLst>
          </p:nvPr>
        </p:nvGraphicFramePr>
        <p:xfrm>
          <a:off x="515379" y="1890509"/>
          <a:ext cx="342038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11331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9050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id_prod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Sabonete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Creme dental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05160CC-EEB3-E7B0-1272-38C83ADF7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197976"/>
              </p:ext>
            </p:extLst>
          </p:nvPr>
        </p:nvGraphicFramePr>
        <p:xfrm>
          <a:off x="4223792" y="1929692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Corpo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ED7F00C-446B-DEB3-E2E7-705CB7D77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741721"/>
              </p:ext>
            </p:extLst>
          </p:nvPr>
        </p:nvGraphicFramePr>
        <p:xfrm>
          <a:off x="7896200" y="1929692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Creme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Liquido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9046FFF-230A-76AC-C0A0-A19CA4988065}"/>
              </a:ext>
            </a:extLst>
          </p:cNvPr>
          <p:cNvSpPr/>
          <p:nvPr/>
        </p:nvSpPr>
        <p:spPr>
          <a:xfrm>
            <a:off x="695400" y="4293096"/>
            <a:ext cx="10657184" cy="12569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100" dirty="0">
                <a:solidFill>
                  <a:schemeClr val="dk1"/>
                </a:solidFill>
              </a:rPr>
              <a:t>1° passo é identificar uma tabela de relacionamentos</a:t>
            </a:r>
          </a:p>
          <a:p>
            <a:r>
              <a:rPr lang="pt-BR" sz="2100" dirty="0">
                <a:solidFill>
                  <a:schemeClr val="dk1"/>
                </a:solidFill>
              </a:rPr>
              <a:t>2° passo – Identificar possíveis duplicações de dados</a:t>
            </a:r>
            <a:br>
              <a:rPr lang="pt-BR" sz="2100" dirty="0">
                <a:solidFill>
                  <a:schemeClr val="dk1"/>
                </a:solidFill>
              </a:rPr>
            </a:br>
            <a:r>
              <a:rPr lang="pt-BR" sz="2100" dirty="0">
                <a:solidFill>
                  <a:schemeClr val="dk1"/>
                </a:solidFill>
              </a:rPr>
              <a:t>3° passo – Desmembrar a tabela para que não haja duplicação de dados</a:t>
            </a:r>
          </a:p>
        </p:txBody>
      </p:sp>
    </p:spTree>
    <p:extLst>
      <p:ext uri="{BB962C8B-B14F-4D97-AF65-F5344CB8AC3E}">
        <p14:creationId xmlns:p14="http://schemas.microsoft.com/office/powerpoint/2010/main" val="5464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EXERCICIO 1 - SOLUÇÃO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32F2C42-B229-21E8-9304-ECEBC82D4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53759"/>
              </p:ext>
            </p:extLst>
          </p:nvPr>
        </p:nvGraphicFramePr>
        <p:xfrm>
          <a:off x="263352" y="1650631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id_curso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Des.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Geografia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0CE61940-F30C-FC94-ADD3-489BF5F82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615224"/>
              </p:ext>
            </p:extLst>
          </p:nvPr>
        </p:nvGraphicFramePr>
        <p:xfrm>
          <a:off x="3971764" y="1689814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id_area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Exatas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Humanas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CF2F499-752B-9917-FEF2-9398A5012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141475"/>
              </p:ext>
            </p:extLst>
          </p:nvPr>
        </p:nvGraphicFramePr>
        <p:xfrm>
          <a:off x="7644172" y="1689814"/>
          <a:ext cx="3096344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id_Sem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Semestre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</a:tbl>
          </a:graphicData>
        </a:graphic>
      </p:graphicFrame>
      <p:graphicFrame>
        <p:nvGraphicFramePr>
          <p:cNvPr id="9" name="Tabela 5">
            <a:extLst>
              <a:ext uri="{FF2B5EF4-FFF2-40B4-BE49-F238E27FC236}">
                <a16:creationId xmlns:a16="http://schemas.microsoft.com/office/drawing/2014/main" id="{2F8785C0-5436-307E-E979-F1865C2E3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393154"/>
              </p:ext>
            </p:extLst>
          </p:nvPr>
        </p:nvGraphicFramePr>
        <p:xfrm>
          <a:off x="267009" y="4302332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id_curso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Id_área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153608AA-DE4C-EE8A-BFC1-9571FBCF2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81200"/>
              </p:ext>
            </p:extLst>
          </p:nvPr>
        </p:nvGraphicFramePr>
        <p:xfrm>
          <a:off x="4172468" y="3320723"/>
          <a:ext cx="2895640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7820">
                  <a:extLst>
                    <a:ext uri="{9D8B030D-6E8A-4147-A177-3AD203B41FA5}">
                      <a16:colId xmlns:a16="http://schemas.microsoft.com/office/drawing/2014/main" val="4171850467"/>
                    </a:ext>
                  </a:extLst>
                </a:gridCol>
                <a:gridCol w="1447820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Id_curso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id_Sem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2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61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525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951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837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954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18C8A25-959D-F8F1-A11F-AD911B5FA22F}"/>
              </a:ext>
            </a:extLst>
          </p:cNvPr>
          <p:cNvSpPr txBox="1"/>
          <p:nvPr/>
        </p:nvSpPr>
        <p:spPr>
          <a:xfrm>
            <a:off x="263352" y="764704"/>
            <a:ext cx="336380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>
                <a:solidFill>
                  <a:schemeClr val="accent2">
                    <a:lumMod val="50000"/>
                  </a:schemeClr>
                </a:solidFill>
              </a:rPr>
              <a:t>4° FORMA NORMAL</a:t>
            </a:r>
          </a:p>
          <a:p>
            <a:r>
              <a:rPr lang="pt-BR" sz="2100" b="1" dirty="0">
                <a:solidFill>
                  <a:schemeClr val="accent2">
                    <a:lumMod val="50000"/>
                  </a:schemeClr>
                </a:solidFill>
              </a:rPr>
              <a:t>EXERCICIO 2 - SOLUÇÃO</a:t>
            </a:r>
          </a:p>
        </p:txBody>
      </p:sp>
      <p:graphicFrame>
        <p:nvGraphicFramePr>
          <p:cNvPr id="2" name="Tabela 5">
            <a:extLst>
              <a:ext uri="{FF2B5EF4-FFF2-40B4-BE49-F238E27FC236}">
                <a16:creationId xmlns:a16="http://schemas.microsoft.com/office/drawing/2014/main" id="{D7FE2CA6-3DBC-38E0-70EC-FBDB5C17F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637807"/>
              </p:ext>
            </p:extLst>
          </p:nvPr>
        </p:nvGraphicFramePr>
        <p:xfrm>
          <a:off x="386458" y="1855591"/>
          <a:ext cx="342038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11331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9050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id_prod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Sabonete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Creme dental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CF7CB1E-9666-D3F6-C9F8-5EFCC00BF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845124"/>
              </p:ext>
            </p:extLst>
          </p:nvPr>
        </p:nvGraphicFramePr>
        <p:xfrm>
          <a:off x="4094871" y="1894774"/>
          <a:ext cx="3096344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id_cat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Categoria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Corpo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8E18CFA-07B4-7F4B-8A3F-0D7DA09CC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62976"/>
              </p:ext>
            </p:extLst>
          </p:nvPr>
        </p:nvGraphicFramePr>
        <p:xfrm>
          <a:off x="7767279" y="1894774"/>
          <a:ext cx="3096344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4156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Creme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Liquido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Pedra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</a:tbl>
          </a:graphicData>
        </a:graphic>
      </p:graphicFrame>
      <p:graphicFrame>
        <p:nvGraphicFramePr>
          <p:cNvPr id="11" name="Tabela 5">
            <a:extLst>
              <a:ext uri="{FF2B5EF4-FFF2-40B4-BE49-F238E27FC236}">
                <a16:creationId xmlns:a16="http://schemas.microsoft.com/office/drawing/2014/main" id="{E621345B-77F5-6C7B-EE8F-9DF8DDA26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133294"/>
              </p:ext>
            </p:extLst>
          </p:nvPr>
        </p:nvGraphicFramePr>
        <p:xfrm>
          <a:off x="407368" y="4440023"/>
          <a:ext cx="3420381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11331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09050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id_prod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id_categoria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76A4E74E-EA94-5443-9F9C-A62368E8E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344944"/>
              </p:ext>
            </p:extLst>
          </p:nvPr>
        </p:nvGraphicFramePr>
        <p:xfrm>
          <a:off x="5066979" y="4254603"/>
          <a:ext cx="3600400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2740">
                  <a:extLst>
                    <a:ext uri="{9D8B030D-6E8A-4147-A177-3AD203B41FA5}">
                      <a16:colId xmlns:a16="http://schemas.microsoft.com/office/drawing/2014/main" val="1127883700"/>
                    </a:ext>
                  </a:extLst>
                </a:gridCol>
                <a:gridCol w="1967660">
                  <a:extLst>
                    <a:ext uri="{9D8B030D-6E8A-4147-A177-3AD203B41FA5}">
                      <a16:colId xmlns:a16="http://schemas.microsoft.com/office/drawing/2014/main" val="1368993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id_produto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id_tipo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31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2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0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63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31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181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34EBA0F-3CF9-5ECD-F275-D84D95C6327C}"/>
              </a:ext>
            </a:extLst>
          </p:cNvPr>
          <p:cNvSpPr txBox="1"/>
          <p:nvPr/>
        </p:nvSpPr>
        <p:spPr>
          <a:xfrm>
            <a:off x="407368" y="1340768"/>
            <a:ext cx="104958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1F2328"/>
                </a:solidFill>
                <a:effectLst/>
                <a:latin typeface="DM Sans" pitchFamily="2" charset="0"/>
              </a:rPr>
              <a:t>PLAYLIST(</a:t>
            </a:r>
            <a:r>
              <a:rPr lang="pt-BR" b="1" i="0" dirty="0" err="1">
                <a:solidFill>
                  <a:srgbClr val="1F2328"/>
                </a:solidFill>
                <a:effectLst/>
                <a:latin typeface="DM Sans" pitchFamily="2" charset="0"/>
              </a:rPr>
              <a:t>PlaylistID</a:t>
            </a:r>
            <a:r>
              <a:rPr lang="pt-BR" b="1" i="0" dirty="0">
                <a:solidFill>
                  <a:srgbClr val="1F2328"/>
                </a:solidFill>
                <a:effectLst/>
                <a:latin typeface="DM Sans" pitchFamily="2" charset="0"/>
              </a:rPr>
              <a:t>, Usuário, Música, </a:t>
            </a:r>
            <a:r>
              <a:rPr lang="pt-BR" b="1" i="0" dirty="0" err="1">
                <a:solidFill>
                  <a:srgbClr val="1F2328"/>
                </a:solidFill>
                <a:effectLst/>
                <a:latin typeface="DM Sans" pitchFamily="2" charset="0"/>
              </a:rPr>
              <a:t>GêneroFavorito</a:t>
            </a:r>
            <a:r>
              <a:rPr lang="pt-BR" b="1" i="0" dirty="0">
                <a:solidFill>
                  <a:srgbClr val="1F2328"/>
                </a:solidFill>
                <a:effectLst/>
                <a:latin typeface="DM Sans" pitchFamily="2" charset="0"/>
              </a:rPr>
              <a:t>)</a:t>
            </a:r>
            <a:endParaRPr lang="pt-BR" b="0" i="0" dirty="0">
              <a:solidFill>
                <a:srgbClr val="1F2328"/>
              </a:solidFill>
              <a:effectLst/>
              <a:latin typeface="DM Sans" pitchFamily="2" charset="0"/>
            </a:endParaRPr>
          </a:p>
          <a:p>
            <a:pPr algn="l">
              <a:buNone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Regras de negócio: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Cada usuário pode ter vários gêneros favoritos, independentes da playlist.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Em cada playlist, podem existir várias músicas.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Os gêneros favoritos do usuário não dependem da playlist nem da música.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A música incluída na playlist não depende dos gêneros favoritos.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4B035C-0014-39FA-4F8A-CC7C03127F1F}"/>
              </a:ext>
            </a:extLst>
          </p:cNvPr>
          <p:cNvSpPr txBox="1"/>
          <p:nvPr/>
        </p:nvSpPr>
        <p:spPr>
          <a:xfrm>
            <a:off x="273360" y="3926091"/>
            <a:ext cx="107639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CURSO(</a:t>
            </a:r>
            <a:r>
              <a:rPr lang="pt-BR" b="1" dirty="0" err="1"/>
              <a:t>CursoID</a:t>
            </a:r>
            <a:r>
              <a:rPr lang="pt-BR" b="1" dirty="0"/>
              <a:t>, Professor, </a:t>
            </a:r>
            <a:r>
              <a:rPr lang="pt-BR" b="1" dirty="0" err="1"/>
              <a:t>MaterialDidático</a:t>
            </a:r>
            <a:r>
              <a:rPr lang="pt-BR" b="1" dirty="0"/>
              <a:t>)</a:t>
            </a:r>
          </a:p>
          <a:p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Regras de negócio: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Para cada </a:t>
            </a:r>
            <a:r>
              <a:rPr lang="pt-BR" b="0" i="0" dirty="0" err="1">
                <a:solidFill>
                  <a:srgbClr val="1F2328"/>
                </a:solidFill>
                <a:effectLst/>
                <a:latin typeface="DM Sans" pitchFamily="2" charset="0"/>
              </a:rPr>
              <a:t>CursoID</a:t>
            </a: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, podem existir vários Professores ministrando o curso (turmas diferentes).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Para cada </a:t>
            </a:r>
            <a:r>
              <a:rPr lang="pt-BR" b="0" i="0" dirty="0" err="1">
                <a:solidFill>
                  <a:srgbClr val="1F2328"/>
                </a:solidFill>
                <a:effectLst/>
                <a:latin typeface="DM Sans" pitchFamily="2" charset="0"/>
              </a:rPr>
              <a:t>CursoID</a:t>
            </a: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, podem existir vários Materiais Didáticos usados (apostilas, slides, vídeos).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A escolha de Professores é independente da escolha de Materiais Didáticos para um curso (ou seja, saber o professor não diz qual material será usado e vice-versa).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DM Sans" pitchFamily="2" charset="0"/>
              </a:rPr>
              <a:t>Não há mais atributos além desses.</a:t>
            </a:r>
          </a:p>
        </p:txBody>
      </p:sp>
    </p:spTree>
    <p:extLst>
      <p:ext uri="{BB962C8B-B14F-4D97-AF65-F5344CB8AC3E}">
        <p14:creationId xmlns:p14="http://schemas.microsoft.com/office/powerpoint/2010/main" val="2501492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1390</Words>
  <Application>Microsoft Office PowerPoint</Application>
  <PresentationFormat>Widescreen</PresentationFormat>
  <Paragraphs>612</Paragraphs>
  <Slides>25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DM Sans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Lucas</dc:creator>
  <cp:lastModifiedBy>Eduardo Lucas</cp:lastModifiedBy>
  <cp:revision>58</cp:revision>
  <dcterms:created xsi:type="dcterms:W3CDTF">2022-08-10T14:27:29Z</dcterms:created>
  <dcterms:modified xsi:type="dcterms:W3CDTF">2026-05-14T12:29:31Z</dcterms:modified>
</cp:coreProperties>
</file>