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64" r:id="rId2"/>
    <p:sldId id="277" r:id="rId3"/>
    <p:sldId id="297" r:id="rId4"/>
    <p:sldId id="299" r:id="rId5"/>
    <p:sldId id="298" r:id="rId6"/>
    <p:sldId id="301" r:id="rId7"/>
    <p:sldId id="300" r:id="rId8"/>
    <p:sldId id="302" r:id="rId9"/>
    <p:sldId id="303" r:id="rId10"/>
    <p:sldId id="304" r:id="rId11"/>
    <p:sldId id="305" r:id="rId12"/>
    <p:sldId id="306" r:id="rId13"/>
    <p:sldId id="307" r:id="rId14"/>
    <p:sldId id="309" r:id="rId15"/>
    <p:sldId id="310" r:id="rId16"/>
    <p:sldId id="311" r:id="rId17"/>
    <p:sldId id="312" r:id="rId18"/>
    <p:sldId id="313" r:id="rId19"/>
    <p:sldId id="314" r:id="rId20"/>
    <p:sldId id="315" r:id="rId21"/>
    <p:sldId id="317" r:id="rId22"/>
    <p:sldId id="318" r:id="rId23"/>
    <p:sldId id="321" r:id="rId24"/>
    <p:sldId id="319" r:id="rId25"/>
    <p:sldId id="320" r:id="rId26"/>
    <p:sldId id="322" r:id="rId2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8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E41F23-CFA1-4028-80DD-3EE9404D6AF5}" v="12" dt="2023-04-19T19:00:27.0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38" autoAdjust="0"/>
    <p:restoredTop sz="93957" autoAdjust="0"/>
  </p:normalViewPr>
  <p:slideViewPr>
    <p:cSldViewPr>
      <p:cViewPr varScale="1">
        <p:scale>
          <a:sx n="61" d="100"/>
          <a:sy n="61" d="100"/>
        </p:scale>
        <p:origin x="1146" y="66"/>
      </p:cViewPr>
      <p:guideLst>
        <p:guide orient="horz" pos="98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uardo Lucas" userId="2c32288683b74354" providerId="LiveId" clId="{B4D07AFD-002A-4956-90D7-7581EE6FC581}"/>
    <pc:docChg chg="undo custSel addSld delSld modSld sldOrd modMainMaster">
      <pc:chgData name="Eduardo Lucas" userId="2c32288683b74354" providerId="LiveId" clId="{B4D07AFD-002A-4956-90D7-7581EE6FC581}" dt="2023-02-15T19:16:00.139" v="1021" actId="5793"/>
      <pc:docMkLst>
        <pc:docMk/>
      </pc:docMkLst>
      <pc:sldChg chg="delSp modSp mod setBg">
        <pc:chgData name="Eduardo Lucas" userId="2c32288683b74354" providerId="LiveId" clId="{B4D07AFD-002A-4956-90D7-7581EE6FC581}" dt="2023-02-15T19:06:14.683" v="185"/>
        <pc:sldMkLst>
          <pc:docMk/>
          <pc:sldMk cId="1674236269" sldId="262"/>
        </pc:sldMkLst>
        <pc:spChg chg="mod">
          <ac:chgData name="Eduardo Lucas" userId="2c32288683b74354" providerId="LiveId" clId="{B4D07AFD-002A-4956-90D7-7581EE6FC581}" dt="2023-02-15T19:03:49.559" v="136" actId="1076"/>
          <ac:spMkLst>
            <pc:docMk/>
            <pc:sldMk cId="1674236269" sldId="262"/>
            <ac:spMk id="30" creationId="{24F627DB-9D59-2908-FD5C-DD7228021A27}"/>
          </ac:spMkLst>
        </pc:spChg>
        <pc:spChg chg="del">
          <ac:chgData name="Eduardo Lucas" userId="2c32288683b74354" providerId="LiveId" clId="{B4D07AFD-002A-4956-90D7-7581EE6FC581}" dt="2023-02-15T19:03:45.409" v="135" actId="478"/>
          <ac:spMkLst>
            <pc:docMk/>
            <pc:sldMk cId="1674236269" sldId="262"/>
            <ac:spMk id="32" creationId="{65D16D4A-91A8-3FE4-CA17-FC2E3CDAA8F6}"/>
          </ac:spMkLst>
        </pc:spChg>
      </pc:sldChg>
      <pc:sldChg chg="setBg">
        <pc:chgData name="Eduardo Lucas" userId="2c32288683b74354" providerId="LiveId" clId="{B4D07AFD-002A-4956-90D7-7581EE6FC581}" dt="2023-02-15T19:06:14.683" v="185"/>
        <pc:sldMkLst>
          <pc:docMk/>
          <pc:sldMk cId="2743134754" sldId="263"/>
        </pc:sldMkLst>
      </pc:sldChg>
      <pc:sldChg chg="setBg">
        <pc:chgData name="Eduardo Lucas" userId="2c32288683b74354" providerId="LiveId" clId="{B4D07AFD-002A-4956-90D7-7581EE6FC581}" dt="2023-02-15T19:06:14.683" v="185"/>
        <pc:sldMkLst>
          <pc:docMk/>
          <pc:sldMk cId="1663007374" sldId="264"/>
        </pc:sldMkLst>
      </pc:sldChg>
      <pc:sldChg chg="addSp modSp mod setBg">
        <pc:chgData name="Eduardo Lucas" userId="2c32288683b74354" providerId="LiveId" clId="{B4D07AFD-002A-4956-90D7-7581EE6FC581}" dt="2023-02-15T19:14:01.127" v="889" actId="207"/>
        <pc:sldMkLst>
          <pc:docMk/>
          <pc:sldMk cId="958025528" sldId="266"/>
        </pc:sldMkLst>
        <pc:spChg chg="add mod">
          <ac:chgData name="Eduardo Lucas" userId="2c32288683b74354" providerId="LiveId" clId="{B4D07AFD-002A-4956-90D7-7581EE6FC581}" dt="2023-02-15T19:14:01.127" v="889" actId="207"/>
          <ac:spMkLst>
            <pc:docMk/>
            <pc:sldMk cId="958025528" sldId="266"/>
            <ac:spMk id="2" creationId="{48DFE88D-E680-41C0-C946-637D0F574BEF}"/>
          </ac:spMkLst>
        </pc:spChg>
        <pc:spChg chg="mod">
          <ac:chgData name="Eduardo Lucas" userId="2c32288683b74354" providerId="LiveId" clId="{B4D07AFD-002A-4956-90D7-7581EE6FC581}" dt="2023-02-15T18:58:17.820" v="42" actId="20577"/>
          <ac:spMkLst>
            <pc:docMk/>
            <pc:sldMk cId="958025528" sldId="266"/>
            <ac:spMk id="4" creationId="{FC140873-4178-B439-537A-C7375290CC48}"/>
          </ac:spMkLst>
        </pc:spChg>
      </pc:sldChg>
      <pc:sldChg chg="ord setBg">
        <pc:chgData name="Eduardo Lucas" userId="2c32288683b74354" providerId="LiveId" clId="{B4D07AFD-002A-4956-90D7-7581EE6FC581}" dt="2023-02-15T19:07:22.815" v="197"/>
        <pc:sldMkLst>
          <pc:docMk/>
          <pc:sldMk cId="1875088248" sldId="267"/>
        </pc:sldMkLst>
      </pc:sldChg>
      <pc:sldChg chg="addSp delSp modSp del mod setBg">
        <pc:chgData name="Eduardo Lucas" userId="2c32288683b74354" providerId="LiveId" clId="{B4D07AFD-002A-4956-90D7-7581EE6FC581}" dt="2023-02-15T19:07:01.282" v="194" actId="47"/>
        <pc:sldMkLst>
          <pc:docMk/>
          <pc:sldMk cId="3634622159" sldId="268"/>
        </pc:sldMkLst>
        <pc:spChg chg="del">
          <ac:chgData name="Eduardo Lucas" userId="2c32288683b74354" providerId="LiveId" clId="{B4D07AFD-002A-4956-90D7-7581EE6FC581}" dt="2023-02-15T18:58:48.439" v="43" actId="478"/>
          <ac:spMkLst>
            <pc:docMk/>
            <pc:sldMk cId="3634622159" sldId="268"/>
            <ac:spMk id="2" creationId="{988CEADD-41A2-0307-CBEA-D604393EF049}"/>
          </ac:spMkLst>
        </pc:spChg>
        <pc:spChg chg="mod">
          <ac:chgData name="Eduardo Lucas" userId="2c32288683b74354" providerId="LiveId" clId="{B4D07AFD-002A-4956-90D7-7581EE6FC581}" dt="2023-02-15T19:02:25.580" v="134" actId="26606"/>
          <ac:spMkLst>
            <pc:docMk/>
            <pc:sldMk cId="3634622159" sldId="268"/>
            <ac:spMk id="8" creationId="{72F65A63-5FD0-B217-3EF5-5A15F9917043}"/>
          </ac:spMkLst>
        </pc:spChg>
        <pc:spChg chg="add del">
          <ac:chgData name="Eduardo Lucas" userId="2c32288683b74354" providerId="LiveId" clId="{B4D07AFD-002A-4956-90D7-7581EE6FC581}" dt="2023-02-15T19:02:20.549" v="131" actId="26606"/>
          <ac:spMkLst>
            <pc:docMk/>
            <pc:sldMk cId="3634622159" sldId="268"/>
            <ac:spMk id="13" creationId="{D12DDE76-C203-4047-9998-63900085B5E8}"/>
          </ac:spMkLst>
        </pc:spChg>
        <pc:spChg chg="add del">
          <ac:chgData name="Eduardo Lucas" userId="2c32288683b74354" providerId="LiveId" clId="{B4D07AFD-002A-4956-90D7-7581EE6FC581}" dt="2023-02-15T19:02:25.572" v="133" actId="26606"/>
          <ac:spMkLst>
            <pc:docMk/>
            <pc:sldMk cId="3634622159" sldId="268"/>
            <ac:spMk id="15" creationId="{D4771268-CB57-404A-9271-370EB28F6090}"/>
          </ac:spMkLst>
        </pc:spChg>
        <pc:spChg chg="add">
          <ac:chgData name="Eduardo Lucas" userId="2c32288683b74354" providerId="LiveId" clId="{B4D07AFD-002A-4956-90D7-7581EE6FC581}" dt="2023-02-15T19:02:25.580" v="134" actId="26606"/>
          <ac:spMkLst>
            <pc:docMk/>
            <pc:sldMk cId="3634622159" sldId="268"/>
            <ac:spMk id="17" creationId="{6753252F-4873-4F63-801D-CC719279A7D5}"/>
          </ac:spMkLst>
        </pc:spChg>
        <pc:spChg chg="add">
          <ac:chgData name="Eduardo Lucas" userId="2c32288683b74354" providerId="LiveId" clId="{B4D07AFD-002A-4956-90D7-7581EE6FC581}" dt="2023-02-15T19:02:25.580" v="134" actId="26606"/>
          <ac:spMkLst>
            <pc:docMk/>
            <pc:sldMk cId="3634622159" sldId="268"/>
            <ac:spMk id="18" creationId="{047C8CCB-F95D-4249-92DD-651249D3535A}"/>
          </ac:spMkLst>
        </pc:spChg>
        <pc:picChg chg="add mod">
          <ac:chgData name="Eduardo Lucas" userId="2c32288683b74354" providerId="LiveId" clId="{B4D07AFD-002A-4956-90D7-7581EE6FC581}" dt="2023-02-15T19:02:25.580" v="134" actId="26606"/>
          <ac:picMkLst>
            <pc:docMk/>
            <pc:sldMk cId="3634622159" sldId="268"/>
            <ac:picMk id="4" creationId="{1FFB2E0B-57E7-20A8-77E1-05BCAA7FA866}"/>
          </ac:picMkLst>
        </pc:picChg>
      </pc:sldChg>
      <pc:sldChg chg="ord setBg">
        <pc:chgData name="Eduardo Lucas" userId="2c32288683b74354" providerId="LiveId" clId="{B4D07AFD-002A-4956-90D7-7581EE6FC581}" dt="2023-02-15T19:14:10.373" v="891"/>
        <pc:sldMkLst>
          <pc:docMk/>
          <pc:sldMk cId="2026832597" sldId="269"/>
        </pc:sldMkLst>
      </pc:sldChg>
      <pc:sldChg chg="delSp modSp add del mod ord setBg">
        <pc:chgData name="Eduardo Lucas" userId="2c32288683b74354" providerId="LiveId" clId="{B4D07AFD-002A-4956-90D7-7581EE6FC581}" dt="2023-02-15T19:07:00.549" v="193" actId="47"/>
        <pc:sldMkLst>
          <pc:docMk/>
          <pc:sldMk cId="2204272440" sldId="270"/>
        </pc:sldMkLst>
        <pc:spChg chg="mod">
          <ac:chgData name="Eduardo Lucas" userId="2c32288683b74354" providerId="LiveId" clId="{B4D07AFD-002A-4956-90D7-7581EE6FC581}" dt="2023-02-15T19:05:03.661" v="180" actId="27636"/>
          <ac:spMkLst>
            <pc:docMk/>
            <pc:sldMk cId="2204272440" sldId="270"/>
            <ac:spMk id="8" creationId="{72F65A63-5FD0-B217-3EF5-5A15F9917043}"/>
          </ac:spMkLst>
        </pc:spChg>
        <pc:picChg chg="del">
          <ac:chgData name="Eduardo Lucas" userId="2c32288683b74354" providerId="LiveId" clId="{B4D07AFD-002A-4956-90D7-7581EE6FC581}" dt="2023-02-15T19:06:53.605" v="190" actId="21"/>
          <ac:picMkLst>
            <pc:docMk/>
            <pc:sldMk cId="2204272440" sldId="270"/>
            <ac:picMk id="4" creationId="{1FFB2E0B-57E7-20A8-77E1-05BCAA7FA866}"/>
          </ac:picMkLst>
        </pc:picChg>
      </pc:sldChg>
      <pc:sldChg chg="addSp delSp modSp add mod ord">
        <pc:chgData name="Eduardo Lucas" userId="2c32288683b74354" providerId="LiveId" clId="{B4D07AFD-002A-4956-90D7-7581EE6FC581}" dt="2023-02-15T19:16:00.139" v="1021" actId="5793"/>
        <pc:sldMkLst>
          <pc:docMk/>
          <pc:sldMk cId="3318804063" sldId="271"/>
        </pc:sldMkLst>
        <pc:spChg chg="del">
          <ac:chgData name="Eduardo Lucas" userId="2c32288683b74354" providerId="LiveId" clId="{B4D07AFD-002A-4956-90D7-7581EE6FC581}" dt="2023-02-15T19:06:57.064" v="191" actId="478"/>
          <ac:spMkLst>
            <pc:docMk/>
            <pc:sldMk cId="3318804063" sldId="271"/>
            <ac:spMk id="2" creationId="{988CEADD-41A2-0307-CBEA-D604393EF049}"/>
          </ac:spMkLst>
        </pc:spChg>
        <pc:spChg chg="add mod">
          <ac:chgData name="Eduardo Lucas" userId="2c32288683b74354" providerId="LiveId" clId="{B4D07AFD-002A-4956-90D7-7581EE6FC581}" dt="2023-02-15T19:16:00.139" v="1021" actId="5793"/>
          <ac:spMkLst>
            <pc:docMk/>
            <pc:sldMk cId="3318804063" sldId="271"/>
            <ac:spMk id="4" creationId="{0FEE5E21-AD6C-2D36-0AA2-323F12E8F3C3}"/>
          </ac:spMkLst>
        </pc:spChg>
        <pc:spChg chg="mod">
          <ac:chgData name="Eduardo Lucas" userId="2c32288683b74354" providerId="LiveId" clId="{B4D07AFD-002A-4956-90D7-7581EE6FC581}" dt="2023-02-15T19:14:41.704" v="898" actId="20577"/>
          <ac:spMkLst>
            <pc:docMk/>
            <pc:sldMk cId="3318804063" sldId="271"/>
            <ac:spMk id="8" creationId="{72F65A63-5FD0-B217-3EF5-5A15F9917043}"/>
          </ac:spMkLst>
        </pc:spChg>
        <pc:picChg chg="add mod">
          <ac:chgData name="Eduardo Lucas" userId="2c32288683b74354" providerId="LiveId" clId="{B4D07AFD-002A-4956-90D7-7581EE6FC581}" dt="2023-02-15T19:10:17.600" v="549" actId="1076"/>
          <ac:picMkLst>
            <pc:docMk/>
            <pc:sldMk cId="3318804063" sldId="271"/>
            <ac:picMk id="3" creationId="{E1BFB370-781A-6194-DD09-C52C216B0AE1}"/>
          </ac:picMkLst>
        </pc:picChg>
      </pc:sldChg>
      <pc:sldMasterChg chg="setBg modSldLayout">
        <pc:chgData name="Eduardo Lucas" userId="2c32288683b74354" providerId="LiveId" clId="{B4D07AFD-002A-4956-90D7-7581EE6FC581}" dt="2023-02-15T19:06:14.683" v="185"/>
        <pc:sldMasterMkLst>
          <pc:docMk/>
          <pc:sldMasterMk cId="3869511821" sldId="2147483648"/>
        </pc:sldMasterMkLst>
        <pc:sldLayoutChg chg="modSp 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937266074" sldId="2147483649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1441576218" sldId="2147483650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2406965253" sldId="2147483651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1832137025" sldId="2147483652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4073592598" sldId="2147483653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163791817" sldId="2147483654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796001952" sldId="2147483655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2496309732" sldId="2147483656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2173571330" sldId="2147483657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2558188750" sldId="2147483658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448192461" sldId="2147483659"/>
          </pc:sldLayoutMkLst>
        </pc:sldLayoutChg>
      </pc:sldMasterChg>
    </pc:docChg>
  </pc:docChgLst>
  <pc:docChgLst>
    <pc:chgData name="Eduardo Lucas" userId="2c32288683b74354" providerId="LiveId" clId="{B835D068-D7E8-47EC-9C17-6189D1D676B4}"/>
    <pc:docChg chg="custSel addSld modSld">
      <pc:chgData name="Eduardo Lucas" userId="2c32288683b74354" providerId="LiveId" clId="{B835D068-D7E8-47EC-9C17-6189D1D676B4}" dt="2023-02-15T19:55:06.904" v="676" actId="20577"/>
      <pc:docMkLst>
        <pc:docMk/>
      </pc:docMkLst>
      <pc:sldChg chg="addSp delSp modSp mod">
        <pc:chgData name="Eduardo Lucas" userId="2c32288683b74354" providerId="LiveId" clId="{B835D068-D7E8-47EC-9C17-6189D1D676B4}" dt="2023-02-15T19:17:37.507" v="2"/>
        <pc:sldMkLst>
          <pc:docMk/>
          <pc:sldMk cId="2026832597" sldId="269"/>
        </pc:sldMkLst>
        <pc:spChg chg="del">
          <ac:chgData name="Eduardo Lucas" userId="2c32288683b74354" providerId="LiveId" clId="{B835D068-D7E8-47EC-9C17-6189D1D676B4}" dt="2023-02-15T19:17:28.820" v="0" actId="21"/>
          <ac:spMkLst>
            <pc:docMk/>
            <pc:sldMk cId="2026832597" sldId="269"/>
            <ac:spMk id="2" creationId="{3D06D28C-2981-E7B7-872F-5BA562F131B2}"/>
          </ac:spMkLst>
        </pc:spChg>
        <pc:spChg chg="del">
          <ac:chgData name="Eduardo Lucas" userId="2c32288683b74354" providerId="LiveId" clId="{B835D068-D7E8-47EC-9C17-6189D1D676B4}" dt="2023-02-15T19:17:36.376" v="1" actId="478"/>
          <ac:spMkLst>
            <pc:docMk/>
            <pc:sldMk cId="2026832597" sldId="269"/>
            <ac:spMk id="3" creationId="{ABC50711-90BC-BCA4-6787-47B33C2CE440}"/>
          </ac:spMkLst>
        </pc:spChg>
        <pc:spChg chg="del">
          <ac:chgData name="Eduardo Lucas" userId="2c32288683b74354" providerId="LiveId" clId="{B835D068-D7E8-47EC-9C17-6189D1D676B4}" dt="2023-02-15T19:17:36.376" v="1" actId="478"/>
          <ac:spMkLst>
            <pc:docMk/>
            <pc:sldMk cId="2026832597" sldId="269"/>
            <ac:spMk id="4" creationId="{FC140873-4178-B439-537A-C7375290CC48}"/>
          </ac:spMkLst>
        </pc:spChg>
        <pc:spChg chg="add mod">
          <ac:chgData name="Eduardo Lucas" userId="2c32288683b74354" providerId="LiveId" clId="{B835D068-D7E8-47EC-9C17-6189D1D676B4}" dt="2023-02-15T19:17:37.507" v="2"/>
          <ac:spMkLst>
            <pc:docMk/>
            <pc:sldMk cId="2026832597" sldId="269"/>
            <ac:spMk id="5" creationId="{2B39DB33-9C1D-DAC1-6F4E-B9A33DEF722B}"/>
          </ac:spMkLst>
        </pc:spChg>
        <pc:spChg chg="del">
          <ac:chgData name="Eduardo Lucas" userId="2c32288683b74354" providerId="LiveId" clId="{B835D068-D7E8-47EC-9C17-6189D1D676B4}" dt="2023-02-15T19:17:36.376" v="1" actId="478"/>
          <ac:spMkLst>
            <pc:docMk/>
            <pc:sldMk cId="2026832597" sldId="269"/>
            <ac:spMk id="6" creationId="{CDDB6E8F-ACF6-FEE6-0E41-05652C634028}"/>
          </ac:spMkLst>
        </pc:spChg>
        <pc:spChg chg="del">
          <ac:chgData name="Eduardo Lucas" userId="2c32288683b74354" providerId="LiveId" clId="{B835D068-D7E8-47EC-9C17-6189D1D676B4}" dt="2023-02-15T19:17:36.376" v="1" actId="478"/>
          <ac:spMkLst>
            <pc:docMk/>
            <pc:sldMk cId="2026832597" sldId="269"/>
            <ac:spMk id="7" creationId="{BE16D933-2961-C328-F60F-AB781CE48189}"/>
          </ac:spMkLst>
        </pc:spChg>
      </pc:sldChg>
      <pc:sldChg chg="addSp delSp modSp add mod">
        <pc:chgData name="Eduardo Lucas" userId="2c32288683b74354" providerId="LiveId" clId="{B835D068-D7E8-47EC-9C17-6189D1D676B4}" dt="2023-02-15T19:47:09.398" v="194" actId="20577"/>
        <pc:sldMkLst>
          <pc:docMk/>
          <pc:sldMk cId="3199378571" sldId="272"/>
        </pc:sldMkLst>
        <pc:spChg chg="mod">
          <ac:chgData name="Eduardo Lucas" userId="2c32288683b74354" providerId="LiveId" clId="{B835D068-D7E8-47EC-9C17-6189D1D676B4}" dt="2023-02-15T19:47:09.398" v="194" actId="20577"/>
          <ac:spMkLst>
            <pc:docMk/>
            <pc:sldMk cId="3199378571" sldId="272"/>
            <ac:spMk id="4" creationId="{0FEE5E21-AD6C-2D36-0AA2-323F12E8F3C3}"/>
          </ac:spMkLst>
        </pc:spChg>
        <pc:picChg chg="del">
          <ac:chgData name="Eduardo Lucas" userId="2c32288683b74354" providerId="LiveId" clId="{B835D068-D7E8-47EC-9C17-6189D1D676B4}" dt="2023-02-15T19:33:30.856" v="4" actId="478"/>
          <ac:picMkLst>
            <pc:docMk/>
            <pc:sldMk cId="3199378571" sldId="272"/>
            <ac:picMk id="3" creationId="{E1BFB370-781A-6194-DD09-C52C216B0AE1}"/>
          </ac:picMkLst>
        </pc:picChg>
        <pc:picChg chg="add mod">
          <ac:chgData name="Eduardo Lucas" userId="2c32288683b74354" providerId="LiveId" clId="{B835D068-D7E8-47EC-9C17-6189D1D676B4}" dt="2023-02-15T19:36:24.367" v="9" actId="1076"/>
          <ac:picMkLst>
            <pc:docMk/>
            <pc:sldMk cId="3199378571" sldId="272"/>
            <ac:picMk id="5" creationId="{07FFD113-07D3-57A6-CA56-46276528253A}"/>
          </ac:picMkLst>
        </pc:picChg>
      </pc:sldChg>
      <pc:sldChg chg="addSp delSp modSp add mod setBg">
        <pc:chgData name="Eduardo Lucas" userId="2c32288683b74354" providerId="LiveId" clId="{B835D068-D7E8-47EC-9C17-6189D1D676B4}" dt="2023-02-15T19:55:06.904" v="676" actId="20577"/>
        <pc:sldMkLst>
          <pc:docMk/>
          <pc:sldMk cId="3782100652" sldId="273"/>
        </pc:sldMkLst>
        <pc:spChg chg="add mod">
          <ac:chgData name="Eduardo Lucas" userId="2c32288683b74354" providerId="LiveId" clId="{B835D068-D7E8-47EC-9C17-6189D1D676B4}" dt="2023-02-15T19:54:42.992" v="648" actId="1076"/>
          <ac:spMkLst>
            <pc:docMk/>
            <pc:sldMk cId="3782100652" sldId="273"/>
            <ac:spMk id="2" creationId="{97020630-7E06-F616-43BE-C6AFD02CB3A6}"/>
          </ac:spMkLst>
        </pc:spChg>
        <pc:spChg chg="mod">
          <ac:chgData name="Eduardo Lucas" userId="2c32288683b74354" providerId="LiveId" clId="{B835D068-D7E8-47EC-9C17-6189D1D676B4}" dt="2023-02-15T19:55:06.904" v="676" actId="20577"/>
          <ac:spMkLst>
            <pc:docMk/>
            <pc:sldMk cId="3782100652" sldId="273"/>
            <ac:spMk id="4" creationId="{0FEE5E21-AD6C-2D36-0AA2-323F12E8F3C3}"/>
          </ac:spMkLst>
        </pc:spChg>
        <pc:spChg chg="mod">
          <ac:chgData name="Eduardo Lucas" userId="2c32288683b74354" providerId="LiveId" clId="{B835D068-D7E8-47EC-9C17-6189D1D676B4}" dt="2023-02-15T19:47:55.377" v="209" actId="20577"/>
          <ac:spMkLst>
            <pc:docMk/>
            <pc:sldMk cId="3782100652" sldId="273"/>
            <ac:spMk id="8" creationId="{72F65A63-5FD0-B217-3EF5-5A15F9917043}"/>
          </ac:spMkLst>
        </pc:spChg>
        <pc:picChg chg="del">
          <ac:chgData name="Eduardo Lucas" userId="2c32288683b74354" providerId="LiveId" clId="{B835D068-D7E8-47EC-9C17-6189D1D676B4}" dt="2023-02-15T19:48:18.170" v="229" actId="478"/>
          <ac:picMkLst>
            <pc:docMk/>
            <pc:sldMk cId="3782100652" sldId="273"/>
            <ac:picMk id="5" creationId="{07FFD113-07D3-57A6-CA56-46276528253A}"/>
          </ac:picMkLst>
        </pc:picChg>
        <pc:picChg chg="add mod">
          <ac:chgData name="Eduardo Lucas" userId="2c32288683b74354" providerId="LiveId" clId="{B835D068-D7E8-47EC-9C17-6189D1D676B4}" dt="2023-02-15T19:54:49.333" v="649" actId="1076"/>
          <ac:picMkLst>
            <pc:docMk/>
            <pc:sldMk cId="3782100652" sldId="273"/>
            <ac:picMk id="6" creationId="{51E48D5F-892D-162F-5AE0-BA127CF6C9CB}"/>
          </ac:picMkLst>
        </pc:picChg>
      </pc:sldChg>
    </pc:docChg>
  </pc:docChgLst>
  <pc:docChgLst>
    <pc:chgData name="Eduardo Lucas" userId="c21d3465c4c8d455" providerId="LiveId" clId="{F28D0698-1128-4B52-AF1D-282A4DF8717C}"/>
    <pc:docChg chg="modSld sldOrd">
      <pc:chgData name="Eduardo Lucas" userId="c21d3465c4c8d455" providerId="LiveId" clId="{F28D0698-1128-4B52-AF1D-282A4DF8717C}" dt="2023-02-14T20:27:33.651" v="26"/>
      <pc:docMkLst>
        <pc:docMk/>
      </pc:docMkLst>
      <pc:sldChg chg="modSp mod">
        <pc:chgData name="Eduardo Lucas" userId="c21d3465c4c8d455" providerId="LiveId" clId="{F28D0698-1128-4B52-AF1D-282A4DF8717C}" dt="2023-02-14T20:20:40.538" v="24" actId="20577"/>
        <pc:sldMkLst>
          <pc:docMk/>
          <pc:sldMk cId="1674236269" sldId="262"/>
        </pc:sldMkLst>
        <pc:spChg chg="mod">
          <ac:chgData name="Eduardo Lucas" userId="c21d3465c4c8d455" providerId="LiveId" clId="{F28D0698-1128-4B52-AF1D-282A4DF8717C}" dt="2023-02-14T20:20:40.538" v="24" actId="20577"/>
          <ac:spMkLst>
            <pc:docMk/>
            <pc:sldMk cId="1674236269" sldId="262"/>
            <ac:spMk id="32" creationId="{65D16D4A-91A8-3FE4-CA17-FC2E3CDAA8F6}"/>
          </ac:spMkLst>
        </pc:spChg>
      </pc:sldChg>
      <pc:sldChg chg="ord">
        <pc:chgData name="Eduardo Lucas" userId="c21d3465c4c8d455" providerId="LiveId" clId="{F28D0698-1128-4B52-AF1D-282A4DF8717C}" dt="2023-02-14T20:27:33.651" v="26"/>
        <pc:sldMkLst>
          <pc:docMk/>
          <pc:sldMk cId="2026832597" sldId="269"/>
        </pc:sldMkLst>
      </pc:sldChg>
    </pc:docChg>
  </pc:docChgLst>
  <pc:docChgLst>
    <pc:chgData name="Eduardo Lucas" userId="2c32288683b74354" providerId="LiveId" clId="{9C8ECB29-97C0-403F-8266-0F9E62B6E178}"/>
    <pc:docChg chg="undo redo custSel addSld delSld modSld sldOrd modMainMaster">
      <pc:chgData name="Eduardo Lucas" userId="2c32288683b74354" providerId="LiveId" clId="{9C8ECB29-97C0-403F-8266-0F9E62B6E178}" dt="2023-03-28T19:58:13.882" v="2368" actId="1076"/>
      <pc:docMkLst>
        <pc:docMk/>
      </pc:docMkLst>
      <pc:sldChg chg="modSp mod">
        <pc:chgData name="Eduardo Lucas" userId="2c32288683b74354" providerId="LiveId" clId="{9C8ECB29-97C0-403F-8266-0F9E62B6E178}" dt="2023-03-28T18:14:56.834" v="990" actId="255"/>
        <pc:sldMkLst>
          <pc:docMk/>
          <pc:sldMk cId="3611735909" sldId="264"/>
        </pc:sldMkLst>
        <pc:spChg chg="mod">
          <ac:chgData name="Eduardo Lucas" userId="2c32288683b74354" providerId="LiveId" clId="{9C8ECB29-97C0-403F-8266-0F9E62B6E178}" dt="2023-03-28T18:14:56.834" v="990" actId="255"/>
          <ac:spMkLst>
            <pc:docMk/>
            <pc:sldMk cId="3611735909" sldId="264"/>
            <ac:spMk id="4" creationId="{B147C5AD-AE12-9C94-AB6A-5B550021EC60}"/>
          </ac:spMkLst>
        </pc:spChg>
      </pc:sldChg>
      <pc:sldChg chg="addSp delSp modSp mod">
        <pc:chgData name="Eduardo Lucas" userId="2c32288683b74354" providerId="LiveId" clId="{9C8ECB29-97C0-403F-8266-0F9E62B6E178}" dt="2023-03-28T18:47:57.940" v="1284" actId="478"/>
        <pc:sldMkLst>
          <pc:docMk/>
          <pc:sldMk cId="67721199" sldId="277"/>
        </pc:sldMkLst>
        <pc:spChg chg="mod">
          <ac:chgData name="Eduardo Lucas" userId="2c32288683b74354" providerId="LiveId" clId="{9C8ECB29-97C0-403F-8266-0F9E62B6E178}" dt="2023-03-28T18:18:16.420" v="1077" actId="20577"/>
          <ac:spMkLst>
            <pc:docMk/>
            <pc:sldMk cId="67721199" sldId="277"/>
            <ac:spMk id="2" creationId="{71CA36E5-C16C-B323-9708-48E4D6D10865}"/>
          </ac:spMkLst>
        </pc:spChg>
        <pc:spChg chg="add del mod">
          <ac:chgData name="Eduardo Lucas" userId="2c32288683b74354" providerId="LiveId" clId="{9C8ECB29-97C0-403F-8266-0F9E62B6E178}" dt="2023-03-28T18:47:57.940" v="1284" actId="478"/>
          <ac:spMkLst>
            <pc:docMk/>
            <pc:sldMk cId="67721199" sldId="277"/>
            <ac:spMk id="3" creationId="{ED1FBE5C-4BA1-1585-65EF-32DDA95D9CF6}"/>
          </ac:spMkLst>
        </pc:spChg>
        <pc:spChg chg="mod">
          <ac:chgData name="Eduardo Lucas" userId="2c32288683b74354" providerId="LiveId" clId="{9C8ECB29-97C0-403F-8266-0F9E62B6E178}" dt="2023-03-28T18:43:12.611" v="1109" actId="21"/>
          <ac:spMkLst>
            <pc:docMk/>
            <pc:sldMk cId="67721199" sldId="277"/>
            <ac:spMk id="4" creationId="{9CF5F437-D3CB-0B01-D41D-30EAAF90D04D}"/>
          </ac:spMkLst>
        </pc:spChg>
        <pc:spChg chg="add del mod">
          <ac:chgData name="Eduardo Lucas" userId="2c32288683b74354" providerId="LiveId" clId="{9C8ECB29-97C0-403F-8266-0F9E62B6E178}" dt="2023-03-28T18:47:57.940" v="1284" actId="478"/>
          <ac:spMkLst>
            <pc:docMk/>
            <pc:sldMk cId="67721199" sldId="277"/>
            <ac:spMk id="6" creationId="{3B42E5A0-2F34-C698-7F7D-A1C055A8A18E}"/>
          </ac:spMkLst>
        </pc:spChg>
        <pc:spChg chg="add del mod">
          <ac:chgData name="Eduardo Lucas" userId="2c32288683b74354" providerId="LiveId" clId="{9C8ECB29-97C0-403F-8266-0F9E62B6E178}" dt="2023-03-28T18:45:12.467" v="1230" actId="478"/>
          <ac:spMkLst>
            <pc:docMk/>
            <pc:sldMk cId="67721199" sldId="277"/>
            <ac:spMk id="7" creationId="{7EA768FF-5971-47A0-BA08-90786243A457}"/>
          </ac:spMkLst>
        </pc:spChg>
      </pc:sldChg>
      <pc:sldChg chg="addSp modSp add mod">
        <pc:chgData name="Eduardo Lucas" userId="2c32288683b74354" providerId="LiveId" clId="{9C8ECB29-97C0-403F-8266-0F9E62B6E178}" dt="2023-03-28T18:47:47.918" v="1283" actId="20577"/>
        <pc:sldMkLst>
          <pc:docMk/>
          <pc:sldMk cId="1316774732" sldId="278"/>
        </pc:sldMkLst>
        <pc:spChg chg="add mod">
          <ac:chgData name="Eduardo Lucas" userId="2c32288683b74354" providerId="LiveId" clId="{9C8ECB29-97C0-403F-8266-0F9E62B6E178}" dt="2023-03-28T18:47:26.555" v="1270" actId="20577"/>
          <ac:spMkLst>
            <pc:docMk/>
            <pc:sldMk cId="1316774732" sldId="278"/>
            <ac:spMk id="5" creationId="{4FE630DB-945D-3F52-5ABE-D0DA615220B8}"/>
          </ac:spMkLst>
        </pc:spChg>
        <pc:spChg chg="mod">
          <ac:chgData name="Eduardo Lucas" userId="2c32288683b74354" providerId="LiveId" clId="{9C8ECB29-97C0-403F-8266-0F9E62B6E178}" dt="2023-03-28T18:47:47.918" v="1283" actId="20577"/>
          <ac:spMkLst>
            <pc:docMk/>
            <pc:sldMk cId="1316774732" sldId="278"/>
            <ac:spMk id="6" creationId="{3B42E5A0-2F34-C698-7F7D-A1C055A8A18E}"/>
          </ac:spMkLst>
        </pc:spChg>
      </pc:sldChg>
      <pc:sldChg chg="add del">
        <pc:chgData name="Eduardo Lucas" userId="2c32288683b74354" providerId="LiveId" clId="{9C8ECB29-97C0-403F-8266-0F9E62B6E178}" dt="2023-03-28T18:42:45.763" v="1108" actId="47"/>
        <pc:sldMkLst>
          <pc:docMk/>
          <pc:sldMk cId="2130564816" sldId="278"/>
        </pc:sldMkLst>
      </pc:sldChg>
      <pc:sldChg chg="modSp add mod">
        <pc:chgData name="Eduardo Lucas" userId="2c32288683b74354" providerId="LiveId" clId="{9C8ECB29-97C0-403F-8266-0F9E62B6E178}" dt="2023-03-28T18:50:32.068" v="1307" actId="108"/>
        <pc:sldMkLst>
          <pc:docMk/>
          <pc:sldMk cId="1451590909" sldId="279"/>
        </pc:sldMkLst>
        <pc:spChg chg="mod">
          <ac:chgData name="Eduardo Lucas" userId="2c32288683b74354" providerId="LiveId" clId="{9C8ECB29-97C0-403F-8266-0F9E62B6E178}" dt="2023-03-28T18:49:27.259" v="1297" actId="20577"/>
          <ac:spMkLst>
            <pc:docMk/>
            <pc:sldMk cId="1451590909" sldId="279"/>
            <ac:spMk id="5" creationId="{4FE630DB-945D-3F52-5ABE-D0DA615220B8}"/>
          </ac:spMkLst>
        </pc:spChg>
        <pc:spChg chg="mod">
          <ac:chgData name="Eduardo Lucas" userId="2c32288683b74354" providerId="LiveId" clId="{9C8ECB29-97C0-403F-8266-0F9E62B6E178}" dt="2023-03-28T18:50:32.068" v="1307" actId="108"/>
          <ac:spMkLst>
            <pc:docMk/>
            <pc:sldMk cId="1451590909" sldId="279"/>
            <ac:spMk id="6" creationId="{3B42E5A0-2F34-C698-7F7D-A1C055A8A18E}"/>
          </ac:spMkLst>
        </pc:spChg>
      </pc:sldChg>
      <pc:sldChg chg="modSp add mod ord">
        <pc:chgData name="Eduardo Lucas" userId="2c32288683b74354" providerId="LiveId" clId="{9C8ECB29-97C0-403F-8266-0F9E62B6E178}" dt="2023-03-28T18:51:32.890" v="1331" actId="20577"/>
        <pc:sldMkLst>
          <pc:docMk/>
          <pc:sldMk cId="25520498" sldId="280"/>
        </pc:sldMkLst>
        <pc:spChg chg="mod">
          <ac:chgData name="Eduardo Lucas" userId="2c32288683b74354" providerId="LiveId" clId="{9C8ECB29-97C0-403F-8266-0F9E62B6E178}" dt="2023-03-28T18:51:32.890" v="1331" actId="20577"/>
          <ac:spMkLst>
            <pc:docMk/>
            <pc:sldMk cId="25520498" sldId="280"/>
            <ac:spMk id="5" creationId="{4FE630DB-945D-3F52-5ABE-D0DA615220B8}"/>
          </ac:spMkLst>
        </pc:spChg>
        <pc:spChg chg="mod">
          <ac:chgData name="Eduardo Lucas" userId="2c32288683b74354" providerId="LiveId" clId="{9C8ECB29-97C0-403F-8266-0F9E62B6E178}" dt="2023-03-28T18:50:07.868" v="1302" actId="20577"/>
          <ac:spMkLst>
            <pc:docMk/>
            <pc:sldMk cId="25520498" sldId="280"/>
            <ac:spMk id="6" creationId="{3B42E5A0-2F34-C698-7F7D-A1C055A8A18E}"/>
          </ac:spMkLst>
        </pc:spChg>
      </pc:sldChg>
      <pc:sldChg chg="addSp delSp modSp add del mod">
        <pc:chgData name="Eduardo Lucas" userId="2c32288683b74354" providerId="LiveId" clId="{9C8ECB29-97C0-403F-8266-0F9E62B6E178}" dt="2023-03-28T19:36:46.704" v="1863" actId="47"/>
        <pc:sldMkLst>
          <pc:docMk/>
          <pc:sldMk cId="4116918669" sldId="281"/>
        </pc:sldMkLst>
        <pc:spChg chg="mod">
          <ac:chgData name="Eduardo Lucas" userId="2c32288683b74354" providerId="LiveId" clId="{9C8ECB29-97C0-403F-8266-0F9E62B6E178}" dt="2023-03-28T19:32:24.502" v="1794" actId="20577"/>
          <ac:spMkLst>
            <pc:docMk/>
            <pc:sldMk cId="4116918669" sldId="281"/>
            <ac:spMk id="2" creationId="{71CA36E5-C16C-B323-9708-48E4D6D10865}"/>
          </ac:spMkLst>
        </pc:spChg>
        <pc:spChg chg="del">
          <ac:chgData name="Eduardo Lucas" userId="2c32288683b74354" providerId="LiveId" clId="{9C8ECB29-97C0-403F-8266-0F9E62B6E178}" dt="2023-03-28T18:52:41.021" v="1350" actId="478"/>
          <ac:spMkLst>
            <pc:docMk/>
            <pc:sldMk cId="4116918669" sldId="281"/>
            <ac:spMk id="3" creationId="{ED1FBE5C-4BA1-1585-65EF-32DDA95D9CF6}"/>
          </ac:spMkLst>
        </pc:spChg>
        <pc:spChg chg="mod">
          <ac:chgData name="Eduardo Lucas" userId="2c32288683b74354" providerId="LiveId" clId="{9C8ECB29-97C0-403F-8266-0F9E62B6E178}" dt="2023-03-28T19:36:00.853" v="1857" actId="255"/>
          <ac:spMkLst>
            <pc:docMk/>
            <pc:sldMk cId="4116918669" sldId="281"/>
            <ac:spMk id="4" creationId="{9CF5F437-D3CB-0B01-D41D-30EAAF90D04D}"/>
          </ac:spMkLst>
        </pc:spChg>
        <pc:spChg chg="del">
          <ac:chgData name="Eduardo Lucas" userId="2c32288683b74354" providerId="LiveId" clId="{9C8ECB29-97C0-403F-8266-0F9E62B6E178}" dt="2023-03-28T18:52:43.006" v="1351" actId="478"/>
          <ac:spMkLst>
            <pc:docMk/>
            <pc:sldMk cId="4116918669" sldId="281"/>
            <ac:spMk id="5" creationId="{4FE630DB-945D-3F52-5ABE-D0DA615220B8}"/>
          </ac:spMkLst>
        </pc:spChg>
        <pc:spChg chg="del">
          <ac:chgData name="Eduardo Lucas" userId="2c32288683b74354" providerId="LiveId" clId="{9C8ECB29-97C0-403F-8266-0F9E62B6E178}" dt="2023-03-28T18:52:40.207" v="1349" actId="478"/>
          <ac:spMkLst>
            <pc:docMk/>
            <pc:sldMk cId="4116918669" sldId="281"/>
            <ac:spMk id="6" creationId="{3B42E5A0-2F34-C698-7F7D-A1C055A8A18E}"/>
          </ac:spMkLst>
        </pc:spChg>
        <pc:spChg chg="del">
          <ac:chgData name="Eduardo Lucas" userId="2c32288683b74354" providerId="LiveId" clId="{9C8ECB29-97C0-403F-8266-0F9E62B6E178}" dt="2023-03-28T18:52:39.345" v="1348" actId="478"/>
          <ac:spMkLst>
            <pc:docMk/>
            <pc:sldMk cId="4116918669" sldId="281"/>
            <ac:spMk id="7" creationId="{7EA768FF-5971-47A0-BA08-90786243A457}"/>
          </ac:spMkLst>
        </pc:spChg>
        <pc:spChg chg="add del mod">
          <ac:chgData name="Eduardo Lucas" userId="2c32288683b74354" providerId="LiveId" clId="{9C8ECB29-97C0-403F-8266-0F9E62B6E178}" dt="2023-03-28T19:36:28.875" v="1860" actId="478"/>
          <ac:spMkLst>
            <pc:docMk/>
            <pc:sldMk cId="4116918669" sldId="281"/>
            <ac:spMk id="8" creationId="{1883C352-33D6-BFA4-D46B-4B0AE270AE5C}"/>
          </ac:spMkLst>
        </pc:spChg>
        <pc:spChg chg="add del mod">
          <ac:chgData name="Eduardo Lucas" userId="2c32288683b74354" providerId="LiveId" clId="{9C8ECB29-97C0-403F-8266-0F9E62B6E178}" dt="2023-03-28T19:36:28.120" v="1859" actId="478"/>
          <ac:spMkLst>
            <pc:docMk/>
            <pc:sldMk cId="4116918669" sldId="281"/>
            <ac:spMk id="9" creationId="{41941F91-D867-A305-A623-30161F86F48C}"/>
          </ac:spMkLst>
        </pc:spChg>
        <pc:spChg chg="add del mod">
          <ac:chgData name="Eduardo Lucas" userId="2c32288683b74354" providerId="LiveId" clId="{9C8ECB29-97C0-403F-8266-0F9E62B6E178}" dt="2023-03-28T19:36:31.596" v="1862" actId="478"/>
          <ac:spMkLst>
            <pc:docMk/>
            <pc:sldMk cId="4116918669" sldId="281"/>
            <ac:spMk id="10" creationId="{7A3CFAAA-5493-21B9-257F-EBE446E54559}"/>
          </ac:spMkLst>
        </pc:spChg>
        <pc:spChg chg="add del mod">
          <ac:chgData name="Eduardo Lucas" userId="2c32288683b74354" providerId="LiveId" clId="{9C8ECB29-97C0-403F-8266-0F9E62B6E178}" dt="2023-03-28T19:36:30.902" v="1861" actId="478"/>
          <ac:spMkLst>
            <pc:docMk/>
            <pc:sldMk cId="4116918669" sldId="281"/>
            <ac:spMk id="11" creationId="{3D9DA35C-8872-A705-51C6-21E0C0FD8BB4}"/>
          </ac:spMkLst>
        </pc:spChg>
      </pc:sldChg>
      <pc:sldChg chg="modSp add mod">
        <pc:chgData name="Eduardo Lucas" userId="2c32288683b74354" providerId="LiveId" clId="{9C8ECB29-97C0-403F-8266-0F9E62B6E178}" dt="2023-03-28T19:16:47.699" v="1499" actId="6549"/>
        <pc:sldMkLst>
          <pc:docMk/>
          <pc:sldMk cId="460464943" sldId="282"/>
        </pc:sldMkLst>
        <pc:spChg chg="mod">
          <ac:chgData name="Eduardo Lucas" userId="2c32288683b74354" providerId="LiveId" clId="{9C8ECB29-97C0-403F-8266-0F9E62B6E178}" dt="2023-03-28T19:16:47.699" v="1499" actId="6549"/>
          <ac:spMkLst>
            <pc:docMk/>
            <pc:sldMk cId="460464943" sldId="282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16:32.450" v="1496" actId="20577"/>
          <ac:spMkLst>
            <pc:docMk/>
            <pc:sldMk cId="460464943" sldId="282"/>
            <ac:spMk id="11" creationId="{3D9DA35C-8872-A705-51C6-21E0C0FD8BB4}"/>
          </ac:spMkLst>
        </pc:spChg>
      </pc:sldChg>
      <pc:sldChg chg="modSp add mod">
        <pc:chgData name="Eduardo Lucas" userId="2c32288683b74354" providerId="LiveId" clId="{9C8ECB29-97C0-403F-8266-0F9E62B6E178}" dt="2023-03-28T19:18:18.315" v="1528" actId="6549"/>
        <pc:sldMkLst>
          <pc:docMk/>
          <pc:sldMk cId="1218619394" sldId="283"/>
        </pc:sldMkLst>
        <pc:spChg chg="mod">
          <ac:chgData name="Eduardo Lucas" userId="2c32288683b74354" providerId="LiveId" clId="{9C8ECB29-97C0-403F-8266-0F9E62B6E178}" dt="2023-03-28T19:18:18.315" v="1528" actId="6549"/>
          <ac:spMkLst>
            <pc:docMk/>
            <pc:sldMk cId="1218619394" sldId="283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17:49.480" v="1523" actId="2711"/>
          <ac:spMkLst>
            <pc:docMk/>
            <pc:sldMk cId="1218619394" sldId="283"/>
            <ac:spMk id="10" creationId="{7A3CFAAA-5493-21B9-257F-EBE446E54559}"/>
          </ac:spMkLst>
        </pc:spChg>
        <pc:spChg chg="mod">
          <ac:chgData name="Eduardo Lucas" userId="2c32288683b74354" providerId="LiveId" clId="{9C8ECB29-97C0-403F-8266-0F9E62B6E178}" dt="2023-03-28T19:17:58.628" v="1525" actId="255"/>
          <ac:spMkLst>
            <pc:docMk/>
            <pc:sldMk cId="1218619394" sldId="283"/>
            <ac:spMk id="11" creationId="{3D9DA35C-8872-A705-51C6-21E0C0FD8BB4}"/>
          </ac:spMkLst>
        </pc:spChg>
      </pc:sldChg>
      <pc:sldChg chg="modSp add mod">
        <pc:chgData name="Eduardo Lucas" userId="2c32288683b74354" providerId="LiveId" clId="{9C8ECB29-97C0-403F-8266-0F9E62B6E178}" dt="2023-03-28T19:21:10.338" v="1567" actId="6549"/>
        <pc:sldMkLst>
          <pc:docMk/>
          <pc:sldMk cId="4286895945" sldId="284"/>
        </pc:sldMkLst>
        <pc:spChg chg="mod">
          <ac:chgData name="Eduardo Lucas" userId="2c32288683b74354" providerId="LiveId" clId="{9C8ECB29-97C0-403F-8266-0F9E62B6E178}" dt="2023-03-28T19:19:08.913" v="1531" actId="20577"/>
          <ac:spMkLst>
            <pc:docMk/>
            <pc:sldMk cId="4286895945" sldId="284"/>
            <ac:spMk id="8" creationId="{1883C352-33D6-BFA4-D46B-4B0AE270AE5C}"/>
          </ac:spMkLst>
        </pc:spChg>
        <pc:spChg chg="mod">
          <ac:chgData name="Eduardo Lucas" userId="2c32288683b74354" providerId="LiveId" clId="{9C8ECB29-97C0-403F-8266-0F9E62B6E178}" dt="2023-03-28T19:21:10.338" v="1567" actId="6549"/>
          <ac:spMkLst>
            <pc:docMk/>
            <pc:sldMk cId="4286895945" sldId="284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20:19.291" v="1564" actId="113"/>
          <ac:spMkLst>
            <pc:docMk/>
            <pc:sldMk cId="4286895945" sldId="284"/>
            <ac:spMk id="11" creationId="{3D9DA35C-8872-A705-51C6-21E0C0FD8BB4}"/>
          </ac:spMkLst>
        </pc:spChg>
      </pc:sldChg>
      <pc:sldChg chg="modSp add mod">
        <pc:chgData name="Eduardo Lucas" userId="2c32288683b74354" providerId="LiveId" clId="{9C8ECB29-97C0-403F-8266-0F9E62B6E178}" dt="2023-03-28T19:23:11.123" v="1623" actId="6549"/>
        <pc:sldMkLst>
          <pc:docMk/>
          <pc:sldMk cId="1515290486" sldId="285"/>
        </pc:sldMkLst>
        <pc:spChg chg="mod">
          <ac:chgData name="Eduardo Lucas" userId="2c32288683b74354" providerId="LiveId" clId="{9C8ECB29-97C0-403F-8266-0F9E62B6E178}" dt="2023-03-28T19:23:11.123" v="1623" actId="6549"/>
          <ac:spMkLst>
            <pc:docMk/>
            <pc:sldMk cId="1515290486" sldId="285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22:43.948" v="1620" actId="113"/>
          <ac:spMkLst>
            <pc:docMk/>
            <pc:sldMk cId="1515290486" sldId="285"/>
            <ac:spMk id="11" creationId="{3D9DA35C-8872-A705-51C6-21E0C0FD8BB4}"/>
          </ac:spMkLst>
        </pc:spChg>
      </pc:sldChg>
      <pc:sldChg chg="modSp add mod">
        <pc:chgData name="Eduardo Lucas" userId="2c32288683b74354" providerId="LiveId" clId="{9C8ECB29-97C0-403F-8266-0F9E62B6E178}" dt="2023-03-28T19:25:32.260" v="1668" actId="20577"/>
        <pc:sldMkLst>
          <pc:docMk/>
          <pc:sldMk cId="92999037" sldId="286"/>
        </pc:sldMkLst>
        <pc:spChg chg="mod">
          <ac:chgData name="Eduardo Lucas" userId="2c32288683b74354" providerId="LiveId" clId="{9C8ECB29-97C0-403F-8266-0F9E62B6E178}" dt="2023-03-28T19:24:38.754" v="1662" actId="6549"/>
          <ac:spMkLst>
            <pc:docMk/>
            <pc:sldMk cId="92999037" sldId="286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25:32.260" v="1668" actId="20577"/>
          <ac:spMkLst>
            <pc:docMk/>
            <pc:sldMk cId="92999037" sldId="286"/>
            <ac:spMk id="11" creationId="{3D9DA35C-8872-A705-51C6-21E0C0FD8BB4}"/>
          </ac:spMkLst>
        </pc:spChg>
      </pc:sldChg>
      <pc:sldChg chg="addSp delSp modSp add mod">
        <pc:chgData name="Eduardo Lucas" userId="2c32288683b74354" providerId="LiveId" clId="{9C8ECB29-97C0-403F-8266-0F9E62B6E178}" dt="2023-03-28T19:26:56.318" v="1700" actId="6549"/>
        <pc:sldMkLst>
          <pc:docMk/>
          <pc:sldMk cId="2563533058" sldId="287"/>
        </pc:sldMkLst>
        <pc:spChg chg="add del mod">
          <ac:chgData name="Eduardo Lucas" userId="2c32288683b74354" providerId="LiveId" clId="{9C8ECB29-97C0-403F-8266-0F9E62B6E178}" dt="2023-03-28T19:26:56.318" v="1700" actId="6549"/>
          <ac:spMkLst>
            <pc:docMk/>
            <pc:sldMk cId="2563533058" sldId="287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26:18.911" v="1693" actId="113"/>
          <ac:spMkLst>
            <pc:docMk/>
            <pc:sldMk cId="2563533058" sldId="287"/>
            <ac:spMk id="11" creationId="{3D9DA35C-8872-A705-51C6-21E0C0FD8BB4}"/>
          </ac:spMkLst>
        </pc:spChg>
      </pc:sldChg>
      <pc:sldChg chg="modSp add mod">
        <pc:chgData name="Eduardo Lucas" userId="2c32288683b74354" providerId="LiveId" clId="{9C8ECB29-97C0-403F-8266-0F9E62B6E178}" dt="2023-03-28T19:28:22.292" v="1739" actId="20577"/>
        <pc:sldMkLst>
          <pc:docMk/>
          <pc:sldMk cId="802307199" sldId="288"/>
        </pc:sldMkLst>
        <pc:spChg chg="mod">
          <ac:chgData name="Eduardo Lucas" userId="2c32288683b74354" providerId="LiveId" clId="{9C8ECB29-97C0-403F-8266-0F9E62B6E178}" dt="2023-03-28T19:28:22.292" v="1739" actId="20577"/>
          <ac:spMkLst>
            <pc:docMk/>
            <pc:sldMk cId="802307199" sldId="288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28:08.951" v="1735" actId="113"/>
          <ac:spMkLst>
            <pc:docMk/>
            <pc:sldMk cId="802307199" sldId="288"/>
            <ac:spMk id="11" creationId="{3D9DA35C-8872-A705-51C6-21E0C0FD8BB4}"/>
          </ac:spMkLst>
        </pc:spChg>
      </pc:sldChg>
      <pc:sldChg chg="modSp add mod">
        <pc:chgData name="Eduardo Lucas" userId="2c32288683b74354" providerId="LiveId" clId="{9C8ECB29-97C0-403F-8266-0F9E62B6E178}" dt="2023-03-28T19:29:38.820" v="1784" actId="207"/>
        <pc:sldMkLst>
          <pc:docMk/>
          <pc:sldMk cId="1390208546" sldId="289"/>
        </pc:sldMkLst>
        <pc:spChg chg="mod">
          <ac:chgData name="Eduardo Lucas" userId="2c32288683b74354" providerId="LiveId" clId="{9C8ECB29-97C0-403F-8266-0F9E62B6E178}" dt="2023-03-28T19:29:38.820" v="1784" actId="207"/>
          <ac:spMkLst>
            <pc:docMk/>
            <pc:sldMk cId="1390208546" sldId="289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29:34.381" v="1783" actId="255"/>
          <ac:spMkLst>
            <pc:docMk/>
            <pc:sldMk cId="1390208546" sldId="289"/>
            <ac:spMk id="11" creationId="{3D9DA35C-8872-A705-51C6-21E0C0FD8BB4}"/>
          </ac:spMkLst>
        </pc:spChg>
      </pc:sldChg>
      <pc:sldChg chg="add">
        <pc:chgData name="Eduardo Lucas" userId="2c32288683b74354" providerId="LiveId" clId="{9C8ECB29-97C0-403F-8266-0F9E62B6E178}" dt="2023-03-28T19:32:18.516" v="1785" actId="2890"/>
        <pc:sldMkLst>
          <pc:docMk/>
          <pc:sldMk cId="2517394480" sldId="290"/>
        </pc:sldMkLst>
      </pc:sldChg>
      <pc:sldChg chg="modSp add mod">
        <pc:chgData name="Eduardo Lucas" userId="2c32288683b74354" providerId="LiveId" clId="{9C8ECB29-97C0-403F-8266-0F9E62B6E178}" dt="2023-03-28T19:39:24.266" v="1931" actId="6549"/>
        <pc:sldMkLst>
          <pc:docMk/>
          <pc:sldMk cId="2202899175" sldId="291"/>
        </pc:sldMkLst>
        <pc:spChg chg="mod">
          <ac:chgData name="Eduardo Lucas" userId="2c32288683b74354" providerId="LiveId" clId="{9C8ECB29-97C0-403F-8266-0F9E62B6E178}" dt="2023-03-28T19:37:23.645" v="1898" actId="1076"/>
          <ac:spMkLst>
            <pc:docMk/>
            <pc:sldMk cId="2202899175" sldId="291"/>
            <ac:spMk id="4" creationId="{9CF5F437-D3CB-0B01-D41D-30EAAF90D04D}"/>
          </ac:spMkLst>
        </pc:spChg>
        <pc:spChg chg="mod">
          <ac:chgData name="Eduardo Lucas" userId="2c32288683b74354" providerId="LiveId" clId="{9C8ECB29-97C0-403F-8266-0F9E62B6E178}" dt="2023-03-28T19:39:24.266" v="1931" actId="6549"/>
          <ac:spMkLst>
            <pc:docMk/>
            <pc:sldMk cId="2202899175" sldId="291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39:12.369" v="1928" actId="6549"/>
          <ac:spMkLst>
            <pc:docMk/>
            <pc:sldMk cId="2202899175" sldId="291"/>
            <ac:spMk id="11" creationId="{3D9DA35C-8872-A705-51C6-21E0C0FD8BB4}"/>
          </ac:spMkLst>
        </pc:spChg>
      </pc:sldChg>
      <pc:sldChg chg="modSp del mod">
        <pc:chgData name="Eduardo Lucas" userId="2c32288683b74354" providerId="LiveId" clId="{9C8ECB29-97C0-403F-8266-0F9E62B6E178}" dt="2023-03-28T18:15:03.599" v="991" actId="47"/>
        <pc:sldMkLst>
          <pc:docMk/>
          <pc:sldMk cId="2837403444" sldId="291"/>
        </pc:sldMkLst>
        <pc:spChg chg="mod">
          <ac:chgData name="Eduardo Lucas" userId="2c32288683b74354" providerId="LiveId" clId="{9C8ECB29-97C0-403F-8266-0F9E62B6E178}" dt="2023-03-16T19:32:49.793" v="153" actId="207"/>
          <ac:spMkLst>
            <pc:docMk/>
            <pc:sldMk cId="2837403444" sldId="291"/>
            <ac:spMk id="3" creationId="{416F2013-1BAE-CD9A-65A9-74F2606DDCE6}"/>
          </ac:spMkLst>
        </pc:spChg>
        <pc:spChg chg="mod">
          <ac:chgData name="Eduardo Lucas" userId="2c32288683b74354" providerId="LiveId" clId="{9C8ECB29-97C0-403F-8266-0F9E62B6E178}" dt="2023-03-16T19:20:22.979" v="0" actId="6549"/>
          <ac:spMkLst>
            <pc:docMk/>
            <pc:sldMk cId="2837403444" sldId="291"/>
            <ac:spMk id="6" creationId="{F6DD6CB4-AA61-F2BB-A745-69A4DC455558}"/>
          </ac:spMkLst>
        </pc:spChg>
      </pc:sldChg>
      <pc:sldChg chg="modSp del mod">
        <pc:chgData name="Eduardo Lucas" userId="2c32288683b74354" providerId="LiveId" clId="{9C8ECB29-97C0-403F-8266-0F9E62B6E178}" dt="2023-03-28T18:15:05.092" v="992" actId="47"/>
        <pc:sldMkLst>
          <pc:docMk/>
          <pc:sldMk cId="625945542" sldId="292"/>
        </pc:sldMkLst>
        <pc:spChg chg="mod">
          <ac:chgData name="Eduardo Lucas" userId="2c32288683b74354" providerId="LiveId" clId="{9C8ECB29-97C0-403F-8266-0F9E62B6E178}" dt="2023-03-16T19:32:57.625" v="154" actId="207"/>
          <ac:spMkLst>
            <pc:docMk/>
            <pc:sldMk cId="625945542" sldId="292"/>
            <ac:spMk id="3" creationId="{416F2013-1BAE-CD9A-65A9-74F2606DDCE6}"/>
          </ac:spMkLst>
        </pc:spChg>
        <pc:spChg chg="mod">
          <ac:chgData name="Eduardo Lucas" userId="2c32288683b74354" providerId="LiveId" clId="{9C8ECB29-97C0-403F-8266-0F9E62B6E178}" dt="2023-03-16T19:20:30.155" v="1" actId="6549"/>
          <ac:spMkLst>
            <pc:docMk/>
            <pc:sldMk cId="625945542" sldId="292"/>
            <ac:spMk id="6" creationId="{08188670-3AE5-3EC5-791D-DDDF0639380A}"/>
          </ac:spMkLst>
        </pc:spChg>
      </pc:sldChg>
      <pc:sldChg chg="modSp add mod">
        <pc:chgData name="Eduardo Lucas" userId="2c32288683b74354" providerId="LiveId" clId="{9C8ECB29-97C0-403F-8266-0F9E62B6E178}" dt="2023-03-28T19:41:28.919" v="1984" actId="20577"/>
        <pc:sldMkLst>
          <pc:docMk/>
          <pc:sldMk cId="2815285750" sldId="292"/>
        </pc:sldMkLst>
        <pc:spChg chg="mod">
          <ac:chgData name="Eduardo Lucas" userId="2c32288683b74354" providerId="LiveId" clId="{9C8ECB29-97C0-403F-8266-0F9E62B6E178}" dt="2023-03-28T19:41:28.919" v="1984" actId="20577"/>
          <ac:spMkLst>
            <pc:docMk/>
            <pc:sldMk cId="2815285750" sldId="292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41:08.042" v="1946" actId="113"/>
          <ac:spMkLst>
            <pc:docMk/>
            <pc:sldMk cId="2815285750" sldId="292"/>
            <ac:spMk id="11" creationId="{3D9DA35C-8872-A705-51C6-21E0C0FD8BB4}"/>
          </ac:spMkLst>
        </pc:spChg>
      </pc:sldChg>
      <pc:sldChg chg="modSp del mod">
        <pc:chgData name="Eduardo Lucas" userId="2c32288683b74354" providerId="LiveId" clId="{9C8ECB29-97C0-403F-8266-0F9E62B6E178}" dt="2023-03-28T18:15:05.374" v="993" actId="47"/>
        <pc:sldMkLst>
          <pc:docMk/>
          <pc:sldMk cId="2229417533" sldId="293"/>
        </pc:sldMkLst>
        <pc:spChg chg="mod">
          <ac:chgData name="Eduardo Lucas" userId="2c32288683b74354" providerId="LiveId" clId="{9C8ECB29-97C0-403F-8266-0F9E62B6E178}" dt="2023-03-16T19:33:03.373" v="155" actId="207"/>
          <ac:spMkLst>
            <pc:docMk/>
            <pc:sldMk cId="2229417533" sldId="293"/>
            <ac:spMk id="3" creationId="{416F2013-1BAE-CD9A-65A9-74F2606DDCE6}"/>
          </ac:spMkLst>
        </pc:spChg>
        <pc:spChg chg="mod">
          <ac:chgData name="Eduardo Lucas" userId="2c32288683b74354" providerId="LiveId" clId="{9C8ECB29-97C0-403F-8266-0F9E62B6E178}" dt="2023-03-16T19:20:35.507" v="2" actId="6549"/>
          <ac:spMkLst>
            <pc:docMk/>
            <pc:sldMk cId="2229417533" sldId="293"/>
            <ac:spMk id="6" creationId="{D077AA95-DAD1-1B58-91F3-EA33857071A8}"/>
          </ac:spMkLst>
        </pc:spChg>
      </pc:sldChg>
      <pc:sldChg chg="modSp add mod">
        <pc:chgData name="Eduardo Lucas" userId="2c32288683b74354" providerId="LiveId" clId="{9C8ECB29-97C0-403F-8266-0F9E62B6E178}" dt="2023-03-28T19:43:05.232" v="2006" actId="6549"/>
        <pc:sldMkLst>
          <pc:docMk/>
          <pc:sldMk cId="2766655319" sldId="293"/>
        </pc:sldMkLst>
        <pc:spChg chg="mod">
          <ac:chgData name="Eduardo Lucas" userId="2c32288683b74354" providerId="LiveId" clId="{9C8ECB29-97C0-403F-8266-0F9E62B6E178}" dt="2023-03-28T19:43:05.232" v="2006" actId="6549"/>
          <ac:spMkLst>
            <pc:docMk/>
            <pc:sldMk cId="2766655319" sldId="293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42:45.901" v="2003" actId="255"/>
          <ac:spMkLst>
            <pc:docMk/>
            <pc:sldMk cId="2766655319" sldId="293"/>
            <ac:spMk id="11" creationId="{3D9DA35C-8872-A705-51C6-21E0C0FD8BB4}"/>
          </ac:spMkLst>
        </pc:spChg>
      </pc:sldChg>
      <pc:sldChg chg="modSp add mod">
        <pc:chgData name="Eduardo Lucas" userId="2c32288683b74354" providerId="LiveId" clId="{9C8ECB29-97C0-403F-8266-0F9E62B6E178}" dt="2023-03-28T19:44:52.997" v="2033" actId="207"/>
        <pc:sldMkLst>
          <pc:docMk/>
          <pc:sldMk cId="1084925176" sldId="294"/>
        </pc:sldMkLst>
        <pc:spChg chg="mod">
          <ac:chgData name="Eduardo Lucas" userId="2c32288683b74354" providerId="LiveId" clId="{9C8ECB29-97C0-403F-8266-0F9E62B6E178}" dt="2023-03-28T19:44:52.997" v="2033" actId="207"/>
          <ac:spMkLst>
            <pc:docMk/>
            <pc:sldMk cId="1084925176" sldId="294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44:35.086" v="2031" actId="20577"/>
          <ac:spMkLst>
            <pc:docMk/>
            <pc:sldMk cId="1084925176" sldId="294"/>
            <ac:spMk id="11" creationId="{3D9DA35C-8872-A705-51C6-21E0C0FD8BB4}"/>
          </ac:spMkLst>
        </pc:spChg>
      </pc:sldChg>
      <pc:sldChg chg="addSp delSp modSp del mod">
        <pc:chgData name="Eduardo Lucas" userId="2c32288683b74354" providerId="LiveId" clId="{9C8ECB29-97C0-403F-8266-0F9E62B6E178}" dt="2023-03-28T18:15:05.590" v="994" actId="47"/>
        <pc:sldMkLst>
          <pc:docMk/>
          <pc:sldMk cId="3810949471" sldId="294"/>
        </pc:sldMkLst>
        <pc:spChg chg="mod">
          <ac:chgData name="Eduardo Lucas" userId="2c32288683b74354" providerId="LiveId" clId="{9C8ECB29-97C0-403F-8266-0F9E62B6E178}" dt="2023-03-16T19:33:08.041" v="156" actId="207"/>
          <ac:spMkLst>
            <pc:docMk/>
            <pc:sldMk cId="3810949471" sldId="294"/>
            <ac:spMk id="3" creationId="{416F2013-1BAE-CD9A-65A9-74F2606DDCE6}"/>
          </ac:spMkLst>
        </pc:spChg>
        <pc:spChg chg="add del mod">
          <ac:chgData name="Eduardo Lucas" userId="2c32288683b74354" providerId="LiveId" clId="{9C8ECB29-97C0-403F-8266-0F9E62B6E178}" dt="2023-03-16T19:20:44.625" v="5" actId="6549"/>
          <ac:spMkLst>
            <pc:docMk/>
            <pc:sldMk cId="3810949471" sldId="294"/>
            <ac:spMk id="6" creationId="{06D65B0E-72B1-C58C-8975-AFADF780A777}"/>
          </ac:spMkLst>
        </pc:spChg>
      </pc:sldChg>
      <pc:sldChg chg="modSp del mod">
        <pc:chgData name="Eduardo Lucas" userId="2c32288683b74354" providerId="LiveId" clId="{9C8ECB29-97C0-403F-8266-0F9E62B6E178}" dt="2023-03-28T18:15:05.768" v="995" actId="47"/>
        <pc:sldMkLst>
          <pc:docMk/>
          <pc:sldMk cId="789733603" sldId="295"/>
        </pc:sldMkLst>
        <pc:spChg chg="mod">
          <ac:chgData name="Eduardo Lucas" userId="2c32288683b74354" providerId="LiveId" clId="{9C8ECB29-97C0-403F-8266-0F9E62B6E178}" dt="2023-03-16T19:33:13.333" v="157" actId="207"/>
          <ac:spMkLst>
            <pc:docMk/>
            <pc:sldMk cId="789733603" sldId="295"/>
            <ac:spMk id="3" creationId="{416F2013-1BAE-CD9A-65A9-74F2606DDCE6}"/>
          </ac:spMkLst>
        </pc:spChg>
        <pc:spChg chg="mod">
          <ac:chgData name="Eduardo Lucas" userId="2c32288683b74354" providerId="LiveId" clId="{9C8ECB29-97C0-403F-8266-0F9E62B6E178}" dt="2023-03-16T19:20:50.773" v="13" actId="20577"/>
          <ac:spMkLst>
            <pc:docMk/>
            <pc:sldMk cId="789733603" sldId="295"/>
            <ac:spMk id="4" creationId="{9CF5F437-D3CB-0B01-D41D-30EAAF90D04D}"/>
          </ac:spMkLst>
        </pc:spChg>
      </pc:sldChg>
      <pc:sldChg chg="modSp add mod">
        <pc:chgData name="Eduardo Lucas" userId="2c32288683b74354" providerId="LiveId" clId="{9C8ECB29-97C0-403F-8266-0F9E62B6E178}" dt="2023-03-28T19:49:25.967" v="2217" actId="20577"/>
        <pc:sldMkLst>
          <pc:docMk/>
          <pc:sldMk cId="3127333677" sldId="295"/>
        </pc:sldMkLst>
        <pc:spChg chg="mod">
          <ac:chgData name="Eduardo Lucas" userId="2c32288683b74354" providerId="LiveId" clId="{9C8ECB29-97C0-403F-8266-0F9E62B6E178}" dt="2023-03-28T19:45:52.240" v="2034" actId="207"/>
          <ac:spMkLst>
            <pc:docMk/>
            <pc:sldMk cId="3127333677" sldId="295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49:25.967" v="2217" actId="20577"/>
          <ac:spMkLst>
            <pc:docMk/>
            <pc:sldMk cId="3127333677" sldId="295"/>
            <ac:spMk id="11" creationId="{3D9DA35C-8872-A705-51C6-21E0C0FD8BB4}"/>
          </ac:spMkLst>
        </pc:spChg>
      </pc:sldChg>
      <pc:sldChg chg="modSp del mod">
        <pc:chgData name="Eduardo Lucas" userId="2c32288683b74354" providerId="LiveId" clId="{9C8ECB29-97C0-403F-8266-0F9E62B6E178}" dt="2023-03-28T18:15:05.869" v="996" actId="47"/>
        <pc:sldMkLst>
          <pc:docMk/>
          <pc:sldMk cId="195980359" sldId="296"/>
        </pc:sldMkLst>
        <pc:spChg chg="mod">
          <ac:chgData name="Eduardo Lucas" userId="2c32288683b74354" providerId="LiveId" clId="{9C8ECB29-97C0-403F-8266-0F9E62B6E178}" dt="2023-03-16T19:33:17.785" v="158" actId="207"/>
          <ac:spMkLst>
            <pc:docMk/>
            <pc:sldMk cId="195980359" sldId="296"/>
            <ac:spMk id="3" creationId="{416F2013-1BAE-CD9A-65A9-74F2606DDCE6}"/>
          </ac:spMkLst>
        </pc:spChg>
      </pc:sldChg>
      <pc:sldChg chg="addSp delSp modSp add mod">
        <pc:chgData name="Eduardo Lucas" userId="2c32288683b74354" providerId="LiveId" clId="{9C8ECB29-97C0-403F-8266-0F9E62B6E178}" dt="2023-03-28T19:57:26.111" v="2348" actId="1076"/>
        <pc:sldMkLst>
          <pc:docMk/>
          <pc:sldMk cId="2550689628" sldId="296"/>
        </pc:sldMkLst>
        <pc:spChg chg="mod">
          <ac:chgData name="Eduardo Lucas" userId="2c32288683b74354" providerId="LiveId" clId="{9C8ECB29-97C0-403F-8266-0F9E62B6E178}" dt="2023-03-28T19:53:32.085" v="2318" actId="12"/>
          <ac:spMkLst>
            <pc:docMk/>
            <pc:sldMk cId="2550689628" sldId="296"/>
            <ac:spMk id="2" creationId="{71CA36E5-C16C-B323-9708-48E4D6D10865}"/>
          </ac:spMkLst>
        </pc:spChg>
        <pc:spChg chg="del">
          <ac:chgData name="Eduardo Lucas" userId="2c32288683b74354" providerId="LiveId" clId="{9C8ECB29-97C0-403F-8266-0F9E62B6E178}" dt="2023-03-28T19:51:09.445" v="2219" actId="478"/>
          <ac:spMkLst>
            <pc:docMk/>
            <pc:sldMk cId="2550689628" sldId="296"/>
            <ac:spMk id="4" creationId="{9CF5F437-D3CB-0B01-D41D-30EAAF90D04D}"/>
          </ac:spMkLst>
        </pc:spChg>
        <pc:spChg chg="add mod">
          <ac:chgData name="Eduardo Lucas" userId="2c32288683b74354" providerId="LiveId" clId="{9C8ECB29-97C0-403F-8266-0F9E62B6E178}" dt="2023-03-28T19:55:11.717" v="2327" actId="164"/>
          <ac:spMkLst>
            <pc:docMk/>
            <pc:sldMk cId="2550689628" sldId="296"/>
            <ac:spMk id="6" creationId="{5884BDDA-B856-DA42-6AF7-08D693DEA826}"/>
          </ac:spMkLst>
        </pc:spChg>
        <pc:spChg chg="del">
          <ac:chgData name="Eduardo Lucas" userId="2c32288683b74354" providerId="LiveId" clId="{9C8ECB29-97C0-403F-8266-0F9E62B6E178}" dt="2023-03-28T19:51:09.445" v="2219" actId="478"/>
          <ac:spMkLst>
            <pc:docMk/>
            <pc:sldMk cId="2550689628" sldId="296"/>
            <ac:spMk id="8" creationId="{1883C352-33D6-BFA4-D46B-4B0AE270AE5C}"/>
          </ac:spMkLst>
        </pc:spChg>
        <pc:spChg chg="del">
          <ac:chgData name="Eduardo Lucas" userId="2c32288683b74354" providerId="LiveId" clId="{9C8ECB29-97C0-403F-8266-0F9E62B6E178}" dt="2023-03-28T19:51:09.445" v="2219" actId="478"/>
          <ac:spMkLst>
            <pc:docMk/>
            <pc:sldMk cId="2550689628" sldId="296"/>
            <ac:spMk id="9" creationId="{41941F91-D867-A305-A623-30161F86F48C}"/>
          </ac:spMkLst>
        </pc:spChg>
        <pc:spChg chg="del">
          <ac:chgData name="Eduardo Lucas" userId="2c32288683b74354" providerId="LiveId" clId="{9C8ECB29-97C0-403F-8266-0F9E62B6E178}" dt="2023-03-28T19:51:09.445" v="2219" actId="478"/>
          <ac:spMkLst>
            <pc:docMk/>
            <pc:sldMk cId="2550689628" sldId="296"/>
            <ac:spMk id="10" creationId="{7A3CFAAA-5493-21B9-257F-EBE446E54559}"/>
          </ac:spMkLst>
        </pc:spChg>
        <pc:spChg chg="del">
          <ac:chgData name="Eduardo Lucas" userId="2c32288683b74354" providerId="LiveId" clId="{9C8ECB29-97C0-403F-8266-0F9E62B6E178}" dt="2023-03-28T19:51:09.445" v="2219" actId="478"/>
          <ac:spMkLst>
            <pc:docMk/>
            <pc:sldMk cId="2550689628" sldId="296"/>
            <ac:spMk id="11" creationId="{3D9DA35C-8872-A705-51C6-21E0C0FD8BB4}"/>
          </ac:spMkLst>
        </pc:spChg>
        <pc:grpChg chg="add del mod">
          <ac:chgData name="Eduardo Lucas" userId="2c32288683b74354" providerId="LiveId" clId="{9C8ECB29-97C0-403F-8266-0F9E62B6E178}" dt="2023-03-28T19:55:21.216" v="2331" actId="478"/>
          <ac:grpSpMkLst>
            <pc:docMk/>
            <pc:sldMk cId="2550689628" sldId="296"/>
            <ac:grpSpMk id="7" creationId="{5B8B730E-4B03-C473-B821-3D10293BD737}"/>
          </ac:grpSpMkLst>
        </pc:grpChg>
        <pc:picChg chg="add mod">
          <ac:chgData name="Eduardo Lucas" userId="2c32288683b74354" providerId="LiveId" clId="{9C8ECB29-97C0-403F-8266-0F9E62B6E178}" dt="2023-03-28T19:55:11.717" v="2327" actId="164"/>
          <ac:picMkLst>
            <pc:docMk/>
            <pc:sldMk cId="2550689628" sldId="296"/>
            <ac:picMk id="5" creationId="{D3DAD1E7-8B1D-F9FB-5A4C-6CBC2BD32335}"/>
          </ac:picMkLst>
        </pc:picChg>
        <pc:picChg chg="add mod">
          <ac:chgData name="Eduardo Lucas" userId="2c32288683b74354" providerId="LiveId" clId="{9C8ECB29-97C0-403F-8266-0F9E62B6E178}" dt="2023-03-28T19:56:23.507" v="2334" actId="1076"/>
          <ac:picMkLst>
            <pc:docMk/>
            <pc:sldMk cId="2550689628" sldId="296"/>
            <ac:picMk id="13" creationId="{5AE81841-30C1-75F0-8A2C-612BEE3DFF19}"/>
          </ac:picMkLst>
        </pc:picChg>
        <pc:picChg chg="add mod">
          <ac:chgData name="Eduardo Lucas" userId="2c32288683b74354" providerId="LiveId" clId="{9C8ECB29-97C0-403F-8266-0F9E62B6E178}" dt="2023-03-28T19:56:40.193" v="2339" actId="1076"/>
          <ac:picMkLst>
            <pc:docMk/>
            <pc:sldMk cId="2550689628" sldId="296"/>
            <ac:picMk id="15" creationId="{08CEFC83-2B5C-A577-57F6-A132418BD1C3}"/>
          </ac:picMkLst>
        </pc:picChg>
        <pc:picChg chg="add mod">
          <ac:chgData name="Eduardo Lucas" userId="2c32288683b74354" providerId="LiveId" clId="{9C8ECB29-97C0-403F-8266-0F9E62B6E178}" dt="2023-03-28T19:56:54.816" v="2342" actId="1076"/>
          <ac:picMkLst>
            <pc:docMk/>
            <pc:sldMk cId="2550689628" sldId="296"/>
            <ac:picMk id="17" creationId="{B2070D8D-7F88-88AB-903C-2D73E7C514BE}"/>
          </ac:picMkLst>
        </pc:picChg>
        <pc:picChg chg="add mod">
          <ac:chgData name="Eduardo Lucas" userId="2c32288683b74354" providerId="LiveId" clId="{9C8ECB29-97C0-403F-8266-0F9E62B6E178}" dt="2023-03-28T19:57:08.724" v="2345" actId="1076"/>
          <ac:picMkLst>
            <pc:docMk/>
            <pc:sldMk cId="2550689628" sldId="296"/>
            <ac:picMk id="19" creationId="{0DA9ABD0-147F-7FE0-E64F-21B5CD72D547}"/>
          </ac:picMkLst>
        </pc:picChg>
        <pc:picChg chg="add mod">
          <ac:chgData name="Eduardo Lucas" userId="2c32288683b74354" providerId="LiveId" clId="{9C8ECB29-97C0-403F-8266-0F9E62B6E178}" dt="2023-03-28T19:57:26.111" v="2348" actId="1076"/>
          <ac:picMkLst>
            <pc:docMk/>
            <pc:sldMk cId="2550689628" sldId="296"/>
            <ac:picMk id="21" creationId="{9AF15412-0509-8E3A-C88E-1BCDA91AB0D8}"/>
          </ac:picMkLst>
        </pc:picChg>
      </pc:sldChg>
      <pc:sldChg chg="addSp delSp modSp add mod">
        <pc:chgData name="Eduardo Lucas" userId="2c32288683b74354" providerId="LiveId" clId="{9C8ECB29-97C0-403F-8266-0F9E62B6E178}" dt="2023-03-28T19:58:13.882" v="2368" actId="1076"/>
        <pc:sldMkLst>
          <pc:docMk/>
          <pc:sldMk cId="1778458384" sldId="297"/>
        </pc:sldMkLst>
        <pc:spChg chg="mod">
          <ac:chgData name="Eduardo Lucas" userId="2c32288683b74354" providerId="LiveId" clId="{9C8ECB29-97C0-403F-8266-0F9E62B6E178}" dt="2023-03-28T19:57:49.851" v="2363" actId="20577"/>
          <ac:spMkLst>
            <pc:docMk/>
            <pc:sldMk cId="1778458384" sldId="297"/>
            <ac:spMk id="2" creationId="{71CA36E5-C16C-B323-9708-48E4D6D10865}"/>
          </ac:spMkLst>
        </pc:spChg>
        <pc:picChg chg="add mod">
          <ac:chgData name="Eduardo Lucas" userId="2c32288683b74354" providerId="LiveId" clId="{9C8ECB29-97C0-403F-8266-0F9E62B6E178}" dt="2023-03-28T19:58:13.882" v="2368" actId="1076"/>
          <ac:picMkLst>
            <pc:docMk/>
            <pc:sldMk cId="1778458384" sldId="297"/>
            <ac:picMk id="4" creationId="{76F989DF-DDDF-FC47-6C92-3BECC71D3196}"/>
          </ac:picMkLst>
        </pc:picChg>
        <pc:picChg chg="del">
          <ac:chgData name="Eduardo Lucas" userId="2c32288683b74354" providerId="LiveId" clId="{9C8ECB29-97C0-403F-8266-0F9E62B6E178}" dt="2023-03-28T19:57:45.022" v="2358" actId="478"/>
          <ac:picMkLst>
            <pc:docMk/>
            <pc:sldMk cId="1778458384" sldId="297"/>
            <ac:picMk id="13" creationId="{5AE81841-30C1-75F0-8A2C-612BEE3DFF19}"/>
          </ac:picMkLst>
        </pc:picChg>
        <pc:picChg chg="del">
          <ac:chgData name="Eduardo Lucas" userId="2c32288683b74354" providerId="LiveId" clId="{9C8ECB29-97C0-403F-8266-0F9E62B6E178}" dt="2023-03-28T19:57:47.722" v="2362" actId="478"/>
          <ac:picMkLst>
            <pc:docMk/>
            <pc:sldMk cId="1778458384" sldId="297"/>
            <ac:picMk id="15" creationId="{08CEFC83-2B5C-A577-57F6-A132418BD1C3}"/>
          </ac:picMkLst>
        </pc:picChg>
        <pc:picChg chg="del">
          <ac:chgData name="Eduardo Lucas" userId="2c32288683b74354" providerId="LiveId" clId="{9C8ECB29-97C0-403F-8266-0F9E62B6E178}" dt="2023-03-28T19:57:45.745" v="2359" actId="478"/>
          <ac:picMkLst>
            <pc:docMk/>
            <pc:sldMk cId="1778458384" sldId="297"/>
            <ac:picMk id="17" creationId="{B2070D8D-7F88-88AB-903C-2D73E7C514BE}"/>
          </ac:picMkLst>
        </pc:picChg>
        <pc:picChg chg="del">
          <ac:chgData name="Eduardo Lucas" userId="2c32288683b74354" providerId="LiveId" clId="{9C8ECB29-97C0-403F-8266-0F9E62B6E178}" dt="2023-03-28T19:57:47.106" v="2361" actId="478"/>
          <ac:picMkLst>
            <pc:docMk/>
            <pc:sldMk cId="1778458384" sldId="297"/>
            <ac:picMk id="19" creationId="{0DA9ABD0-147F-7FE0-E64F-21B5CD72D547}"/>
          </ac:picMkLst>
        </pc:picChg>
        <pc:picChg chg="del">
          <ac:chgData name="Eduardo Lucas" userId="2c32288683b74354" providerId="LiveId" clId="{9C8ECB29-97C0-403F-8266-0F9E62B6E178}" dt="2023-03-28T19:57:46.326" v="2360" actId="478"/>
          <ac:picMkLst>
            <pc:docMk/>
            <pc:sldMk cId="1778458384" sldId="297"/>
            <ac:picMk id="21" creationId="{9AF15412-0509-8E3A-C88E-1BCDA91AB0D8}"/>
          </ac:picMkLst>
        </pc:picChg>
      </pc:sldChg>
      <pc:sldChg chg="modSp add del mod">
        <pc:chgData name="Eduardo Lucas" userId="2c32288683b74354" providerId="LiveId" clId="{9C8ECB29-97C0-403F-8266-0F9E62B6E178}" dt="2023-03-28T18:15:06.045" v="997" actId="47"/>
        <pc:sldMkLst>
          <pc:docMk/>
          <pc:sldMk cId="3011106593" sldId="297"/>
        </pc:sldMkLst>
        <pc:spChg chg="mod">
          <ac:chgData name="Eduardo Lucas" userId="2c32288683b74354" providerId="LiveId" clId="{9C8ECB29-97C0-403F-8266-0F9E62B6E178}" dt="2023-03-16T19:33:21.936" v="159" actId="207"/>
          <ac:spMkLst>
            <pc:docMk/>
            <pc:sldMk cId="3011106593" sldId="297"/>
            <ac:spMk id="3" creationId="{416F2013-1BAE-CD9A-65A9-74F2606DDCE6}"/>
          </ac:spMkLst>
        </pc:spChg>
      </pc:sldChg>
      <pc:sldChg chg="addSp delSp modSp add del mod">
        <pc:chgData name="Eduardo Lucas" userId="2c32288683b74354" providerId="LiveId" clId="{9C8ECB29-97C0-403F-8266-0F9E62B6E178}" dt="2023-03-28T18:15:06.315" v="998" actId="47"/>
        <pc:sldMkLst>
          <pc:docMk/>
          <pc:sldMk cId="2744864907" sldId="298"/>
        </pc:sldMkLst>
        <pc:spChg chg="mod">
          <ac:chgData name="Eduardo Lucas" userId="2c32288683b74354" providerId="LiveId" clId="{9C8ECB29-97C0-403F-8266-0F9E62B6E178}" dt="2023-03-16T19:28:51.857" v="31" actId="20577"/>
          <ac:spMkLst>
            <pc:docMk/>
            <pc:sldMk cId="2744864907" sldId="298"/>
            <ac:spMk id="2" creationId="{71CA36E5-C16C-B323-9708-48E4D6D10865}"/>
          </ac:spMkLst>
        </pc:spChg>
        <pc:spChg chg="del">
          <ac:chgData name="Eduardo Lucas" userId="2c32288683b74354" providerId="LiveId" clId="{9C8ECB29-97C0-403F-8266-0F9E62B6E178}" dt="2023-03-16T19:29:04.653" v="32" actId="478"/>
          <ac:spMkLst>
            <pc:docMk/>
            <pc:sldMk cId="2744864907" sldId="298"/>
            <ac:spMk id="3" creationId="{416F2013-1BAE-CD9A-65A9-74F2606DDCE6}"/>
          </ac:spMkLst>
        </pc:spChg>
        <pc:spChg chg="mod">
          <ac:chgData name="Eduardo Lucas" userId="2c32288683b74354" providerId="LiveId" clId="{9C8ECB29-97C0-403F-8266-0F9E62B6E178}" dt="2023-03-16T19:30:41.527" v="85" actId="20577"/>
          <ac:spMkLst>
            <pc:docMk/>
            <pc:sldMk cId="2744864907" sldId="298"/>
            <ac:spMk id="4" creationId="{9CF5F437-D3CB-0B01-D41D-30EAAF90D04D}"/>
          </ac:spMkLst>
        </pc:spChg>
        <pc:spChg chg="del">
          <ac:chgData name="Eduardo Lucas" userId="2c32288683b74354" providerId="LiveId" clId="{9C8ECB29-97C0-403F-8266-0F9E62B6E178}" dt="2023-03-16T19:29:04.653" v="32" actId="478"/>
          <ac:spMkLst>
            <pc:docMk/>
            <pc:sldMk cId="2744864907" sldId="298"/>
            <ac:spMk id="5" creationId="{0758C619-9B57-F302-AD89-C6607FE3AA4D}"/>
          </ac:spMkLst>
        </pc:spChg>
        <pc:spChg chg="add mod">
          <ac:chgData name="Eduardo Lucas" userId="2c32288683b74354" providerId="LiveId" clId="{9C8ECB29-97C0-403F-8266-0F9E62B6E178}" dt="2023-03-16T19:34:45.327" v="234" actId="207"/>
          <ac:spMkLst>
            <pc:docMk/>
            <pc:sldMk cId="2744864907" sldId="298"/>
            <ac:spMk id="6" creationId="{45280D1A-F172-8160-1C18-175BE71FB0B2}"/>
          </ac:spMkLst>
        </pc:spChg>
        <pc:spChg chg="add mod">
          <ac:chgData name="Eduardo Lucas" userId="2c32288683b74354" providerId="LiveId" clId="{9C8ECB29-97C0-403F-8266-0F9E62B6E178}" dt="2023-03-16T19:33:35.509" v="164" actId="14100"/>
          <ac:spMkLst>
            <pc:docMk/>
            <pc:sldMk cId="2744864907" sldId="298"/>
            <ac:spMk id="7" creationId="{E52143B8-78F3-70DD-F613-460A82A5CCA0}"/>
          </ac:spMkLst>
        </pc:spChg>
        <pc:spChg chg="add mod">
          <ac:chgData name="Eduardo Lucas" userId="2c32288683b74354" providerId="LiveId" clId="{9C8ECB29-97C0-403F-8266-0F9E62B6E178}" dt="2023-03-16T19:34:24.488" v="183" actId="20577"/>
          <ac:spMkLst>
            <pc:docMk/>
            <pc:sldMk cId="2744864907" sldId="298"/>
            <ac:spMk id="8" creationId="{9C5F46B3-E27F-AC20-2E3C-DC87680C6CD6}"/>
          </ac:spMkLst>
        </pc:spChg>
      </pc:sldChg>
      <pc:sldChg chg="modSp add del mod">
        <pc:chgData name="Eduardo Lucas" userId="2c32288683b74354" providerId="LiveId" clId="{9C8ECB29-97C0-403F-8266-0F9E62B6E178}" dt="2023-03-28T18:15:07.020" v="1003" actId="47"/>
        <pc:sldMkLst>
          <pc:docMk/>
          <pc:sldMk cId="780095215" sldId="299"/>
        </pc:sldMkLst>
        <pc:spChg chg="mod">
          <ac:chgData name="Eduardo Lucas" userId="2c32288683b74354" providerId="LiveId" clId="{9C8ECB29-97C0-403F-8266-0F9E62B6E178}" dt="2023-03-16T19:36:05.153" v="283" actId="207"/>
          <ac:spMkLst>
            <pc:docMk/>
            <pc:sldMk cId="780095215" sldId="299"/>
            <ac:spMk id="6" creationId="{45280D1A-F172-8160-1C18-175BE71FB0B2}"/>
          </ac:spMkLst>
        </pc:spChg>
        <pc:spChg chg="mod">
          <ac:chgData name="Eduardo Lucas" userId="2c32288683b74354" providerId="LiveId" clId="{9C8ECB29-97C0-403F-8266-0F9E62B6E178}" dt="2023-03-16T19:35:42.850" v="250" actId="20577"/>
          <ac:spMkLst>
            <pc:docMk/>
            <pc:sldMk cId="780095215" sldId="299"/>
            <ac:spMk id="8" creationId="{9C5F46B3-E27F-AC20-2E3C-DC87680C6CD6}"/>
          </ac:spMkLst>
        </pc:spChg>
      </pc:sldChg>
      <pc:sldChg chg="modSp add del mod">
        <pc:chgData name="Eduardo Lucas" userId="2c32288683b74354" providerId="LiveId" clId="{9C8ECB29-97C0-403F-8266-0F9E62B6E178}" dt="2023-03-28T18:15:07.224" v="1004" actId="47"/>
        <pc:sldMkLst>
          <pc:docMk/>
          <pc:sldMk cId="2469024178" sldId="300"/>
        </pc:sldMkLst>
        <pc:spChg chg="mod">
          <ac:chgData name="Eduardo Lucas" userId="2c32288683b74354" providerId="LiveId" clId="{9C8ECB29-97C0-403F-8266-0F9E62B6E178}" dt="2023-03-16T19:37:07.463" v="443" actId="207"/>
          <ac:spMkLst>
            <pc:docMk/>
            <pc:sldMk cId="2469024178" sldId="300"/>
            <ac:spMk id="6" creationId="{45280D1A-F172-8160-1C18-175BE71FB0B2}"/>
          </ac:spMkLst>
        </pc:spChg>
        <pc:spChg chg="mod">
          <ac:chgData name="Eduardo Lucas" userId="2c32288683b74354" providerId="LiveId" clId="{9C8ECB29-97C0-403F-8266-0F9E62B6E178}" dt="2023-03-16T19:36:45.412" v="425" actId="113"/>
          <ac:spMkLst>
            <pc:docMk/>
            <pc:sldMk cId="2469024178" sldId="300"/>
            <ac:spMk id="8" creationId="{9C5F46B3-E27F-AC20-2E3C-DC87680C6CD6}"/>
          </ac:spMkLst>
        </pc:spChg>
      </pc:sldChg>
      <pc:sldChg chg="modSp add del mod">
        <pc:chgData name="Eduardo Lucas" userId="2c32288683b74354" providerId="LiveId" clId="{9C8ECB29-97C0-403F-8266-0F9E62B6E178}" dt="2023-03-28T18:15:07.507" v="1005" actId="47"/>
        <pc:sldMkLst>
          <pc:docMk/>
          <pc:sldMk cId="1362882797" sldId="301"/>
        </pc:sldMkLst>
        <pc:spChg chg="mod">
          <ac:chgData name="Eduardo Lucas" userId="2c32288683b74354" providerId="LiveId" clId="{9C8ECB29-97C0-403F-8266-0F9E62B6E178}" dt="2023-03-16T19:37:20.543" v="444" actId="207"/>
          <ac:spMkLst>
            <pc:docMk/>
            <pc:sldMk cId="1362882797" sldId="301"/>
            <ac:spMk id="6" creationId="{45280D1A-F172-8160-1C18-175BE71FB0B2}"/>
          </ac:spMkLst>
        </pc:spChg>
        <pc:spChg chg="mod">
          <ac:chgData name="Eduardo Lucas" userId="2c32288683b74354" providerId="LiveId" clId="{9C8ECB29-97C0-403F-8266-0F9E62B6E178}" dt="2023-03-16T19:38:04.179" v="574" actId="20577"/>
          <ac:spMkLst>
            <pc:docMk/>
            <pc:sldMk cId="1362882797" sldId="301"/>
            <ac:spMk id="8" creationId="{9C5F46B3-E27F-AC20-2E3C-DC87680C6CD6}"/>
          </ac:spMkLst>
        </pc:spChg>
      </pc:sldChg>
      <pc:sldChg chg="modSp add del mod">
        <pc:chgData name="Eduardo Lucas" userId="2c32288683b74354" providerId="LiveId" clId="{9C8ECB29-97C0-403F-8266-0F9E62B6E178}" dt="2023-03-28T18:15:06.467" v="999" actId="47"/>
        <pc:sldMkLst>
          <pc:docMk/>
          <pc:sldMk cId="169977473" sldId="302"/>
        </pc:sldMkLst>
        <pc:spChg chg="mod">
          <ac:chgData name="Eduardo Lucas" userId="2c32288683b74354" providerId="LiveId" clId="{9C8ECB29-97C0-403F-8266-0F9E62B6E178}" dt="2023-03-16T19:42:45.326" v="590" actId="14"/>
          <ac:spMkLst>
            <pc:docMk/>
            <pc:sldMk cId="169977473" sldId="302"/>
            <ac:spMk id="6" creationId="{45280D1A-F172-8160-1C18-175BE71FB0B2}"/>
          </ac:spMkLst>
        </pc:spChg>
        <pc:spChg chg="mod">
          <ac:chgData name="Eduardo Lucas" userId="2c32288683b74354" providerId="LiveId" clId="{9C8ECB29-97C0-403F-8266-0F9E62B6E178}" dt="2023-03-16T19:42:25.640" v="587" actId="113"/>
          <ac:spMkLst>
            <pc:docMk/>
            <pc:sldMk cId="169977473" sldId="302"/>
            <ac:spMk id="8" creationId="{9C5F46B3-E27F-AC20-2E3C-DC87680C6CD6}"/>
          </ac:spMkLst>
        </pc:spChg>
      </pc:sldChg>
      <pc:sldChg chg="modSp add del mod">
        <pc:chgData name="Eduardo Lucas" userId="2c32288683b74354" providerId="LiveId" clId="{9C8ECB29-97C0-403F-8266-0F9E62B6E178}" dt="2023-03-28T18:15:06.565" v="1000" actId="47"/>
        <pc:sldMkLst>
          <pc:docMk/>
          <pc:sldMk cId="2885548168" sldId="303"/>
        </pc:sldMkLst>
        <pc:spChg chg="mod">
          <ac:chgData name="Eduardo Lucas" userId="2c32288683b74354" providerId="LiveId" clId="{9C8ECB29-97C0-403F-8266-0F9E62B6E178}" dt="2023-03-16T19:43:16.745" v="615" actId="207"/>
          <ac:spMkLst>
            <pc:docMk/>
            <pc:sldMk cId="2885548168" sldId="303"/>
            <ac:spMk id="6" creationId="{45280D1A-F172-8160-1C18-175BE71FB0B2}"/>
          </ac:spMkLst>
        </pc:spChg>
        <pc:spChg chg="mod">
          <ac:chgData name="Eduardo Lucas" userId="2c32288683b74354" providerId="LiveId" clId="{9C8ECB29-97C0-403F-8266-0F9E62B6E178}" dt="2023-03-16T19:43:50.265" v="622" actId="113"/>
          <ac:spMkLst>
            <pc:docMk/>
            <pc:sldMk cId="2885548168" sldId="303"/>
            <ac:spMk id="8" creationId="{9C5F46B3-E27F-AC20-2E3C-DC87680C6CD6}"/>
          </ac:spMkLst>
        </pc:spChg>
      </pc:sldChg>
      <pc:sldChg chg="modSp add del mod">
        <pc:chgData name="Eduardo Lucas" userId="2c32288683b74354" providerId="LiveId" clId="{9C8ECB29-97C0-403F-8266-0F9E62B6E178}" dt="2023-03-28T18:15:06.773" v="1001" actId="47"/>
        <pc:sldMkLst>
          <pc:docMk/>
          <pc:sldMk cId="3179473778" sldId="304"/>
        </pc:sldMkLst>
        <pc:spChg chg="mod">
          <ac:chgData name="Eduardo Lucas" userId="2c32288683b74354" providerId="LiveId" clId="{9C8ECB29-97C0-403F-8266-0F9E62B6E178}" dt="2023-03-16T19:44:53.425" v="635" actId="207"/>
          <ac:spMkLst>
            <pc:docMk/>
            <pc:sldMk cId="3179473778" sldId="304"/>
            <ac:spMk id="6" creationId="{45280D1A-F172-8160-1C18-175BE71FB0B2}"/>
          </ac:spMkLst>
        </pc:spChg>
        <pc:spChg chg="mod">
          <ac:chgData name="Eduardo Lucas" userId="2c32288683b74354" providerId="LiveId" clId="{9C8ECB29-97C0-403F-8266-0F9E62B6E178}" dt="2023-03-16T19:44:36.906" v="630" actId="1076"/>
          <ac:spMkLst>
            <pc:docMk/>
            <pc:sldMk cId="3179473778" sldId="304"/>
            <ac:spMk id="7" creationId="{E52143B8-78F3-70DD-F613-460A82A5CCA0}"/>
          </ac:spMkLst>
        </pc:spChg>
        <pc:spChg chg="mod">
          <ac:chgData name="Eduardo Lucas" userId="2c32288683b74354" providerId="LiveId" clId="{9C8ECB29-97C0-403F-8266-0F9E62B6E178}" dt="2023-03-16T19:45:27.847" v="646" actId="113"/>
          <ac:spMkLst>
            <pc:docMk/>
            <pc:sldMk cId="3179473778" sldId="304"/>
            <ac:spMk id="8" creationId="{9C5F46B3-E27F-AC20-2E3C-DC87680C6CD6}"/>
          </ac:spMkLst>
        </pc:spChg>
      </pc:sldChg>
      <pc:sldChg chg="modSp add del mod">
        <pc:chgData name="Eduardo Lucas" userId="2c32288683b74354" providerId="LiveId" clId="{9C8ECB29-97C0-403F-8266-0F9E62B6E178}" dt="2023-03-28T18:15:06.924" v="1002" actId="47"/>
        <pc:sldMkLst>
          <pc:docMk/>
          <pc:sldMk cId="1893396464" sldId="305"/>
        </pc:sldMkLst>
        <pc:spChg chg="mod">
          <ac:chgData name="Eduardo Lucas" userId="2c32288683b74354" providerId="LiveId" clId="{9C8ECB29-97C0-403F-8266-0F9E62B6E178}" dt="2023-03-16T19:46:13.199" v="651" actId="207"/>
          <ac:spMkLst>
            <pc:docMk/>
            <pc:sldMk cId="1893396464" sldId="305"/>
            <ac:spMk id="6" creationId="{45280D1A-F172-8160-1C18-175BE71FB0B2}"/>
          </ac:spMkLst>
        </pc:spChg>
        <pc:spChg chg="mod">
          <ac:chgData name="Eduardo Lucas" userId="2c32288683b74354" providerId="LiveId" clId="{9C8ECB29-97C0-403F-8266-0F9E62B6E178}" dt="2023-03-16T19:47:02.140" v="662" actId="113"/>
          <ac:spMkLst>
            <pc:docMk/>
            <pc:sldMk cId="1893396464" sldId="305"/>
            <ac:spMk id="8" creationId="{9C5F46B3-E27F-AC20-2E3C-DC87680C6CD6}"/>
          </ac:spMkLst>
        </pc:spChg>
      </pc:sldChg>
      <pc:sldChg chg="delSp modSp add del mod">
        <pc:chgData name="Eduardo Lucas" userId="2c32288683b74354" providerId="LiveId" clId="{9C8ECB29-97C0-403F-8266-0F9E62B6E178}" dt="2023-03-28T18:15:08.311" v="1006" actId="47"/>
        <pc:sldMkLst>
          <pc:docMk/>
          <pc:sldMk cId="327651134" sldId="306"/>
        </pc:sldMkLst>
        <pc:spChg chg="mod">
          <ac:chgData name="Eduardo Lucas" userId="2c32288683b74354" providerId="LiveId" clId="{9C8ECB29-97C0-403F-8266-0F9E62B6E178}" dt="2023-03-16T19:47:54.024" v="696" actId="20577"/>
          <ac:spMkLst>
            <pc:docMk/>
            <pc:sldMk cId="327651134" sldId="306"/>
            <ac:spMk id="2" creationId="{71CA36E5-C16C-B323-9708-48E4D6D10865}"/>
          </ac:spMkLst>
        </pc:spChg>
        <pc:spChg chg="mod">
          <ac:chgData name="Eduardo Lucas" userId="2c32288683b74354" providerId="LiveId" clId="{9C8ECB29-97C0-403F-8266-0F9E62B6E178}" dt="2023-03-16T19:49:47.377" v="969" actId="20577"/>
          <ac:spMkLst>
            <pc:docMk/>
            <pc:sldMk cId="327651134" sldId="306"/>
            <ac:spMk id="4" creationId="{9CF5F437-D3CB-0B01-D41D-30EAAF90D04D}"/>
          </ac:spMkLst>
        </pc:spChg>
        <pc:spChg chg="del">
          <ac:chgData name="Eduardo Lucas" userId="2c32288683b74354" providerId="LiveId" clId="{9C8ECB29-97C0-403F-8266-0F9E62B6E178}" dt="2023-03-16T19:48:03.230" v="699" actId="478"/>
          <ac:spMkLst>
            <pc:docMk/>
            <pc:sldMk cId="327651134" sldId="306"/>
            <ac:spMk id="6" creationId="{45280D1A-F172-8160-1C18-175BE71FB0B2}"/>
          </ac:spMkLst>
        </pc:spChg>
        <pc:spChg chg="del">
          <ac:chgData name="Eduardo Lucas" userId="2c32288683b74354" providerId="LiveId" clId="{9C8ECB29-97C0-403F-8266-0F9E62B6E178}" dt="2023-03-16T19:47:56.445" v="697" actId="478"/>
          <ac:spMkLst>
            <pc:docMk/>
            <pc:sldMk cId="327651134" sldId="306"/>
            <ac:spMk id="7" creationId="{E52143B8-78F3-70DD-F613-460A82A5CCA0}"/>
          </ac:spMkLst>
        </pc:spChg>
        <pc:spChg chg="del">
          <ac:chgData name="Eduardo Lucas" userId="2c32288683b74354" providerId="LiveId" clId="{9C8ECB29-97C0-403F-8266-0F9E62B6E178}" dt="2023-03-16T19:47:59.986" v="698" actId="478"/>
          <ac:spMkLst>
            <pc:docMk/>
            <pc:sldMk cId="327651134" sldId="306"/>
            <ac:spMk id="8" creationId="{9C5F46B3-E27F-AC20-2E3C-DC87680C6CD6}"/>
          </ac:spMkLst>
        </pc:spChg>
      </pc:sldChg>
      <pc:sldMasterChg chg="modSldLayout">
        <pc:chgData name="Eduardo Lucas" userId="2c32288683b74354" providerId="LiveId" clId="{9C8ECB29-97C0-403F-8266-0F9E62B6E178}" dt="2023-03-28T18:17:10.439" v="1036" actId="1038"/>
        <pc:sldMasterMkLst>
          <pc:docMk/>
          <pc:sldMasterMk cId="3869511821" sldId="2147483648"/>
        </pc:sldMasterMkLst>
        <pc:sldLayoutChg chg="addSp delSp modSp mod">
          <pc:chgData name="Eduardo Lucas" userId="2c32288683b74354" providerId="LiveId" clId="{9C8ECB29-97C0-403F-8266-0F9E62B6E178}" dt="2023-03-28T18:17:10.439" v="1036" actId="1038"/>
          <pc:sldLayoutMkLst>
            <pc:docMk/>
            <pc:sldMasterMk cId="3869511821" sldId="2147483648"/>
            <pc:sldLayoutMk cId="937266074" sldId="2147483649"/>
          </pc:sldLayoutMkLst>
          <pc:picChg chg="del">
            <ac:chgData name="Eduardo Lucas" userId="2c32288683b74354" providerId="LiveId" clId="{9C8ECB29-97C0-403F-8266-0F9E62B6E178}" dt="2023-03-28T18:15:24.036" v="1007" actId="478"/>
            <ac:picMkLst>
              <pc:docMk/>
              <pc:sldMasterMk cId="3869511821" sldId="2147483648"/>
              <pc:sldLayoutMk cId="937266074" sldId="2147483649"/>
              <ac:picMk id="7" creationId="{77E4BCEE-9C71-826A-9FB6-0DCCECAB3E92}"/>
            </ac:picMkLst>
          </pc:picChg>
          <pc:picChg chg="add mod modCrop">
            <ac:chgData name="Eduardo Lucas" userId="2c32288683b74354" providerId="LiveId" clId="{9C8ECB29-97C0-403F-8266-0F9E62B6E178}" dt="2023-03-28T18:17:10.439" v="1036" actId="1038"/>
            <ac:picMkLst>
              <pc:docMk/>
              <pc:sldMasterMk cId="3869511821" sldId="2147483648"/>
              <pc:sldLayoutMk cId="937266074" sldId="2147483649"/>
              <ac:picMk id="9" creationId="{79F6BB0D-B64C-DDF3-B7DD-906CEE9F89B2}"/>
            </ac:picMkLst>
          </pc:picChg>
        </pc:sldLayoutChg>
      </pc:sldMasterChg>
    </pc:docChg>
  </pc:docChgLst>
  <pc:docChgLst>
    <pc:chgData name="Eduardo Lucas" userId="2c32288683b74354" providerId="LiveId" clId="{1FE41F23-CFA1-4028-80DD-3EE9404D6AF5}"/>
    <pc:docChg chg="undo custSel addSld delSld modSld sldOrd">
      <pc:chgData name="Eduardo Lucas" userId="2c32288683b74354" providerId="LiveId" clId="{1FE41F23-CFA1-4028-80DD-3EE9404D6AF5}" dt="2023-04-19T19:05:21.252" v="1062" actId="47"/>
      <pc:docMkLst>
        <pc:docMk/>
      </pc:docMkLst>
      <pc:sldChg chg="modSp mod">
        <pc:chgData name="Eduardo Lucas" userId="2c32288683b74354" providerId="LiveId" clId="{1FE41F23-CFA1-4028-80DD-3EE9404D6AF5}" dt="2023-04-19T18:16:24.104" v="489" actId="20577"/>
        <pc:sldMkLst>
          <pc:docMk/>
          <pc:sldMk cId="3611735909" sldId="264"/>
        </pc:sldMkLst>
        <pc:spChg chg="mod">
          <ac:chgData name="Eduardo Lucas" userId="2c32288683b74354" providerId="LiveId" clId="{1FE41F23-CFA1-4028-80DD-3EE9404D6AF5}" dt="2023-04-19T18:16:24.104" v="489" actId="20577"/>
          <ac:spMkLst>
            <pc:docMk/>
            <pc:sldMk cId="3611735909" sldId="264"/>
            <ac:spMk id="4" creationId="{B147C5AD-AE12-9C94-AB6A-5B550021EC60}"/>
          </ac:spMkLst>
        </pc:spChg>
      </pc:sldChg>
      <pc:sldChg chg="modSp mod">
        <pc:chgData name="Eduardo Lucas" userId="2c32288683b74354" providerId="LiveId" clId="{1FE41F23-CFA1-4028-80DD-3EE9404D6AF5}" dt="2023-04-19T18:51:44.434" v="930" actId="123"/>
        <pc:sldMkLst>
          <pc:docMk/>
          <pc:sldMk cId="67721199" sldId="277"/>
        </pc:sldMkLst>
        <pc:spChg chg="mod">
          <ac:chgData name="Eduardo Lucas" userId="2c32288683b74354" providerId="LiveId" clId="{1FE41F23-CFA1-4028-80DD-3EE9404D6AF5}" dt="2023-04-18T19:50:20.013" v="63" actId="20577"/>
          <ac:spMkLst>
            <pc:docMk/>
            <pc:sldMk cId="67721199" sldId="277"/>
            <ac:spMk id="2" creationId="{71CA36E5-C16C-B323-9708-48E4D6D10865}"/>
          </ac:spMkLst>
        </pc:spChg>
        <pc:spChg chg="mod">
          <ac:chgData name="Eduardo Lucas" userId="2c32288683b74354" providerId="LiveId" clId="{1FE41F23-CFA1-4028-80DD-3EE9404D6AF5}" dt="2023-04-19T18:51:44.434" v="930" actId="123"/>
          <ac:spMkLst>
            <pc:docMk/>
            <pc:sldMk cId="67721199" sldId="277"/>
            <ac:spMk id="4" creationId="{9CF5F437-D3CB-0B01-D41D-30EAAF90D04D}"/>
          </ac:spMkLst>
        </pc:spChg>
      </pc:sldChg>
      <pc:sldChg chg="del">
        <pc:chgData name="Eduardo Lucas" userId="2c32288683b74354" providerId="LiveId" clId="{1FE41F23-CFA1-4028-80DD-3EE9404D6AF5}" dt="2023-04-18T19:50:01.589" v="34" actId="47"/>
        <pc:sldMkLst>
          <pc:docMk/>
          <pc:sldMk cId="1316774732" sldId="278"/>
        </pc:sldMkLst>
      </pc:sldChg>
      <pc:sldChg chg="del">
        <pc:chgData name="Eduardo Lucas" userId="2c32288683b74354" providerId="LiveId" clId="{1FE41F23-CFA1-4028-80DD-3EE9404D6AF5}" dt="2023-04-18T19:50:02.401" v="36" actId="47"/>
        <pc:sldMkLst>
          <pc:docMk/>
          <pc:sldMk cId="1451590909" sldId="279"/>
        </pc:sldMkLst>
      </pc:sldChg>
      <pc:sldChg chg="del">
        <pc:chgData name="Eduardo Lucas" userId="2c32288683b74354" providerId="LiveId" clId="{1FE41F23-CFA1-4028-80DD-3EE9404D6AF5}" dt="2023-04-18T19:50:02.222" v="35" actId="47"/>
        <pc:sldMkLst>
          <pc:docMk/>
          <pc:sldMk cId="25520498" sldId="280"/>
        </pc:sldMkLst>
      </pc:sldChg>
      <pc:sldChg chg="del">
        <pc:chgData name="Eduardo Lucas" userId="2c32288683b74354" providerId="LiveId" clId="{1FE41F23-CFA1-4028-80DD-3EE9404D6AF5}" dt="2023-04-18T19:50:03.709" v="43" actId="47"/>
        <pc:sldMkLst>
          <pc:docMk/>
          <pc:sldMk cId="460464943" sldId="282"/>
        </pc:sldMkLst>
      </pc:sldChg>
      <pc:sldChg chg="del">
        <pc:chgData name="Eduardo Lucas" userId="2c32288683b74354" providerId="LiveId" clId="{1FE41F23-CFA1-4028-80DD-3EE9404D6AF5}" dt="2023-04-18T19:50:03.899" v="44" actId="47"/>
        <pc:sldMkLst>
          <pc:docMk/>
          <pc:sldMk cId="1218619394" sldId="283"/>
        </pc:sldMkLst>
      </pc:sldChg>
      <pc:sldChg chg="del">
        <pc:chgData name="Eduardo Lucas" userId="2c32288683b74354" providerId="LiveId" clId="{1FE41F23-CFA1-4028-80DD-3EE9404D6AF5}" dt="2023-04-18T19:50:04.059" v="45" actId="47"/>
        <pc:sldMkLst>
          <pc:docMk/>
          <pc:sldMk cId="4286895945" sldId="284"/>
        </pc:sldMkLst>
      </pc:sldChg>
      <pc:sldChg chg="del">
        <pc:chgData name="Eduardo Lucas" userId="2c32288683b74354" providerId="LiveId" clId="{1FE41F23-CFA1-4028-80DD-3EE9404D6AF5}" dt="2023-04-18T19:50:04.239" v="46" actId="47"/>
        <pc:sldMkLst>
          <pc:docMk/>
          <pc:sldMk cId="1515290486" sldId="285"/>
        </pc:sldMkLst>
      </pc:sldChg>
      <pc:sldChg chg="del">
        <pc:chgData name="Eduardo Lucas" userId="2c32288683b74354" providerId="LiveId" clId="{1FE41F23-CFA1-4028-80DD-3EE9404D6AF5}" dt="2023-04-18T19:50:04.359" v="47" actId="47"/>
        <pc:sldMkLst>
          <pc:docMk/>
          <pc:sldMk cId="92999037" sldId="286"/>
        </pc:sldMkLst>
      </pc:sldChg>
      <pc:sldChg chg="del">
        <pc:chgData name="Eduardo Lucas" userId="2c32288683b74354" providerId="LiveId" clId="{1FE41F23-CFA1-4028-80DD-3EE9404D6AF5}" dt="2023-04-18T19:50:04.719" v="48" actId="47"/>
        <pc:sldMkLst>
          <pc:docMk/>
          <pc:sldMk cId="2563533058" sldId="287"/>
        </pc:sldMkLst>
      </pc:sldChg>
      <pc:sldChg chg="del">
        <pc:chgData name="Eduardo Lucas" userId="2c32288683b74354" providerId="LiveId" clId="{1FE41F23-CFA1-4028-80DD-3EE9404D6AF5}" dt="2023-04-18T19:50:05.115" v="49" actId="47"/>
        <pc:sldMkLst>
          <pc:docMk/>
          <pc:sldMk cId="802307199" sldId="288"/>
        </pc:sldMkLst>
      </pc:sldChg>
      <pc:sldChg chg="del">
        <pc:chgData name="Eduardo Lucas" userId="2c32288683b74354" providerId="LiveId" clId="{1FE41F23-CFA1-4028-80DD-3EE9404D6AF5}" dt="2023-04-18T19:50:05.761" v="50" actId="47"/>
        <pc:sldMkLst>
          <pc:docMk/>
          <pc:sldMk cId="1390208546" sldId="289"/>
        </pc:sldMkLst>
      </pc:sldChg>
      <pc:sldChg chg="del">
        <pc:chgData name="Eduardo Lucas" userId="2c32288683b74354" providerId="LiveId" clId="{1FE41F23-CFA1-4028-80DD-3EE9404D6AF5}" dt="2023-04-18T19:50:03.489" v="42" actId="47"/>
        <pc:sldMkLst>
          <pc:docMk/>
          <pc:sldMk cId="2517394480" sldId="290"/>
        </pc:sldMkLst>
      </pc:sldChg>
      <pc:sldChg chg="del">
        <pc:chgData name="Eduardo Lucas" userId="2c32288683b74354" providerId="LiveId" clId="{1FE41F23-CFA1-4028-80DD-3EE9404D6AF5}" dt="2023-04-18T19:50:02.589" v="37" actId="47"/>
        <pc:sldMkLst>
          <pc:docMk/>
          <pc:sldMk cId="2202899175" sldId="291"/>
        </pc:sldMkLst>
      </pc:sldChg>
      <pc:sldChg chg="del">
        <pc:chgData name="Eduardo Lucas" userId="2c32288683b74354" providerId="LiveId" clId="{1FE41F23-CFA1-4028-80DD-3EE9404D6AF5}" dt="2023-04-18T19:50:02.770" v="38" actId="47"/>
        <pc:sldMkLst>
          <pc:docMk/>
          <pc:sldMk cId="2815285750" sldId="292"/>
        </pc:sldMkLst>
      </pc:sldChg>
      <pc:sldChg chg="del">
        <pc:chgData name="Eduardo Lucas" userId="2c32288683b74354" providerId="LiveId" clId="{1FE41F23-CFA1-4028-80DD-3EE9404D6AF5}" dt="2023-04-18T19:50:02.829" v="39" actId="47"/>
        <pc:sldMkLst>
          <pc:docMk/>
          <pc:sldMk cId="2766655319" sldId="293"/>
        </pc:sldMkLst>
      </pc:sldChg>
      <pc:sldChg chg="del">
        <pc:chgData name="Eduardo Lucas" userId="2c32288683b74354" providerId="LiveId" clId="{1FE41F23-CFA1-4028-80DD-3EE9404D6AF5}" dt="2023-04-18T19:50:03.061" v="40" actId="47"/>
        <pc:sldMkLst>
          <pc:docMk/>
          <pc:sldMk cId="1084925176" sldId="294"/>
        </pc:sldMkLst>
      </pc:sldChg>
      <pc:sldChg chg="del">
        <pc:chgData name="Eduardo Lucas" userId="2c32288683b74354" providerId="LiveId" clId="{1FE41F23-CFA1-4028-80DD-3EE9404D6AF5}" dt="2023-04-18T19:50:03.239" v="41" actId="47"/>
        <pc:sldMkLst>
          <pc:docMk/>
          <pc:sldMk cId="3127333677" sldId="295"/>
        </pc:sldMkLst>
      </pc:sldChg>
      <pc:sldChg chg="del">
        <pc:chgData name="Eduardo Lucas" userId="2c32288683b74354" providerId="LiveId" clId="{1FE41F23-CFA1-4028-80DD-3EE9404D6AF5}" dt="2023-04-19T19:05:21.252" v="1062" actId="47"/>
        <pc:sldMkLst>
          <pc:docMk/>
          <pc:sldMk cId="2550689628" sldId="296"/>
        </pc:sldMkLst>
      </pc:sldChg>
      <pc:sldChg chg="addSp modSp add mod">
        <pc:chgData name="Eduardo Lucas" userId="2c32288683b74354" providerId="LiveId" clId="{1FE41F23-CFA1-4028-80DD-3EE9404D6AF5}" dt="2023-04-19T18:51:56.025" v="933" actId="123"/>
        <pc:sldMkLst>
          <pc:docMk/>
          <pc:sldMk cId="199395463" sldId="297"/>
        </pc:sldMkLst>
        <pc:spChg chg="add mod">
          <ac:chgData name="Eduardo Lucas" userId="2c32288683b74354" providerId="LiveId" clId="{1FE41F23-CFA1-4028-80DD-3EE9404D6AF5}" dt="2023-04-18T19:57:00.854" v="148" actId="207"/>
          <ac:spMkLst>
            <pc:docMk/>
            <pc:sldMk cId="199395463" sldId="297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1:49.834" v="932" actId="123"/>
          <ac:spMkLst>
            <pc:docMk/>
            <pc:sldMk cId="199395463" sldId="297"/>
            <ac:spMk id="4" creationId="{9CF5F437-D3CB-0B01-D41D-30EAAF90D04D}"/>
          </ac:spMkLst>
        </pc:spChg>
        <pc:spChg chg="add mod">
          <ac:chgData name="Eduardo Lucas" userId="2c32288683b74354" providerId="LiveId" clId="{1FE41F23-CFA1-4028-80DD-3EE9404D6AF5}" dt="2023-04-18T19:55:49.023" v="135" actId="207"/>
          <ac:spMkLst>
            <pc:docMk/>
            <pc:sldMk cId="199395463" sldId="297"/>
            <ac:spMk id="5" creationId="{E1707ACB-64EA-DA73-9236-BCBB7FF756E6}"/>
          </ac:spMkLst>
        </pc:spChg>
        <pc:spChg chg="add mod">
          <ac:chgData name="Eduardo Lucas" userId="2c32288683b74354" providerId="LiveId" clId="{1FE41F23-CFA1-4028-80DD-3EE9404D6AF5}" dt="2023-04-19T18:51:56.025" v="933" actId="123"/>
          <ac:spMkLst>
            <pc:docMk/>
            <pc:sldMk cId="199395463" sldId="297"/>
            <ac:spMk id="6" creationId="{DB92A2D0-0059-EF41-7AAB-7F07280B010D}"/>
          </ac:spMkLst>
        </pc:spChg>
      </pc:sldChg>
      <pc:sldChg chg="del">
        <pc:chgData name="Eduardo Lucas" userId="2c32288683b74354" providerId="LiveId" clId="{1FE41F23-CFA1-4028-80DD-3EE9404D6AF5}" dt="2023-04-18T19:50:23.995" v="64" actId="47"/>
        <pc:sldMkLst>
          <pc:docMk/>
          <pc:sldMk cId="1778458384" sldId="297"/>
        </pc:sldMkLst>
      </pc:sldChg>
      <pc:sldChg chg="addSp modSp add mod">
        <pc:chgData name="Eduardo Lucas" userId="2c32288683b74354" providerId="LiveId" clId="{1FE41F23-CFA1-4028-80DD-3EE9404D6AF5}" dt="2023-04-19T18:52:26.421" v="941" actId="123"/>
        <pc:sldMkLst>
          <pc:docMk/>
          <pc:sldMk cId="1167092672" sldId="298"/>
        </pc:sldMkLst>
        <pc:spChg chg="mod">
          <ac:chgData name="Eduardo Lucas" userId="2c32288683b74354" providerId="LiveId" clId="{1FE41F23-CFA1-4028-80DD-3EE9404D6AF5}" dt="2023-04-18T19:58:35.990" v="164" actId="207"/>
          <ac:spMkLst>
            <pc:docMk/>
            <pc:sldMk cId="1167092672" sldId="298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2:26.421" v="941" actId="123"/>
          <ac:spMkLst>
            <pc:docMk/>
            <pc:sldMk cId="1167092672" sldId="298"/>
            <ac:spMk id="4" creationId="{9CF5F437-D3CB-0B01-D41D-30EAAF90D04D}"/>
          </ac:spMkLst>
        </pc:spChg>
        <pc:spChg chg="add mod">
          <ac:chgData name="Eduardo Lucas" userId="2c32288683b74354" providerId="LiveId" clId="{1FE41F23-CFA1-4028-80DD-3EE9404D6AF5}" dt="2023-04-19T18:52:22.181" v="939" actId="207"/>
          <ac:spMkLst>
            <pc:docMk/>
            <pc:sldMk cId="1167092672" sldId="298"/>
            <ac:spMk id="6" creationId="{2F954214-E454-B8E7-7F25-782452515217}"/>
          </ac:spMkLst>
        </pc:spChg>
      </pc:sldChg>
      <pc:sldChg chg="modSp add mod ord">
        <pc:chgData name="Eduardo Lucas" userId="2c32288683b74354" providerId="LiveId" clId="{1FE41F23-CFA1-4028-80DD-3EE9404D6AF5}" dt="2023-04-19T18:52:12.532" v="937" actId="207"/>
        <pc:sldMkLst>
          <pc:docMk/>
          <pc:sldMk cId="75612961" sldId="299"/>
        </pc:sldMkLst>
        <pc:spChg chg="mod">
          <ac:chgData name="Eduardo Lucas" userId="2c32288683b74354" providerId="LiveId" clId="{1FE41F23-CFA1-4028-80DD-3EE9404D6AF5}" dt="2023-04-18T19:57:43.283" v="157" actId="207"/>
          <ac:spMkLst>
            <pc:docMk/>
            <pc:sldMk cId="75612961" sldId="299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2:07.234" v="935" actId="123"/>
          <ac:spMkLst>
            <pc:docMk/>
            <pc:sldMk cId="75612961" sldId="299"/>
            <ac:spMk id="4" creationId="{9CF5F437-D3CB-0B01-D41D-30EAAF90D04D}"/>
          </ac:spMkLst>
        </pc:spChg>
        <pc:spChg chg="mod">
          <ac:chgData name="Eduardo Lucas" userId="2c32288683b74354" providerId="LiveId" clId="{1FE41F23-CFA1-4028-80DD-3EE9404D6AF5}" dt="2023-04-19T18:52:12.532" v="937" actId="207"/>
          <ac:spMkLst>
            <pc:docMk/>
            <pc:sldMk cId="75612961" sldId="299"/>
            <ac:spMk id="6" creationId="{2F954214-E454-B8E7-7F25-782452515217}"/>
          </ac:spMkLst>
        </pc:spChg>
      </pc:sldChg>
      <pc:sldChg chg="modSp add mod">
        <pc:chgData name="Eduardo Lucas" userId="2c32288683b74354" providerId="LiveId" clId="{1FE41F23-CFA1-4028-80DD-3EE9404D6AF5}" dt="2023-04-19T18:53:17.085" v="952" actId="123"/>
        <pc:sldMkLst>
          <pc:docMk/>
          <pc:sldMk cId="398559925" sldId="300"/>
        </pc:sldMkLst>
        <pc:spChg chg="mod">
          <ac:chgData name="Eduardo Lucas" userId="2c32288683b74354" providerId="LiveId" clId="{1FE41F23-CFA1-4028-80DD-3EE9404D6AF5}" dt="2023-04-18T20:00:31.625" v="197" actId="20577"/>
          <ac:spMkLst>
            <pc:docMk/>
            <pc:sldMk cId="398559925" sldId="300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3:17.085" v="952" actId="123"/>
          <ac:spMkLst>
            <pc:docMk/>
            <pc:sldMk cId="398559925" sldId="300"/>
            <ac:spMk id="4" creationId="{9CF5F437-D3CB-0B01-D41D-30EAAF90D04D}"/>
          </ac:spMkLst>
        </pc:spChg>
        <pc:spChg chg="mod">
          <ac:chgData name="Eduardo Lucas" userId="2c32288683b74354" providerId="LiveId" clId="{1FE41F23-CFA1-4028-80DD-3EE9404D6AF5}" dt="2023-04-19T18:52:49.271" v="950" actId="113"/>
          <ac:spMkLst>
            <pc:docMk/>
            <pc:sldMk cId="398559925" sldId="300"/>
            <ac:spMk id="6" creationId="{2F954214-E454-B8E7-7F25-782452515217}"/>
          </ac:spMkLst>
        </pc:spChg>
      </pc:sldChg>
      <pc:sldChg chg="modSp add mod ord">
        <pc:chgData name="Eduardo Lucas" userId="2c32288683b74354" providerId="LiveId" clId="{1FE41F23-CFA1-4028-80DD-3EE9404D6AF5}" dt="2023-04-19T18:53:07.275" v="951" actId="123"/>
        <pc:sldMkLst>
          <pc:docMk/>
          <pc:sldMk cId="4204491728" sldId="301"/>
        </pc:sldMkLst>
        <pc:spChg chg="mod">
          <ac:chgData name="Eduardo Lucas" userId="2c32288683b74354" providerId="LiveId" clId="{1FE41F23-CFA1-4028-80DD-3EE9404D6AF5}" dt="2023-04-18T19:59:20.123" v="174" actId="20577"/>
          <ac:spMkLst>
            <pc:docMk/>
            <pc:sldMk cId="4204491728" sldId="301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3:07.275" v="951" actId="123"/>
          <ac:spMkLst>
            <pc:docMk/>
            <pc:sldMk cId="4204491728" sldId="301"/>
            <ac:spMk id="4" creationId="{9CF5F437-D3CB-0B01-D41D-30EAAF90D04D}"/>
          </ac:spMkLst>
        </pc:spChg>
        <pc:spChg chg="mod">
          <ac:chgData name="Eduardo Lucas" userId="2c32288683b74354" providerId="LiveId" clId="{1FE41F23-CFA1-4028-80DD-3EE9404D6AF5}" dt="2023-04-19T18:52:36.274" v="945" actId="207"/>
          <ac:spMkLst>
            <pc:docMk/>
            <pc:sldMk cId="4204491728" sldId="301"/>
            <ac:spMk id="6" creationId="{2F954214-E454-B8E7-7F25-782452515217}"/>
          </ac:spMkLst>
        </pc:spChg>
      </pc:sldChg>
      <pc:sldChg chg="modSp add mod">
        <pc:chgData name="Eduardo Lucas" userId="2c32288683b74354" providerId="LiveId" clId="{1FE41F23-CFA1-4028-80DD-3EE9404D6AF5}" dt="2023-04-19T18:53:29.959" v="956" actId="123"/>
        <pc:sldMkLst>
          <pc:docMk/>
          <pc:sldMk cId="2152677309" sldId="302"/>
        </pc:sldMkLst>
        <pc:spChg chg="mod">
          <ac:chgData name="Eduardo Lucas" userId="2c32288683b74354" providerId="LiveId" clId="{1FE41F23-CFA1-4028-80DD-3EE9404D6AF5}" dt="2023-04-18T20:00:25.347" v="187" actId="108"/>
          <ac:spMkLst>
            <pc:docMk/>
            <pc:sldMk cId="2152677309" sldId="302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3:29.959" v="956" actId="123"/>
          <ac:spMkLst>
            <pc:docMk/>
            <pc:sldMk cId="2152677309" sldId="302"/>
            <ac:spMk id="4" creationId="{9CF5F437-D3CB-0B01-D41D-30EAAF90D04D}"/>
          </ac:spMkLst>
        </pc:spChg>
        <pc:spChg chg="mod">
          <ac:chgData name="Eduardo Lucas" userId="2c32288683b74354" providerId="LiveId" clId="{1FE41F23-CFA1-4028-80DD-3EE9404D6AF5}" dt="2023-04-19T18:53:26.091" v="954" actId="207"/>
          <ac:spMkLst>
            <pc:docMk/>
            <pc:sldMk cId="2152677309" sldId="302"/>
            <ac:spMk id="6" creationId="{2F954214-E454-B8E7-7F25-782452515217}"/>
          </ac:spMkLst>
        </pc:spChg>
      </pc:sldChg>
      <pc:sldChg chg="modSp add mod">
        <pc:chgData name="Eduardo Lucas" userId="2c32288683b74354" providerId="LiveId" clId="{1FE41F23-CFA1-4028-80DD-3EE9404D6AF5}" dt="2023-04-19T18:53:40.749" v="959" actId="207"/>
        <pc:sldMkLst>
          <pc:docMk/>
          <pc:sldMk cId="2815087171" sldId="303"/>
        </pc:sldMkLst>
        <pc:spChg chg="mod">
          <ac:chgData name="Eduardo Lucas" userId="2c32288683b74354" providerId="LiveId" clId="{1FE41F23-CFA1-4028-80DD-3EE9404D6AF5}" dt="2023-04-18T20:01:59.713" v="238" actId="20577"/>
          <ac:spMkLst>
            <pc:docMk/>
            <pc:sldMk cId="2815087171" sldId="303"/>
            <ac:spMk id="2" creationId="{71CA36E5-C16C-B323-9708-48E4D6D10865}"/>
          </ac:spMkLst>
        </pc:spChg>
        <pc:spChg chg="mod">
          <ac:chgData name="Eduardo Lucas" userId="2c32288683b74354" providerId="LiveId" clId="{1FE41F23-CFA1-4028-80DD-3EE9404D6AF5}" dt="2023-04-18T20:04:52.090" v="318" actId="20577"/>
          <ac:spMkLst>
            <pc:docMk/>
            <pc:sldMk cId="2815087171" sldId="303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3:34.927" v="957" actId="123"/>
          <ac:spMkLst>
            <pc:docMk/>
            <pc:sldMk cId="2815087171" sldId="303"/>
            <ac:spMk id="4" creationId="{9CF5F437-D3CB-0B01-D41D-30EAAF90D04D}"/>
          </ac:spMkLst>
        </pc:spChg>
        <pc:spChg chg="mod">
          <ac:chgData name="Eduardo Lucas" userId="2c32288683b74354" providerId="LiveId" clId="{1FE41F23-CFA1-4028-80DD-3EE9404D6AF5}" dt="2023-04-19T18:53:40.749" v="959" actId="207"/>
          <ac:spMkLst>
            <pc:docMk/>
            <pc:sldMk cId="2815087171" sldId="303"/>
            <ac:spMk id="6" creationId="{2F954214-E454-B8E7-7F25-782452515217}"/>
          </ac:spMkLst>
        </pc:spChg>
      </pc:sldChg>
      <pc:sldChg chg="modSp add mod">
        <pc:chgData name="Eduardo Lucas" userId="2c32288683b74354" providerId="LiveId" clId="{1FE41F23-CFA1-4028-80DD-3EE9404D6AF5}" dt="2023-04-19T18:53:49.406" v="962" actId="207"/>
        <pc:sldMkLst>
          <pc:docMk/>
          <pc:sldMk cId="155851376" sldId="304"/>
        </pc:sldMkLst>
        <pc:spChg chg="mod">
          <ac:chgData name="Eduardo Lucas" userId="2c32288683b74354" providerId="LiveId" clId="{1FE41F23-CFA1-4028-80DD-3EE9404D6AF5}" dt="2023-04-18T20:05:25.780" v="324" actId="20577"/>
          <ac:spMkLst>
            <pc:docMk/>
            <pc:sldMk cId="155851376" sldId="304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3:44.941" v="960" actId="123"/>
          <ac:spMkLst>
            <pc:docMk/>
            <pc:sldMk cId="155851376" sldId="304"/>
            <ac:spMk id="4" creationId="{9CF5F437-D3CB-0B01-D41D-30EAAF90D04D}"/>
          </ac:spMkLst>
        </pc:spChg>
        <pc:spChg chg="mod">
          <ac:chgData name="Eduardo Lucas" userId="2c32288683b74354" providerId="LiveId" clId="{1FE41F23-CFA1-4028-80DD-3EE9404D6AF5}" dt="2023-04-19T18:53:49.406" v="962" actId="207"/>
          <ac:spMkLst>
            <pc:docMk/>
            <pc:sldMk cId="155851376" sldId="304"/>
            <ac:spMk id="6" creationId="{2F954214-E454-B8E7-7F25-782452515217}"/>
          </ac:spMkLst>
        </pc:spChg>
      </pc:sldChg>
      <pc:sldChg chg="modSp add mod">
        <pc:chgData name="Eduardo Lucas" userId="2c32288683b74354" providerId="LiveId" clId="{1FE41F23-CFA1-4028-80DD-3EE9404D6AF5}" dt="2023-04-19T18:54:05.626" v="965" actId="123"/>
        <pc:sldMkLst>
          <pc:docMk/>
          <pc:sldMk cId="776728922" sldId="305"/>
        </pc:sldMkLst>
        <pc:spChg chg="mod">
          <ac:chgData name="Eduardo Lucas" userId="2c32288683b74354" providerId="LiveId" clId="{1FE41F23-CFA1-4028-80DD-3EE9404D6AF5}" dt="2023-04-18T20:05:59.240" v="331" actId="207"/>
          <ac:spMkLst>
            <pc:docMk/>
            <pc:sldMk cId="776728922" sldId="305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3:57.808" v="963" actId="123"/>
          <ac:spMkLst>
            <pc:docMk/>
            <pc:sldMk cId="776728922" sldId="305"/>
            <ac:spMk id="4" creationId="{9CF5F437-D3CB-0B01-D41D-30EAAF90D04D}"/>
          </ac:spMkLst>
        </pc:spChg>
        <pc:spChg chg="mod">
          <ac:chgData name="Eduardo Lucas" userId="2c32288683b74354" providerId="LiveId" clId="{1FE41F23-CFA1-4028-80DD-3EE9404D6AF5}" dt="2023-04-19T18:54:05.626" v="965" actId="123"/>
          <ac:spMkLst>
            <pc:docMk/>
            <pc:sldMk cId="776728922" sldId="305"/>
            <ac:spMk id="6" creationId="{2F954214-E454-B8E7-7F25-782452515217}"/>
          </ac:spMkLst>
        </pc:spChg>
      </pc:sldChg>
      <pc:sldChg chg="delSp modSp add mod">
        <pc:chgData name="Eduardo Lucas" userId="2c32288683b74354" providerId="LiveId" clId="{1FE41F23-CFA1-4028-80DD-3EE9404D6AF5}" dt="2023-04-19T18:54:15.531" v="966" actId="123"/>
        <pc:sldMkLst>
          <pc:docMk/>
          <pc:sldMk cId="1183754001" sldId="306"/>
        </pc:sldMkLst>
        <pc:spChg chg="mod">
          <ac:chgData name="Eduardo Lucas" userId="2c32288683b74354" providerId="LiveId" clId="{1FE41F23-CFA1-4028-80DD-3EE9404D6AF5}" dt="2023-04-18T20:06:26.310" v="376" actId="20577"/>
          <ac:spMkLst>
            <pc:docMk/>
            <pc:sldMk cId="1183754001" sldId="306"/>
            <ac:spMk id="2" creationId="{71CA36E5-C16C-B323-9708-48E4D6D10865}"/>
          </ac:spMkLst>
        </pc:spChg>
        <pc:spChg chg="del">
          <ac:chgData name="Eduardo Lucas" userId="2c32288683b74354" providerId="LiveId" clId="{1FE41F23-CFA1-4028-80DD-3EE9404D6AF5}" dt="2023-04-18T20:07:12.700" v="383" actId="478"/>
          <ac:spMkLst>
            <pc:docMk/>
            <pc:sldMk cId="1183754001" sldId="306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4:15.531" v="966" actId="123"/>
          <ac:spMkLst>
            <pc:docMk/>
            <pc:sldMk cId="1183754001" sldId="306"/>
            <ac:spMk id="4" creationId="{9CF5F437-D3CB-0B01-D41D-30EAAF90D04D}"/>
          </ac:spMkLst>
        </pc:spChg>
        <pc:spChg chg="del mod">
          <ac:chgData name="Eduardo Lucas" userId="2c32288683b74354" providerId="LiveId" clId="{1FE41F23-CFA1-4028-80DD-3EE9404D6AF5}" dt="2023-04-18T20:07:21.530" v="384" actId="478"/>
          <ac:spMkLst>
            <pc:docMk/>
            <pc:sldMk cId="1183754001" sldId="306"/>
            <ac:spMk id="5" creationId="{E1707ACB-64EA-DA73-9236-BCBB7FF756E6}"/>
          </ac:spMkLst>
        </pc:spChg>
        <pc:spChg chg="del mod">
          <ac:chgData name="Eduardo Lucas" userId="2c32288683b74354" providerId="LiveId" clId="{1FE41F23-CFA1-4028-80DD-3EE9404D6AF5}" dt="2023-04-18T20:07:23.130" v="385" actId="478"/>
          <ac:spMkLst>
            <pc:docMk/>
            <pc:sldMk cId="1183754001" sldId="306"/>
            <ac:spMk id="6" creationId="{2F954214-E454-B8E7-7F25-782452515217}"/>
          </ac:spMkLst>
        </pc:spChg>
      </pc:sldChg>
      <pc:sldChg chg="addSp modSp add mod">
        <pc:chgData name="Eduardo Lucas" userId="2c32288683b74354" providerId="LiveId" clId="{1FE41F23-CFA1-4028-80DD-3EE9404D6AF5}" dt="2023-04-19T18:54:25.249" v="968" actId="123"/>
        <pc:sldMkLst>
          <pc:docMk/>
          <pc:sldMk cId="1191388724" sldId="307"/>
        </pc:sldMkLst>
        <pc:spChg chg="add mod">
          <ac:chgData name="Eduardo Lucas" userId="2c32288683b74354" providerId="LiveId" clId="{1FE41F23-CFA1-4028-80DD-3EE9404D6AF5}" dt="2023-04-18T20:08:46.076" v="395" actId="14100"/>
          <ac:spMkLst>
            <pc:docMk/>
            <pc:sldMk cId="1191388724" sldId="307"/>
            <ac:spMk id="3" creationId="{0C35352A-C2ED-382A-1B55-9988FC95AAFA}"/>
          </ac:spMkLst>
        </pc:spChg>
        <pc:spChg chg="mod">
          <ac:chgData name="Eduardo Lucas" userId="2c32288683b74354" providerId="LiveId" clId="{1FE41F23-CFA1-4028-80DD-3EE9404D6AF5}" dt="2023-04-19T18:54:21.210" v="967" actId="123"/>
          <ac:spMkLst>
            <pc:docMk/>
            <pc:sldMk cId="1191388724" sldId="307"/>
            <ac:spMk id="4" creationId="{9CF5F437-D3CB-0B01-D41D-30EAAF90D04D}"/>
          </ac:spMkLst>
        </pc:spChg>
        <pc:spChg chg="add mod">
          <ac:chgData name="Eduardo Lucas" userId="2c32288683b74354" providerId="LiveId" clId="{1FE41F23-CFA1-4028-80DD-3EE9404D6AF5}" dt="2023-04-19T18:54:25.249" v="968" actId="123"/>
          <ac:spMkLst>
            <pc:docMk/>
            <pc:sldMk cId="1191388724" sldId="307"/>
            <ac:spMk id="5" creationId="{AAF479EB-CE02-C92C-88CE-964192C9F348}"/>
          </ac:spMkLst>
        </pc:spChg>
      </pc:sldChg>
      <pc:sldChg chg="add del">
        <pc:chgData name="Eduardo Lucas" userId="2c32288683b74354" providerId="LiveId" clId="{1FE41F23-CFA1-4028-80DD-3EE9404D6AF5}" dt="2023-04-19T18:54:39.587" v="969" actId="47"/>
        <pc:sldMkLst>
          <pc:docMk/>
          <pc:sldMk cId="4240048940" sldId="308"/>
        </pc:sldMkLst>
      </pc:sldChg>
      <pc:sldChg chg="addSp delSp modSp add mod">
        <pc:chgData name="Eduardo Lucas" userId="2c32288683b74354" providerId="LiveId" clId="{1FE41F23-CFA1-4028-80DD-3EE9404D6AF5}" dt="2023-04-18T20:13:49.088" v="437" actId="1076"/>
        <pc:sldMkLst>
          <pc:docMk/>
          <pc:sldMk cId="2787946113" sldId="309"/>
        </pc:sldMkLst>
        <pc:spChg chg="del">
          <ac:chgData name="Eduardo Lucas" userId="2c32288683b74354" providerId="LiveId" clId="{1FE41F23-CFA1-4028-80DD-3EE9404D6AF5}" dt="2023-04-18T20:10:59.730" v="409" actId="478"/>
          <ac:spMkLst>
            <pc:docMk/>
            <pc:sldMk cId="2787946113" sldId="309"/>
            <ac:spMk id="3" creationId="{0C35352A-C2ED-382A-1B55-9988FC95AAFA}"/>
          </ac:spMkLst>
        </pc:spChg>
        <pc:spChg chg="del">
          <ac:chgData name="Eduardo Lucas" userId="2c32288683b74354" providerId="LiveId" clId="{1FE41F23-CFA1-4028-80DD-3EE9404D6AF5}" dt="2023-04-18T20:10:58.405" v="408" actId="478"/>
          <ac:spMkLst>
            <pc:docMk/>
            <pc:sldMk cId="2787946113" sldId="309"/>
            <ac:spMk id="4" creationId="{9CF5F437-D3CB-0B01-D41D-30EAAF90D04D}"/>
          </ac:spMkLst>
        </pc:spChg>
        <pc:spChg chg="del">
          <ac:chgData name="Eduardo Lucas" userId="2c32288683b74354" providerId="LiveId" clId="{1FE41F23-CFA1-4028-80DD-3EE9404D6AF5}" dt="2023-04-18T20:11:01.704" v="410" actId="478"/>
          <ac:spMkLst>
            <pc:docMk/>
            <pc:sldMk cId="2787946113" sldId="309"/>
            <ac:spMk id="5" creationId="{AAF479EB-CE02-C92C-88CE-964192C9F348}"/>
          </ac:spMkLst>
        </pc:spChg>
        <pc:picChg chg="add mod">
          <ac:chgData name="Eduardo Lucas" userId="2c32288683b74354" providerId="LiveId" clId="{1FE41F23-CFA1-4028-80DD-3EE9404D6AF5}" dt="2023-04-18T20:12:22.475" v="424" actId="1076"/>
          <ac:picMkLst>
            <pc:docMk/>
            <pc:sldMk cId="2787946113" sldId="309"/>
            <ac:picMk id="7" creationId="{554CC1AE-B025-373C-C9A8-F522076682A0}"/>
          </ac:picMkLst>
        </pc:picChg>
        <pc:picChg chg="add mod">
          <ac:chgData name="Eduardo Lucas" userId="2c32288683b74354" providerId="LiveId" clId="{1FE41F23-CFA1-4028-80DD-3EE9404D6AF5}" dt="2023-04-18T20:12:45.555" v="427" actId="1076"/>
          <ac:picMkLst>
            <pc:docMk/>
            <pc:sldMk cId="2787946113" sldId="309"/>
            <ac:picMk id="9" creationId="{80062EA9-82B7-1AB0-667B-FF2F92351824}"/>
          </ac:picMkLst>
        </pc:picChg>
        <pc:picChg chg="add mod">
          <ac:chgData name="Eduardo Lucas" userId="2c32288683b74354" providerId="LiveId" clId="{1FE41F23-CFA1-4028-80DD-3EE9404D6AF5}" dt="2023-04-18T20:13:18.343" v="432" actId="14100"/>
          <ac:picMkLst>
            <pc:docMk/>
            <pc:sldMk cId="2787946113" sldId="309"/>
            <ac:picMk id="11" creationId="{643CCC88-9425-99A8-4035-B740577AD113}"/>
          </ac:picMkLst>
        </pc:picChg>
        <pc:picChg chg="add mod">
          <ac:chgData name="Eduardo Lucas" userId="2c32288683b74354" providerId="LiveId" clId="{1FE41F23-CFA1-4028-80DD-3EE9404D6AF5}" dt="2023-04-18T20:13:49.088" v="437" actId="1076"/>
          <ac:picMkLst>
            <pc:docMk/>
            <pc:sldMk cId="2787946113" sldId="309"/>
            <ac:picMk id="13" creationId="{F1B79019-06D9-A8A0-B887-65DD39BB526C}"/>
          </ac:picMkLst>
        </pc:picChg>
      </pc:sldChg>
      <pc:sldChg chg="addSp delSp modSp add mod">
        <pc:chgData name="Eduardo Lucas" userId="2c32288683b74354" providerId="LiveId" clId="{1FE41F23-CFA1-4028-80DD-3EE9404D6AF5}" dt="2023-04-19T18:54:52.815" v="971" actId="123"/>
        <pc:sldMkLst>
          <pc:docMk/>
          <pc:sldMk cId="544664387" sldId="310"/>
        </pc:sldMkLst>
        <pc:spChg chg="mod">
          <ac:chgData name="Eduardo Lucas" userId="2c32288683b74354" providerId="LiveId" clId="{1FE41F23-CFA1-4028-80DD-3EE9404D6AF5}" dt="2023-04-18T20:15:06.395" v="450" actId="255"/>
          <ac:spMkLst>
            <pc:docMk/>
            <pc:sldMk cId="544664387" sldId="310"/>
            <ac:spMk id="2" creationId="{71CA36E5-C16C-B323-9708-48E4D6D10865}"/>
          </ac:spMkLst>
        </pc:spChg>
        <pc:spChg chg="add mod">
          <ac:chgData name="Eduardo Lucas" userId="2c32288683b74354" providerId="LiveId" clId="{1FE41F23-CFA1-4028-80DD-3EE9404D6AF5}" dt="2023-04-19T18:54:46.899" v="970" actId="123"/>
          <ac:spMkLst>
            <pc:docMk/>
            <pc:sldMk cId="544664387" sldId="310"/>
            <ac:spMk id="3" creationId="{F6A3DBA9-F4E1-E92C-8F06-7B66EB1F0704}"/>
          </ac:spMkLst>
        </pc:spChg>
        <pc:spChg chg="add mod">
          <ac:chgData name="Eduardo Lucas" userId="2c32288683b74354" providerId="LiveId" clId="{1FE41F23-CFA1-4028-80DD-3EE9404D6AF5}" dt="2023-04-19T18:26:56.233" v="609" actId="6549"/>
          <ac:spMkLst>
            <pc:docMk/>
            <pc:sldMk cId="544664387" sldId="310"/>
            <ac:spMk id="4" creationId="{A4163BFB-3ED8-287F-64E6-8F2D61B700D9}"/>
          </ac:spMkLst>
        </pc:spChg>
        <pc:spChg chg="add mod">
          <ac:chgData name="Eduardo Lucas" userId="2c32288683b74354" providerId="LiveId" clId="{1FE41F23-CFA1-4028-80DD-3EE9404D6AF5}" dt="2023-04-19T18:24:17.689" v="581" actId="14100"/>
          <ac:spMkLst>
            <pc:docMk/>
            <pc:sldMk cId="544664387" sldId="310"/>
            <ac:spMk id="5" creationId="{23B0ED9F-5A13-859A-0802-DCB42A19F788}"/>
          </ac:spMkLst>
        </pc:spChg>
        <pc:spChg chg="add mod">
          <ac:chgData name="Eduardo Lucas" userId="2c32288683b74354" providerId="LiveId" clId="{1FE41F23-CFA1-4028-80DD-3EE9404D6AF5}" dt="2023-04-19T18:54:52.815" v="971" actId="123"/>
          <ac:spMkLst>
            <pc:docMk/>
            <pc:sldMk cId="544664387" sldId="310"/>
            <ac:spMk id="7" creationId="{626D8973-5465-C262-8D18-A7712C49F654}"/>
          </ac:spMkLst>
        </pc:spChg>
        <pc:picChg chg="del">
          <ac:chgData name="Eduardo Lucas" userId="2c32288683b74354" providerId="LiveId" clId="{1FE41F23-CFA1-4028-80DD-3EE9404D6AF5}" dt="2023-04-18T20:14:54.790" v="439" actId="478"/>
          <ac:picMkLst>
            <pc:docMk/>
            <pc:sldMk cId="544664387" sldId="310"/>
            <ac:picMk id="7" creationId="{554CC1AE-B025-373C-C9A8-F522076682A0}"/>
          </ac:picMkLst>
        </pc:picChg>
        <pc:picChg chg="del">
          <ac:chgData name="Eduardo Lucas" userId="2c32288683b74354" providerId="LiveId" clId="{1FE41F23-CFA1-4028-80DD-3EE9404D6AF5}" dt="2023-04-18T20:14:55.535" v="440" actId="478"/>
          <ac:picMkLst>
            <pc:docMk/>
            <pc:sldMk cId="544664387" sldId="310"/>
            <ac:picMk id="9" creationId="{80062EA9-82B7-1AB0-667B-FF2F92351824}"/>
          </ac:picMkLst>
        </pc:picChg>
        <pc:picChg chg="del">
          <ac:chgData name="Eduardo Lucas" userId="2c32288683b74354" providerId="LiveId" clId="{1FE41F23-CFA1-4028-80DD-3EE9404D6AF5}" dt="2023-04-18T20:14:56.990" v="442" actId="478"/>
          <ac:picMkLst>
            <pc:docMk/>
            <pc:sldMk cId="544664387" sldId="310"/>
            <ac:picMk id="11" creationId="{643CCC88-9425-99A8-4035-B740577AD113}"/>
          </ac:picMkLst>
        </pc:picChg>
        <pc:picChg chg="del">
          <ac:chgData name="Eduardo Lucas" userId="2c32288683b74354" providerId="LiveId" clId="{1FE41F23-CFA1-4028-80DD-3EE9404D6AF5}" dt="2023-04-18T20:14:56.241" v="441" actId="478"/>
          <ac:picMkLst>
            <pc:docMk/>
            <pc:sldMk cId="544664387" sldId="310"/>
            <ac:picMk id="13" creationId="{F1B79019-06D9-A8A0-B887-65DD39BB526C}"/>
          </ac:picMkLst>
        </pc:picChg>
      </pc:sldChg>
      <pc:sldChg chg="modSp add mod">
        <pc:chgData name="Eduardo Lucas" userId="2c32288683b74354" providerId="LiveId" clId="{1FE41F23-CFA1-4028-80DD-3EE9404D6AF5}" dt="2023-04-19T18:55:04.567" v="973" actId="123"/>
        <pc:sldMkLst>
          <pc:docMk/>
          <pc:sldMk cId="1508485781" sldId="311"/>
        </pc:sldMkLst>
        <pc:spChg chg="mod">
          <ac:chgData name="Eduardo Lucas" userId="2c32288683b74354" providerId="LiveId" clId="{1FE41F23-CFA1-4028-80DD-3EE9404D6AF5}" dt="2023-04-19T18:55:01.396" v="972" actId="123"/>
          <ac:spMkLst>
            <pc:docMk/>
            <pc:sldMk cId="1508485781" sldId="311"/>
            <ac:spMk id="3" creationId="{F6A3DBA9-F4E1-E92C-8F06-7B66EB1F0704}"/>
          </ac:spMkLst>
        </pc:spChg>
        <pc:spChg chg="mod">
          <ac:chgData name="Eduardo Lucas" userId="2c32288683b74354" providerId="LiveId" clId="{1FE41F23-CFA1-4028-80DD-3EE9404D6AF5}" dt="2023-04-19T18:26:59.623" v="610" actId="6549"/>
          <ac:spMkLst>
            <pc:docMk/>
            <pc:sldMk cId="1508485781" sldId="311"/>
            <ac:spMk id="4" creationId="{A4163BFB-3ED8-287F-64E6-8F2D61B700D9}"/>
          </ac:spMkLst>
        </pc:spChg>
        <pc:spChg chg="mod">
          <ac:chgData name="Eduardo Lucas" userId="2c32288683b74354" providerId="LiveId" clId="{1FE41F23-CFA1-4028-80DD-3EE9404D6AF5}" dt="2023-04-19T18:55:04.567" v="973" actId="123"/>
          <ac:spMkLst>
            <pc:docMk/>
            <pc:sldMk cId="1508485781" sldId="311"/>
            <ac:spMk id="7" creationId="{626D8973-5465-C262-8D18-A7712C49F654}"/>
          </ac:spMkLst>
        </pc:spChg>
      </pc:sldChg>
      <pc:sldChg chg="modSp add mod">
        <pc:chgData name="Eduardo Lucas" userId="2c32288683b74354" providerId="LiveId" clId="{1FE41F23-CFA1-4028-80DD-3EE9404D6AF5}" dt="2023-04-19T18:55:12.467" v="975" actId="123"/>
        <pc:sldMkLst>
          <pc:docMk/>
          <pc:sldMk cId="2680441711" sldId="312"/>
        </pc:sldMkLst>
        <pc:spChg chg="mod">
          <ac:chgData name="Eduardo Lucas" userId="2c32288683b74354" providerId="LiveId" clId="{1FE41F23-CFA1-4028-80DD-3EE9404D6AF5}" dt="2023-04-19T18:55:12.467" v="975" actId="123"/>
          <ac:spMkLst>
            <pc:docMk/>
            <pc:sldMk cId="2680441711" sldId="312"/>
            <ac:spMk id="3" creationId="{F6A3DBA9-F4E1-E92C-8F06-7B66EB1F0704}"/>
          </ac:spMkLst>
        </pc:spChg>
        <pc:spChg chg="mod">
          <ac:chgData name="Eduardo Lucas" userId="2c32288683b74354" providerId="LiveId" clId="{1FE41F23-CFA1-4028-80DD-3EE9404D6AF5}" dt="2023-04-19T18:26:46.483" v="608" actId="207"/>
          <ac:spMkLst>
            <pc:docMk/>
            <pc:sldMk cId="2680441711" sldId="312"/>
            <ac:spMk id="4" creationId="{A4163BFB-3ED8-287F-64E6-8F2D61B700D9}"/>
          </ac:spMkLst>
        </pc:spChg>
        <pc:spChg chg="mod">
          <ac:chgData name="Eduardo Lucas" userId="2c32288683b74354" providerId="LiveId" clId="{1FE41F23-CFA1-4028-80DD-3EE9404D6AF5}" dt="2023-04-19T18:55:09.411" v="974" actId="123"/>
          <ac:spMkLst>
            <pc:docMk/>
            <pc:sldMk cId="2680441711" sldId="312"/>
            <ac:spMk id="7" creationId="{626D8973-5465-C262-8D18-A7712C49F654}"/>
          </ac:spMkLst>
        </pc:spChg>
      </pc:sldChg>
      <pc:sldChg chg="delSp modSp add mod">
        <pc:chgData name="Eduardo Lucas" userId="2c32288683b74354" providerId="LiveId" clId="{1FE41F23-CFA1-4028-80DD-3EE9404D6AF5}" dt="2023-04-19T18:55:17.320" v="976" actId="123"/>
        <pc:sldMkLst>
          <pc:docMk/>
          <pc:sldMk cId="2620891743" sldId="313"/>
        </pc:sldMkLst>
        <pc:spChg chg="mod">
          <ac:chgData name="Eduardo Lucas" userId="2c32288683b74354" providerId="LiveId" clId="{1FE41F23-CFA1-4028-80DD-3EE9404D6AF5}" dt="2023-04-19T18:27:57.627" v="635" actId="6549"/>
          <ac:spMkLst>
            <pc:docMk/>
            <pc:sldMk cId="2620891743" sldId="313"/>
            <ac:spMk id="2" creationId="{71CA36E5-C16C-B323-9708-48E4D6D10865}"/>
          </ac:spMkLst>
        </pc:spChg>
        <pc:spChg chg="mod">
          <ac:chgData name="Eduardo Lucas" userId="2c32288683b74354" providerId="LiveId" clId="{1FE41F23-CFA1-4028-80DD-3EE9404D6AF5}" dt="2023-04-19T18:55:17.320" v="976" actId="123"/>
          <ac:spMkLst>
            <pc:docMk/>
            <pc:sldMk cId="2620891743" sldId="313"/>
            <ac:spMk id="3" creationId="{F6A3DBA9-F4E1-E92C-8F06-7B66EB1F0704}"/>
          </ac:spMkLst>
        </pc:spChg>
        <pc:spChg chg="del mod">
          <ac:chgData name="Eduardo Lucas" userId="2c32288683b74354" providerId="LiveId" clId="{1FE41F23-CFA1-4028-80DD-3EE9404D6AF5}" dt="2023-04-19T18:28:40.139" v="642" actId="478"/>
          <ac:spMkLst>
            <pc:docMk/>
            <pc:sldMk cId="2620891743" sldId="313"/>
            <ac:spMk id="4" creationId="{A4163BFB-3ED8-287F-64E6-8F2D61B700D9}"/>
          </ac:spMkLst>
        </pc:spChg>
        <pc:spChg chg="del">
          <ac:chgData name="Eduardo Lucas" userId="2c32288683b74354" providerId="LiveId" clId="{1FE41F23-CFA1-4028-80DD-3EE9404D6AF5}" dt="2023-04-19T18:28:23.422" v="637" actId="478"/>
          <ac:spMkLst>
            <pc:docMk/>
            <pc:sldMk cId="2620891743" sldId="313"/>
            <ac:spMk id="5" creationId="{23B0ED9F-5A13-859A-0802-DCB42A19F788}"/>
          </ac:spMkLst>
        </pc:spChg>
        <pc:spChg chg="del">
          <ac:chgData name="Eduardo Lucas" userId="2c32288683b74354" providerId="LiveId" clId="{1FE41F23-CFA1-4028-80DD-3EE9404D6AF5}" dt="2023-04-19T18:28:52.659" v="644" actId="478"/>
          <ac:spMkLst>
            <pc:docMk/>
            <pc:sldMk cId="2620891743" sldId="313"/>
            <ac:spMk id="7" creationId="{626D8973-5465-C262-8D18-A7712C49F654}"/>
          </ac:spMkLst>
        </pc:spChg>
      </pc:sldChg>
      <pc:sldChg chg="modSp add mod">
        <pc:chgData name="Eduardo Lucas" userId="2c32288683b74354" providerId="LiveId" clId="{1FE41F23-CFA1-4028-80DD-3EE9404D6AF5}" dt="2023-04-19T18:55:22.704" v="977" actId="123"/>
        <pc:sldMkLst>
          <pc:docMk/>
          <pc:sldMk cId="1447131806" sldId="314"/>
        </pc:sldMkLst>
        <pc:spChg chg="mod">
          <ac:chgData name="Eduardo Lucas" userId="2c32288683b74354" providerId="LiveId" clId="{1FE41F23-CFA1-4028-80DD-3EE9404D6AF5}" dt="2023-04-19T18:34:16.941" v="846" actId="255"/>
          <ac:spMkLst>
            <pc:docMk/>
            <pc:sldMk cId="1447131806" sldId="314"/>
            <ac:spMk id="2" creationId="{71CA36E5-C16C-B323-9708-48E4D6D10865}"/>
          </ac:spMkLst>
        </pc:spChg>
        <pc:spChg chg="mod">
          <ac:chgData name="Eduardo Lucas" userId="2c32288683b74354" providerId="LiveId" clId="{1FE41F23-CFA1-4028-80DD-3EE9404D6AF5}" dt="2023-04-19T18:55:22.704" v="977" actId="123"/>
          <ac:spMkLst>
            <pc:docMk/>
            <pc:sldMk cId="1447131806" sldId="314"/>
            <ac:spMk id="3" creationId="{F6A3DBA9-F4E1-E92C-8F06-7B66EB1F0704}"/>
          </ac:spMkLst>
        </pc:spChg>
      </pc:sldChg>
      <pc:sldChg chg="addSp delSp modSp add mod">
        <pc:chgData name="Eduardo Lucas" userId="2c32288683b74354" providerId="LiveId" clId="{1FE41F23-CFA1-4028-80DD-3EE9404D6AF5}" dt="2023-04-19T19:00:12.531" v="1040" actId="6549"/>
        <pc:sldMkLst>
          <pc:docMk/>
          <pc:sldMk cId="182788559" sldId="315"/>
        </pc:sldMkLst>
        <pc:spChg chg="mod">
          <ac:chgData name="Eduardo Lucas" userId="2c32288683b74354" providerId="LiveId" clId="{1FE41F23-CFA1-4028-80DD-3EE9404D6AF5}" dt="2023-04-19T18:50:52.167" v="923" actId="20577"/>
          <ac:spMkLst>
            <pc:docMk/>
            <pc:sldMk cId="182788559" sldId="315"/>
            <ac:spMk id="2" creationId="{71CA36E5-C16C-B323-9708-48E4D6D10865}"/>
          </ac:spMkLst>
        </pc:spChg>
        <pc:spChg chg="mod">
          <ac:chgData name="Eduardo Lucas" userId="2c32288683b74354" providerId="LiveId" clId="{1FE41F23-CFA1-4028-80DD-3EE9404D6AF5}" dt="2023-04-19T19:00:12.531" v="1040" actId="6549"/>
          <ac:spMkLst>
            <pc:docMk/>
            <pc:sldMk cId="182788559" sldId="315"/>
            <ac:spMk id="3" creationId="{F6A3DBA9-F4E1-E92C-8F06-7B66EB1F0704}"/>
          </ac:spMkLst>
        </pc:spChg>
        <pc:spChg chg="add del mod">
          <ac:chgData name="Eduardo Lucas" userId="2c32288683b74354" providerId="LiveId" clId="{1FE41F23-CFA1-4028-80DD-3EE9404D6AF5}" dt="2023-04-19T19:00:09.571" v="1039" actId="478"/>
          <ac:spMkLst>
            <pc:docMk/>
            <pc:sldMk cId="182788559" sldId="315"/>
            <ac:spMk id="4" creationId="{A905C2CE-10D9-C293-4FAC-C0DB99DBADB5}"/>
          </ac:spMkLst>
        </pc:spChg>
      </pc:sldChg>
      <pc:sldChg chg="modSp add del mod">
        <pc:chgData name="Eduardo Lucas" userId="2c32288683b74354" providerId="LiveId" clId="{1FE41F23-CFA1-4028-80DD-3EE9404D6AF5}" dt="2023-04-19T19:00:38.432" v="1045" actId="47"/>
        <pc:sldMkLst>
          <pc:docMk/>
          <pc:sldMk cId="108737621" sldId="316"/>
        </pc:sldMkLst>
        <pc:spChg chg="mod">
          <ac:chgData name="Eduardo Lucas" userId="2c32288683b74354" providerId="LiveId" clId="{1FE41F23-CFA1-4028-80DD-3EE9404D6AF5}" dt="2023-04-19T18:59:55.850" v="1037" actId="20577"/>
          <ac:spMkLst>
            <pc:docMk/>
            <pc:sldMk cId="108737621" sldId="316"/>
            <ac:spMk id="3" creationId="{F6A3DBA9-F4E1-E92C-8F06-7B66EB1F0704}"/>
          </ac:spMkLst>
        </pc:spChg>
        <pc:spChg chg="mod">
          <ac:chgData name="Eduardo Lucas" userId="2c32288683b74354" providerId="LiveId" clId="{1FE41F23-CFA1-4028-80DD-3EE9404D6AF5}" dt="2023-04-19T19:00:01.374" v="1038" actId="1076"/>
          <ac:spMkLst>
            <pc:docMk/>
            <pc:sldMk cId="108737621" sldId="316"/>
            <ac:spMk id="4" creationId="{A905C2CE-10D9-C293-4FAC-C0DB99DBADB5}"/>
          </ac:spMkLst>
        </pc:spChg>
      </pc:sldChg>
      <pc:sldChg chg="addSp delSp modSp add mod">
        <pc:chgData name="Eduardo Lucas" userId="2c32288683b74354" providerId="LiveId" clId="{1FE41F23-CFA1-4028-80DD-3EE9404D6AF5}" dt="2023-04-19T19:01:30.742" v="1053" actId="6549"/>
        <pc:sldMkLst>
          <pc:docMk/>
          <pc:sldMk cId="1206597472" sldId="317"/>
        </pc:sldMkLst>
        <pc:spChg chg="del">
          <ac:chgData name="Eduardo Lucas" userId="2c32288683b74354" providerId="LiveId" clId="{1FE41F23-CFA1-4028-80DD-3EE9404D6AF5}" dt="2023-04-19T19:00:26.609" v="1042" actId="478"/>
          <ac:spMkLst>
            <pc:docMk/>
            <pc:sldMk cId="1206597472" sldId="317"/>
            <ac:spMk id="3" creationId="{F6A3DBA9-F4E1-E92C-8F06-7B66EB1F0704}"/>
          </ac:spMkLst>
        </pc:spChg>
        <pc:spChg chg="add mod">
          <ac:chgData name="Eduardo Lucas" userId="2c32288683b74354" providerId="LiveId" clId="{1FE41F23-CFA1-4028-80DD-3EE9404D6AF5}" dt="2023-04-19T19:01:30.742" v="1053" actId="6549"/>
          <ac:spMkLst>
            <pc:docMk/>
            <pc:sldMk cId="1206597472" sldId="317"/>
            <ac:spMk id="4" creationId="{74D9F06A-9EE8-D7B1-9C7D-4848A0E4710A}"/>
          </ac:spMkLst>
        </pc:spChg>
      </pc:sldChg>
      <pc:sldChg chg="modSp add mod">
        <pc:chgData name="Eduardo Lucas" userId="2c32288683b74354" providerId="LiveId" clId="{1FE41F23-CFA1-4028-80DD-3EE9404D6AF5}" dt="2023-04-19T19:01:34.542" v="1054" actId="6549"/>
        <pc:sldMkLst>
          <pc:docMk/>
          <pc:sldMk cId="2429376543" sldId="318"/>
        </pc:sldMkLst>
        <pc:spChg chg="mod">
          <ac:chgData name="Eduardo Lucas" userId="2c32288683b74354" providerId="LiveId" clId="{1FE41F23-CFA1-4028-80DD-3EE9404D6AF5}" dt="2023-04-19T19:01:34.542" v="1054" actId="6549"/>
          <ac:spMkLst>
            <pc:docMk/>
            <pc:sldMk cId="2429376543" sldId="318"/>
            <ac:spMk id="4" creationId="{74D9F06A-9EE8-D7B1-9C7D-4848A0E4710A}"/>
          </ac:spMkLst>
        </pc:spChg>
      </pc:sldChg>
      <pc:sldChg chg="modSp add mod">
        <pc:chgData name="Eduardo Lucas" userId="2c32288683b74354" providerId="LiveId" clId="{1FE41F23-CFA1-4028-80DD-3EE9404D6AF5}" dt="2023-04-19T19:01:44.841" v="1056" actId="6549"/>
        <pc:sldMkLst>
          <pc:docMk/>
          <pc:sldMk cId="309887061" sldId="319"/>
        </pc:sldMkLst>
        <pc:spChg chg="mod">
          <ac:chgData name="Eduardo Lucas" userId="2c32288683b74354" providerId="LiveId" clId="{1FE41F23-CFA1-4028-80DD-3EE9404D6AF5}" dt="2023-04-19T19:01:44.841" v="1056" actId="6549"/>
          <ac:spMkLst>
            <pc:docMk/>
            <pc:sldMk cId="309887061" sldId="319"/>
            <ac:spMk id="4" creationId="{74D9F06A-9EE8-D7B1-9C7D-4848A0E4710A}"/>
          </ac:spMkLst>
        </pc:spChg>
      </pc:sldChg>
      <pc:sldChg chg="add">
        <pc:chgData name="Eduardo Lucas" userId="2c32288683b74354" providerId="LiveId" clId="{1FE41F23-CFA1-4028-80DD-3EE9404D6AF5}" dt="2023-04-19T19:01:17.121" v="1051" actId="2890"/>
        <pc:sldMkLst>
          <pc:docMk/>
          <pc:sldMk cId="1851760593" sldId="320"/>
        </pc:sldMkLst>
      </pc:sldChg>
      <pc:sldChg chg="modSp add mod">
        <pc:chgData name="Eduardo Lucas" userId="2c32288683b74354" providerId="LiveId" clId="{1FE41F23-CFA1-4028-80DD-3EE9404D6AF5}" dt="2023-04-19T19:01:39.938" v="1055" actId="6549"/>
        <pc:sldMkLst>
          <pc:docMk/>
          <pc:sldMk cId="443557454" sldId="321"/>
        </pc:sldMkLst>
        <pc:spChg chg="mod">
          <ac:chgData name="Eduardo Lucas" userId="2c32288683b74354" providerId="LiveId" clId="{1FE41F23-CFA1-4028-80DD-3EE9404D6AF5}" dt="2023-04-19T19:01:39.938" v="1055" actId="6549"/>
          <ac:spMkLst>
            <pc:docMk/>
            <pc:sldMk cId="443557454" sldId="321"/>
            <ac:spMk id="4" creationId="{74D9F06A-9EE8-D7B1-9C7D-4848A0E4710A}"/>
          </ac:spMkLst>
        </pc:spChg>
      </pc:sldChg>
      <pc:sldChg chg="addSp delSp modSp add mod">
        <pc:chgData name="Eduardo Lucas" userId="2c32288683b74354" providerId="LiveId" clId="{1FE41F23-CFA1-4028-80DD-3EE9404D6AF5}" dt="2023-04-19T19:04:18.358" v="1061" actId="1076"/>
        <pc:sldMkLst>
          <pc:docMk/>
          <pc:sldMk cId="3109194255" sldId="322"/>
        </pc:sldMkLst>
        <pc:spChg chg="del">
          <ac:chgData name="Eduardo Lucas" userId="2c32288683b74354" providerId="LiveId" clId="{1FE41F23-CFA1-4028-80DD-3EE9404D6AF5}" dt="2023-04-19T19:03:54.024" v="1058" actId="478"/>
          <ac:spMkLst>
            <pc:docMk/>
            <pc:sldMk cId="3109194255" sldId="322"/>
            <ac:spMk id="4" creationId="{74D9F06A-9EE8-D7B1-9C7D-4848A0E4710A}"/>
          </ac:spMkLst>
        </pc:spChg>
        <pc:picChg chg="add mod">
          <ac:chgData name="Eduardo Lucas" userId="2c32288683b74354" providerId="LiveId" clId="{1FE41F23-CFA1-4028-80DD-3EE9404D6AF5}" dt="2023-04-19T19:04:18.358" v="1061" actId="1076"/>
          <ac:picMkLst>
            <pc:docMk/>
            <pc:sldMk cId="3109194255" sldId="322"/>
            <ac:picMk id="5" creationId="{68381A73-6753-5F0B-31A5-2341A3F7E1A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759F53-A1BF-4BAE-9815-26B9CE584B04}" type="datetimeFigureOut">
              <a:rPr lang="pt-BR" smtClean="0"/>
              <a:t>19/04/2023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B96F6B-C777-407C-BE9E-EAC56A5245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1311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0B133F-601C-FDA5-508C-1224EB4DE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2C7E9F-8C8C-1139-3651-8CBF6A71F5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0C6A17-F52B-3906-EA9D-95030CE61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22F16-1A3A-4447-9A56-4E229A5B8700}" type="datetimeFigureOut">
              <a:rPr lang="pt-BR" smtClean="0"/>
              <a:t>19/04/2023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C59A24-A78C-5A65-7AF1-9448859F3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5FB4DB-29A5-4D57-3A86-0C6805FEA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7E8F3-660D-41FF-BC86-02539EEEEAE8}" type="slidenum">
              <a:rPr lang="pt-BR" smtClean="0"/>
              <a:t>‹nº›</a:t>
            </a:fld>
            <a:endParaRPr lang="pt-BR"/>
          </a:p>
        </p:txBody>
      </p:sp>
      <p:pic>
        <p:nvPicPr>
          <p:cNvPr id="9" name="Imagem 8" descr="Forma">
            <a:extLst>
              <a:ext uri="{FF2B5EF4-FFF2-40B4-BE49-F238E27FC236}">
                <a16:creationId xmlns:a16="http://schemas.microsoft.com/office/drawing/2014/main" id="{79F6BB0D-B64C-DDF3-B7DD-906CEE9F89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06" t="38889" r="12186" b="30185"/>
          <a:stretch/>
        </p:blipFill>
        <p:spPr>
          <a:xfrm>
            <a:off x="9964632" y="8522"/>
            <a:ext cx="2180040" cy="54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660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5704CE-5F95-0874-834E-7CE54976E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53D567-D0AB-F0AB-BE7A-352F3B376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1B462D-0EFB-99A1-05B0-29E2EEFD8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22F16-1A3A-4447-9A56-4E229A5B8700}" type="datetimeFigureOut">
              <a:rPr lang="pt-BR" smtClean="0"/>
              <a:t>19/04/2023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715FD9-27E0-EE39-5333-DDB4295D5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22FB83-4611-D193-1525-28E0DC689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7E8F3-660D-41FF-BC86-02539EEEEA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576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33F66-CE78-81C4-F734-AD676272F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3D425EE-1A15-BD76-BB7B-F81DD50BE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E74B5E-D8DA-65C6-C2B3-A326AFE90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22F16-1A3A-4447-9A56-4E229A5B8700}" type="datetimeFigureOut">
              <a:rPr lang="pt-BR" smtClean="0"/>
              <a:t>19/04/2023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1BE078-1C7C-7BC0-8FD3-BD5752A5D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FF9430-AF46-B6F5-BA5E-21D71393B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7E8F3-660D-41FF-BC86-02539EEEEA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69652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0CC422B-334E-E536-CAC1-1908389790CA}"/>
              </a:ext>
            </a:extLst>
          </p:cNvPr>
          <p:cNvSpPr/>
          <p:nvPr userDrawn="1"/>
        </p:nvSpPr>
        <p:spPr>
          <a:xfrm>
            <a:off x="0" y="0"/>
            <a:ext cx="45719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A629BD0-168B-849B-4048-10BCFFF8F4E6}"/>
              </a:ext>
            </a:extLst>
          </p:cNvPr>
          <p:cNvSpPr/>
          <p:nvPr userDrawn="1"/>
        </p:nvSpPr>
        <p:spPr>
          <a:xfrm>
            <a:off x="12169140" y="0"/>
            <a:ext cx="45719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86394EE-8753-94B4-E695-DFAC4B1C8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8FBA014-BE8C-0AEF-8819-4D41D7A0A4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52E27C-CCBB-1A53-1CE6-BA3714584C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22F16-1A3A-4447-9A56-4E229A5B8700}" type="datetimeFigureOut">
              <a:rPr lang="pt-BR" smtClean="0"/>
              <a:t>19/04/2023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E2E228-D68E-A8A8-A569-C752EAB9E7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0C146B-59D6-DB6D-077E-6BD0759927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7E8F3-660D-41FF-BC86-02539EEEEAE8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856FF8C-FA21-4ED7-CD93-A7EE5296C973}"/>
              </a:ext>
            </a:extLst>
          </p:cNvPr>
          <p:cNvSpPr/>
          <p:nvPr userDrawn="1"/>
        </p:nvSpPr>
        <p:spPr>
          <a:xfrm>
            <a:off x="0" y="0"/>
            <a:ext cx="12192000" cy="54868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400" b="1" dirty="0">
                <a:solidFill>
                  <a:schemeClr val="bg1"/>
                </a:solidFill>
              </a:rPr>
              <a:t>MODELAGEM DE DADOS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4685526-A840-7DF2-EDC6-F386C55FA4F7}"/>
              </a:ext>
            </a:extLst>
          </p:cNvPr>
          <p:cNvSpPr/>
          <p:nvPr userDrawn="1"/>
        </p:nvSpPr>
        <p:spPr>
          <a:xfrm rot="5400000">
            <a:off x="6091820" y="711620"/>
            <a:ext cx="45719" cy="1220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9511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B147C5AD-AE12-9C94-AB6A-5B550021EC60}"/>
              </a:ext>
            </a:extLst>
          </p:cNvPr>
          <p:cNvSpPr txBox="1"/>
          <p:nvPr/>
        </p:nvSpPr>
        <p:spPr>
          <a:xfrm>
            <a:off x="407368" y="2090172"/>
            <a:ext cx="11377264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400" b="1" dirty="0">
                <a:solidFill>
                  <a:schemeClr val="accent2">
                    <a:lumMod val="50000"/>
                  </a:schemeClr>
                </a:solidFill>
              </a:rPr>
              <a:t>MODELAGEM DE DADOS</a:t>
            </a:r>
          </a:p>
          <a:p>
            <a:pPr algn="ctr"/>
            <a:r>
              <a:rPr lang="pt-BR" sz="2900" b="1" dirty="0">
                <a:solidFill>
                  <a:schemeClr val="accent2">
                    <a:lumMod val="50000"/>
                  </a:schemeClr>
                </a:solidFill>
              </a:rPr>
              <a:t>CICLO DE VIDA DE UM BANCO DE DADOS</a:t>
            </a:r>
          </a:p>
        </p:txBody>
      </p:sp>
    </p:spTree>
    <p:extLst>
      <p:ext uri="{BB962C8B-B14F-4D97-AF65-F5344CB8AC3E}">
        <p14:creationId xmlns:p14="http://schemas.microsoft.com/office/powerpoint/2010/main" val="3611735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250767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CICLO DE VIDA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352" y="1628800"/>
            <a:ext cx="1166529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202122"/>
                </a:solidFill>
                <a:latin typeface="Arial" panose="020B0604020202020204" pitchFamily="34" charset="0"/>
              </a:defRPr>
            </a:lvl1pPr>
          </a:lstStyle>
          <a:p>
            <a:pPr algn="just"/>
            <a:r>
              <a:rPr lang="pt-BR" sz="2100" b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E</a:t>
            </a:r>
            <a:r>
              <a:rPr lang="pt-BR" sz="21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m um projeto de banco de dados, assim como no desenvolvimento de qualquer software, há um ciclo de vida que irá determinar o início do projeto até o seu final (que neste caso é a manutenção ou a evolução do banco de dados).</a:t>
            </a:r>
          </a:p>
        </p:txBody>
      </p:sp>
    </p:spTree>
    <p:extLst>
      <p:ext uri="{BB962C8B-B14F-4D97-AF65-F5344CB8AC3E}">
        <p14:creationId xmlns:p14="http://schemas.microsoft.com/office/powerpoint/2010/main" val="67721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250767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CICLO DE VIDA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352" y="1628800"/>
            <a:ext cx="1166529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202122"/>
                </a:solidFill>
                <a:latin typeface="Arial" panose="020B0604020202020204" pitchFamily="34" charset="0"/>
              </a:defRPr>
            </a:lvl1pPr>
          </a:lstStyle>
          <a:p>
            <a:pPr algn="just"/>
            <a:r>
              <a:rPr lang="pt-BR" sz="2100" b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E</a:t>
            </a:r>
            <a:r>
              <a:rPr lang="pt-BR" sz="21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m um projeto de banco de dados, assim como no desenvolvimento de qualquer software, há um ciclo de vida que irá determinar o início do projeto até o seu final (que neste caso é a manutenção ou a evolução do banco de dados).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434161D-EAAE-FF5F-5FD9-8AAF5143C36B}"/>
              </a:ext>
            </a:extLst>
          </p:cNvPr>
          <p:cNvSpPr txBox="1"/>
          <p:nvPr/>
        </p:nvSpPr>
        <p:spPr>
          <a:xfrm>
            <a:off x="263352" y="2990277"/>
            <a:ext cx="4752528" cy="52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>
                <a:solidFill>
                  <a:srgbClr val="FF0000"/>
                </a:solidFill>
                <a:effectLst/>
                <a:latin typeface="+mj-lt"/>
              </a:rPr>
              <a:t>Estudo inicial do banco de dados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1707ACB-64EA-DA73-9236-BCBB7FF756E6}"/>
              </a:ext>
            </a:extLst>
          </p:cNvPr>
          <p:cNvSpPr/>
          <p:nvPr/>
        </p:nvSpPr>
        <p:spPr>
          <a:xfrm>
            <a:off x="4727848" y="3212976"/>
            <a:ext cx="6984776" cy="3384376"/>
          </a:xfrm>
          <a:prstGeom prst="roundRect">
            <a:avLst>
              <a:gd name="adj" fmla="val 269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B92A2D0-0059-EF41-7AAB-7F07280B010D}"/>
              </a:ext>
            </a:extLst>
          </p:cNvPr>
          <p:cNvSpPr txBox="1"/>
          <p:nvPr/>
        </p:nvSpPr>
        <p:spPr>
          <a:xfrm>
            <a:off x="4871864" y="3429000"/>
            <a:ext cx="669674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100" b="0" i="0" dirty="0">
                <a:effectLst/>
                <a:latin typeface="+mj-lt"/>
              </a:rPr>
              <a:t>Estudo dos requisitos do problema e suas restrições, definição dos objetivos, escopo e fronteiras do banco de dados.</a:t>
            </a:r>
            <a:endParaRPr lang="pt-BR" sz="21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9395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250767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CICLO DE VIDA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352" y="1628800"/>
            <a:ext cx="1166529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202122"/>
                </a:solidFill>
                <a:latin typeface="Arial" panose="020B0604020202020204" pitchFamily="34" charset="0"/>
              </a:defRPr>
            </a:lvl1pPr>
          </a:lstStyle>
          <a:p>
            <a:pPr algn="just"/>
            <a:r>
              <a:rPr lang="pt-BR" sz="2100" b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E</a:t>
            </a:r>
            <a:r>
              <a:rPr lang="pt-BR" sz="21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m um projeto de banco de dados, assim como no desenvolvimento de qualquer software, há um ciclo de vida que irá determinar o início do projeto até o seu final (que neste caso é a manutenção ou a evolução do banco de dados).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434161D-EAAE-FF5F-5FD9-8AAF5143C36B}"/>
              </a:ext>
            </a:extLst>
          </p:cNvPr>
          <p:cNvSpPr txBox="1"/>
          <p:nvPr/>
        </p:nvSpPr>
        <p:spPr>
          <a:xfrm>
            <a:off x="263352" y="2990277"/>
            <a:ext cx="4752528" cy="1011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>
                <a:effectLst/>
                <a:latin typeface="+mj-lt"/>
              </a:rPr>
              <a:t>Estudo inicial do banco de dados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>
                <a:solidFill>
                  <a:srgbClr val="FF0000"/>
                </a:solidFill>
                <a:effectLst/>
                <a:latin typeface="+mj-lt"/>
              </a:rPr>
              <a:t>Projeto do banco de dados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1707ACB-64EA-DA73-9236-BCBB7FF756E6}"/>
              </a:ext>
            </a:extLst>
          </p:cNvPr>
          <p:cNvSpPr/>
          <p:nvPr/>
        </p:nvSpPr>
        <p:spPr>
          <a:xfrm>
            <a:off x="4727848" y="3212976"/>
            <a:ext cx="6984776" cy="3384376"/>
          </a:xfrm>
          <a:prstGeom prst="roundRect">
            <a:avLst>
              <a:gd name="adj" fmla="val 269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F954214-E454-B8E7-7F25-782452515217}"/>
              </a:ext>
            </a:extLst>
          </p:cNvPr>
          <p:cNvSpPr txBox="1"/>
          <p:nvPr/>
        </p:nvSpPr>
        <p:spPr>
          <a:xfrm>
            <a:off x="4871864" y="3429000"/>
            <a:ext cx="669674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Criação do projeto conceitual, escolha do SGBD que deverá ser usado, criação do projeto lógico e físico do banco de dados.</a:t>
            </a:r>
          </a:p>
        </p:txBody>
      </p:sp>
    </p:spTree>
    <p:extLst>
      <p:ext uri="{BB962C8B-B14F-4D97-AF65-F5344CB8AC3E}">
        <p14:creationId xmlns:p14="http://schemas.microsoft.com/office/powerpoint/2010/main" val="75612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250767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CICLO DE VIDA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352" y="1628800"/>
            <a:ext cx="1166529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202122"/>
                </a:solidFill>
                <a:latin typeface="Arial" panose="020B0604020202020204" pitchFamily="34" charset="0"/>
              </a:defRPr>
            </a:lvl1pPr>
          </a:lstStyle>
          <a:p>
            <a:pPr algn="just"/>
            <a:r>
              <a:rPr lang="pt-BR" sz="2100" b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E</a:t>
            </a:r>
            <a:r>
              <a:rPr lang="pt-BR" sz="21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m um projeto de banco de dados, assim como no desenvolvimento de qualquer software, há um ciclo de vida que irá determinar o início do projeto até o seu final (que neste caso é a manutenção ou a evolução do banco de dados).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434161D-EAAE-FF5F-5FD9-8AAF5143C36B}"/>
              </a:ext>
            </a:extLst>
          </p:cNvPr>
          <p:cNvSpPr txBox="1"/>
          <p:nvPr/>
        </p:nvSpPr>
        <p:spPr>
          <a:xfrm>
            <a:off x="263352" y="2990277"/>
            <a:ext cx="4752528" cy="1496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>
                <a:effectLst/>
                <a:latin typeface="+mj-lt"/>
              </a:rPr>
              <a:t>Estudo inicial do banco de dados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>
                <a:effectLst/>
                <a:latin typeface="+mj-lt"/>
              </a:rPr>
              <a:t>Projeto do banco de dados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>
                <a:solidFill>
                  <a:srgbClr val="FF0000"/>
                </a:solidFill>
                <a:effectLst/>
                <a:latin typeface="+mj-lt"/>
              </a:rPr>
              <a:t>Implementação e carga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1707ACB-64EA-DA73-9236-BCBB7FF756E6}"/>
              </a:ext>
            </a:extLst>
          </p:cNvPr>
          <p:cNvSpPr/>
          <p:nvPr/>
        </p:nvSpPr>
        <p:spPr>
          <a:xfrm>
            <a:off x="4727848" y="3212976"/>
            <a:ext cx="6984776" cy="3384376"/>
          </a:xfrm>
          <a:prstGeom prst="roundRect">
            <a:avLst>
              <a:gd name="adj" fmla="val 269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F954214-E454-B8E7-7F25-782452515217}"/>
              </a:ext>
            </a:extLst>
          </p:cNvPr>
          <p:cNvSpPr txBox="1"/>
          <p:nvPr/>
        </p:nvSpPr>
        <p:spPr>
          <a:xfrm>
            <a:off x="4871864" y="3429000"/>
            <a:ext cx="669674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Instalação do SGBD, criação do banco de dados, carregamento ou conversão dos dados que serão armazenados no banco</a:t>
            </a:r>
          </a:p>
        </p:txBody>
      </p:sp>
    </p:spTree>
    <p:extLst>
      <p:ext uri="{BB962C8B-B14F-4D97-AF65-F5344CB8AC3E}">
        <p14:creationId xmlns:p14="http://schemas.microsoft.com/office/powerpoint/2010/main" val="1167092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250767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CICLO DE VIDA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352" y="1628800"/>
            <a:ext cx="1166529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202122"/>
                </a:solidFill>
                <a:latin typeface="Arial" panose="020B0604020202020204" pitchFamily="34" charset="0"/>
              </a:defRPr>
            </a:lvl1pPr>
          </a:lstStyle>
          <a:p>
            <a:pPr algn="just"/>
            <a:r>
              <a:rPr lang="pt-BR" sz="2100" b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E</a:t>
            </a:r>
            <a:r>
              <a:rPr lang="pt-BR" sz="21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m um projeto de banco de dados, assim como no desenvolvimento de qualquer software, há um ciclo de vida que irá determinar o início do projeto até o seu final (que neste caso é a manutenção ou a evolução do banco de dados).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434161D-EAAE-FF5F-5FD9-8AAF5143C36B}"/>
              </a:ext>
            </a:extLst>
          </p:cNvPr>
          <p:cNvSpPr txBox="1"/>
          <p:nvPr/>
        </p:nvSpPr>
        <p:spPr>
          <a:xfrm>
            <a:off x="263352" y="2990277"/>
            <a:ext cx="4752528" cy="1981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>
                <a:effectLst/>
                <a:latin typeface="+mj-lt"/>
              </a:rPr>
              <a:t>Estudo inicial do banco de dados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>
                <a:effectLst/>
                <a:latin typeface="+mj-lt"/>
              </a:rPr>
              <a:t>Projeto do banco de dados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>
                <a:effectLst/>
                <a:latin typeface="+mj-lt"/>
              </a:rPr>
              <a:t>Implementação e carga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>
                <a:solidFill>
                  <a:srgbClr val="FF0000"/>
                </a:solidFill>
                <a:effectLst/>
                <a:latin typeface="+mj-lt"/>
              </a:rPr>
              <a:t>Teste e avaliação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1707ACB-64EA-DA73-9236-BCBB7FF756E6}"/>
              </a:ext>
            </a:extLst>
          </p:cNvPr>
          <p:cNvSpPr/>
          <p:nvPr/>
        </p:nvSpPr>
        <p:spPr>
          <a:xfrm>
            <a:off x="4727848" y="3212976"/>
            <a:ext cx="6984776" cy="3384376"/>
          </a:xfrm>
          <a:prstGeom prst="roundRect">
            <a:avLst>
              <a:gd name="adj" fmla="val 269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F954214-E454-B8E7-7F25-782452515217}"/>
              </a:ext>
            </a:extLst>
          </p:cNvPr>
          <p:cNvSpPr txBox="1"/>
          <p:nvPr/>
        </p:nvSpPr>
        <p:spPr>
          <a:xfrm>
            <a:off x="4871864" y="3429000"/>
            <a:ext cx="66967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Realização de testes na base de dados para encontrar possíveis erros.</a:t>
            </a:r>
          </a:p>
        </p:txBody>
      </p:sp>
    </p:spTree>
    <p:extLst>
      <p:ext uri="{BB962C8B-B14F-4D97-AF65-F5344CB8AC3E}">
        <p14:creationId xmlns:p14="http://schemas.microsoft.com/office/powerpoint/2010/main" val="4204491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250767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CICLO DE VIDA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352" y="1628800"/>
            <a:ext cx="1166529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202122"/>
                </a:solidFill>
                <a:latin typeface="Arial" panose="020B0604020202020204" pitchFamily="34" charset="0"/>
              </a:defRPr>
            </a:lvl1pPr>
          </a:lstStyle>
          <a:p>
            <a:pPr algn="just"/>
            <a:r>
              <a:rPr lang="pt-BR" sz="2100" b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E</a:t>
            </a:r>
            <a:r>
              <a:rPr lang="pt-BR" sz="21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m um projeto de banco de dados, assim como no desenvolvimento de qualquer software, há um ciclo de vida que irá determinar o início do projeto até o seu final (que neste caso é a manutenção ou a evolução do banco de dados).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434161D-EAAE-FF5F-5FD9-8AAF5143C36B}"/>
              </a:ext>
            </a:extLst>
          </p:cNvPr>
          <p:cNvSpPr txBox="1"/>
          <p:nvPr/>
        </p:nvSpPr>
        <p:spPr>
          <a:xfrm>
            <a:off x="263352" y="2990277"/>
            <a:ext cx="4752528" cy="2465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>
                <a:effectLst/>
                <a:latin typeface="+mj-lt"/>
              </a:rPr>
              <a:t>Estudo inicial do banco de dados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>
                <a:effectLst/>
                <a:latin typeface="+mj-lt"/>
              </a:rPr>
              <a:t>Projeto do banco de dados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>
                <a:effectLst/>
                <a:latin typeface="+mj-lt"/>
              </a:rPr>
              <a:t>Implementação e carga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>
                <a:effectLst/>
                <a:latin typeface="+mj-lt"/>
              </a:rPr>
              <a:t>Teste e avaliação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>
                <a:solidFill>
                  <a:srgbClr val="FF0000"/>
                </a:solidFill>
                <a:effectLst/>
                <a:latin typeface="+mj-lt"/>
              </a:rPr>
              <a:t>Operação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1707ACB-64EA-DA73-9236-BCBB7FF756E6}"/>
              </a:ext>
            </a:extLst>
          </p:cNvPr>
          <p:cNvSpPr/>
          <p:nvPr/>
        </p:nvSpPr>
        <p:spPr>
          <a:xfrm>
            <a:off x="4727848" y="3212976"/>
            <a:ext cx="6984776" cy="3384376"/>
          </a:xfrm>
          <a:prstGeom prst="roundRect">
            <a:avLst>
              <a:gd name="adj" fmla="val 269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F954214-E454-B8E7-7F25-782452515217}"/>
              </a:ext>
            </a:extLst>
          </p:cNvPr>
          <p:cNvSpPr txBox="1"/>
          <p:nvPr/>
        </p:nvSpPr>
        <p:spPr>
          <a:xfrm>
            <a:off x="4871864" y="3429000"/>
            <a:ext cx="66967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100" dirty="0">
                <a:latin typeface="+mj-lt"/>
              </a:rPr>
              <a:t>O banco entra em funcionamento nos aplicativos desenvolvidos em paralelo.</a:t>
            </a:r>
          </a:p>
        </p:txBody>
      </p:sp>
    </p:spTree>
    <p:extLst>
      <p:ext uri="{BB962C8B-B14F-4D97-AF65-F5344CB8AC3E}">
        <p14:creationId xmlns:p14="http://schemas.microsoft.com/office/powerpoint/2010/main" val="398559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250767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CICLO DE VIDA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352" y="1628800"/>
            <a:ext cx="1166529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202122"/>
                </a:solidFill>
                <a:latin typeface="Arial" panose="020B0604020202020204" pitchFamily="34" charset="0"/>
              </a:defRPr>
            </a:lvl1pPr>
          </a:lstStyle>
          <a:p>
            <a:pPr algn="just"/>
            <a:r>
              <a:rPr lang="pt-BR" sz="2100" b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E</a:t>
            </a:r>
            <a:r>
              <a:rPr lang="pt-BR" sz="21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m um projeto de banco de dados, assim como no desenvolvimento de qualquer software, há um ciclo de vida que irá determinar o início do projeto até o seu final (que neste caso é a manutenção ou a evolução do banco de dados).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434161D-EAAE-FF5F-5FD9-8AAF5143C36B}"/>
              </a:ext>
            </a:extLst>
          </p:cNvPr>
          <p:cNvSpPr txBox="1"/>
          <p:nvPr/>
        </p:nvSpPr>
        <p:spPr>
          <a:xfrm>
            <a:off x="263352" y="2990277"/>
            <a:ext cx="4752528" cy="2950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>
                <a:effectLst/>
                <a:latin typeface="+mj-lt"/>
              </a:rPr>
              <a:t>Estudo inicial do banco de dados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>
                <a:effectLst/>
                <a:latin typeface="+mj-lt"/>
              </a:rPr>
              <a:t>Projeto do banco de dados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>
                <a:effectLst/>
                <a:latin typeface="+mj-lt"/>
              </a:rPr>
              <a:t>Implementação e carga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>
                <a:effectLst/>
                <a:latin typeface="+mj-lt"/>
              </a:rPr>
              <a:t>Teste e avaliação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dirty="0">
                <a:latin typeface="+mj-lt"/>
              </a:rPr>
              <a:t>Operação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dirty="0">
                <a:solidFill>
                  <a:srgbClr val="FF0000"/>
                </a:solidFill>
                <a:latin typeface="+mj-lt"/>
              </a:rPr>
              <a:t>T</a:t>
            </a:r>
            <a:r>
              <a:rPr lang="pt-BR" sz="2100" b="1" i="0" dirty="0">
                <a:solidFill>
                  <a:srgbClr val="FF0000"/>
                </a:solidFill>
                <a:effectLst/>
                <a:latin typeface="+mj-lt"/>
              </a:rPr>
              <a:t>op-</a:t>
            </a:r>
            <a:r>
              <a:rPr lang="pt-BR" sz="2100" b="1" i="0" dirty="0" err="1">
                <a:solidFill>
                  <a:srgbClr val="FF0000"/>
                </a:solidFill>
                <a:effectLst/>
                <a:latin typeface="+mj-lt"/>
              </a:rPr>
              <a:t>down</a:t>
            </a:r>
            <a:endParaRPr lang="pt-BR" sz="2100" b="1" i="0" dirty="0">
              <a:solidFill>
                <a:srgbClr val="FF0000"/>
              </a:solidFill>
              <a:effectLst/>
              <a:latin typeface="+mj-lt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1707ACB-64EA-DA73-9236-BCBB7FF756E6}"/>
              </a:ext>
            </a:extLst>
          </p:cNvPr>
          <p:cNvSpPr/>
          <p:nvPr/>
        </p:nvSpPr>
        <p:spPr>
          <a:xfrm>
            <a:off x="4727848" y="3212976"/>
            <a:ext cx="6984776" cy="3384376"/>
          </a:xfrm>
          <a:prstGeom prst="roundRect">
            <a:avLst>
              <a:gd name="adj" fmla="val 269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F954214-E454-B8E7-7F25-782452515217}"/>
              </a:ext>
            </a:extLst>
          </p:cNvPr>
          <p:cNvSpPr txBox="1"/>
          <p:nvPr/>
        </p:nvSpPr>
        <p:spPr>
          <a:xfrm>
            <a:off x="4871864" y="3429000"/>
            <a:ext cx="66967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Assim que entra em operação, o banco de dados deve sempre receber manutenção para ficar o máximo possível em plena operação, e a evolução do banco de dados acontece assim que novas necessidades do usuário surgem.</a:t>
            </a:r>
          </a:p>
        </p:txBody>
      </p:sp>
    </p:spTree>
    <p:extLst>
      <p:ext uri="{BB962C8B-B14F-4D97-AF65-F5344CB8AC3E}">
        <p14:creationId xmlns:p14="http://schemas.microsoft.com/office/powerpoint/2010/main" val="2152677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507715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ESTRATÉGIAS DE MODELAGEM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352" y="1628800"/>
            <a:ext cx="116652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202122"/>
                </a:solidFill>
                <a:latin typeface="Arial" panose="020B0604020202020204" pitchFamily="34" charset="0"/>
              </a:defRPr>
            </a:lvl1pPr>
          </a:lstStyle>
          <a:p>
            <a:pPr algn="just"/>
            <a:r>
              <a:rPr lang="pt-BR" sz="2100" b="0" i="0" dirty="0">
                <a:solidFill>
                  <a:schemeClr val="tx1"/>
                </a:solidFill>
                <a:effectLst/>
                <a:latin typeface="+mj-lt"/>
              </a:rPr>
              <a:t>Como estratégia de modelagem em um diagrama de entidade-relacionamentos há duas abordagens clássicas tradicionais que podem ser adotadas. São elas: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434161D-EAAE-FF5F-5FD9-8AAF5143C36B}"/>
              </a:ext>
            </a:extLst>
          </p:cNvPr>
          <p:cNvSpPr txBox="1"/>
          <p:nvPr/>
        </p:nvSpPr>
        <p:spPr>
          <a:xfrm>
            <a:off x="263352" y="2990277"/>
            <a:ext cx="4752528" cy="52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dirty="0">
                <a:solidFill>
                  <a:srgbClr val="FF0000"/>
                </a:solidFill>
                <a:latin typeface="+mj-lt"/>
              </a:rPr>
              <a:t>Top-Down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1707ACB-64EA-DA73-9236-BCBB7FF756E6}"/>
              </a:ext>
            </a:extLst>
          </p:cNvPr>
          <p:cNvSpPr/>
          <p:nvPr/>
        </p:nvSpPr>
        <p:spPr>
          <a:xfrm>
            <a:off x="4727848" y="3212976"/>
            <a:ext cx="6984776" cy="3384376"/>
          </a:xfrm>
          <a:prstGeom prst="roundRect">
            <a:avLst>
              <a:gd name="adj" fmla="val 269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F954214-E454-B8E7-7F25-782452515217}"/>
              </a:ext>
            </a:extLst>
          </p:cNvPr>
          <p:cNvSpPr txBox="1"/>
          <p:nvPr/>
        </p:nvSpPr>
        <p:spPr>
          <a:xfrm>
            <a:off x="4871864" y="3429000"/>
            <a:ext cx="6696744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Identifica-se primeiro os conjuntos de dados e, após, são definidos os elementos de cada um desses conjuntos. O processo envolve a identificação de diferentes tipos de entidades e a definição de cada atributo. Esta técnica é utilizada em bancos de dados maiores.</a:t>
            </a:r>
          </a:p>
        </p:txBody>
      </p:sp>
    </p:spTree>
    <p:extLst>
      <p:ext uri="{BB962C8B-B14F-4D97-AF65-F5344CB8AC3E}">
        <p14:creationId xmlns:p14="http://schemas.microsoft.com/office/powerpoint/2010/main" val="2815087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507715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ESTRATÉGIAS DE MODELAGEM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352" y="1628800"/>
            <a:ext cx="116652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202122"/>
                </a:solidFill>
                <a:latin typeface="Arial" panose="020B0604020202020204" pitchFamily="34" charset="0"/>
              </a:defRPr>
            </a:lvl1pPr>
          </a:lstStyle>
          <a:p>
            <a:pPr algn="just"/>
            <a:r>
              <a:rPr lang="pt-BR" sz="2100" b="0" i="0" dirty="0">
                <a:solidFill>
                  <a:schemeClr val="tx1"/>
                </a:solidFill>
                <a:effectLst/>
                <a:latin typeface="+mj-lt"/>
              </a:rPr>
              <a:t>Como estratégia de modelagem em um diagrama de entidade-relacionamentos há duas abordagens clássicas tradicionais que podem ser adotadas. São elas: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434161D-EAAE-FF5F-5FD9-8AAF5143C36B}"/>
              </a:ext>
            </a:extLst>
          </p:cNvPr>
          <p:cNvSpPr txBox="1"/>
          <p:nvPr/>
        </p:nvSpPr>
        <p:spPr>
          <a:xfrm>
            <a:off x="263352" y="2990277"/>
            <a:ext cx="4752528" cy="1011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dirty="0">
                <a:latin typeface="+mj-lt"/>
              </a:rPr>
              <a:t>Top-Down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 err="1">
                <a:solidFill>
                  <a:srgbClr val="FF0000"/>
                </a:solidFill>
                <a:effectLst/>
                <a:latin typeface="+mj-lt"/>
              </a:rPr>
              <a:t>Bottom-Up</a:t>
            </a:r>
            <a:endParaRPr lang="pt-BR" sz="2100" b="1" i="0" dirty="0">
              <a:solidFill>
                <a:srgbClr val="FF0000"/>
              </a:solidFill>
              <a:effectLst/>
              <a:latin typeface="+mj-lt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1707ACB-64EA-DA73-9236-BCBB7FF756E6}"/>
              </a:ext>
            </a:extLst>
          </p:cNvPr>
          <p:cNvSpPr/>
          <p:nvPr/>
        </p:nvSpPr>
        <p:spPr>
          <a:xfrm>
            <a:off x="4727848" y="3212976"/>
            <a:ext cx="6984776" cy="3384376"/>
          </a:xfrm>
          <a:prstGeom prst="roundRect">
            <a:avLst>
              <a:gd name="adj" fmla="val 269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F954214-E454-B8E7-7F25-782452515217}"/>
              </a:ext>
            </a:extLst>
          </p:cNvPr>
          <p:cNvSpPr txBox="1"/>
          <p:nvPr/>
        </p:nvSpPr>
        <p:spPr>
          <a:xfrm>
            <a:off x="4871864" y="3429000"/>
            <a:ext cx="66967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Primeiramente são identificados os elementos de dados, ou seja, os itens, e em seguida os itens são agrupados em conjuntos de dados. Neste caso os atributos são identificados primeiro, e depois, ao agrupá-los, teremos as tabelas. Geralmente, esta técnica é utilizada em bancos de dados pequenos.</a:t>
            </a:r>
          </a:p>
        </p:txBody>
      </p:sp>
    </p:spTree>
    <p:extLst>
      <p:ext uri="{BB962C8B-B14F-4D97-AF65-F5344CB8AC3E}">
        <p14:creationId xmlns:p14="http://schemas.microsoft.com/office/powerpoint/2010/main" val="155851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507715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ESTRATÉGIAS DE MODELAGEM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352" y="1628800"/>
            <a:ext cx="116652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202122"/>
                </a:solidFill>
                <a:latin typeface="Arial" panose="020B0604020202020204" pitchFamily="34" charset="0"/>
              </a:defRPr>
            </a:lvl1pPr>
          </a:lstStyle>
          <a:p>
            <a:pPr algn="just"/>
            <a:r>
              <a:rPr lang="pt-BR" sz="2100" b="0" i="0" dirty="0">
                <a:solidFill>
                  <a:schemeClr val="tx1"/>
                </a:solidFill>
                <a:effectLst/>
                <a:latin typeface="+mj-lt"/>
              </a:rPr>
              <a:t>Como estratégia de modelagem em um diagrama de entidade-relacionamentos há duas abordagens clássicas tradicionais que podem ser adotadas. São elas: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434161D-EAAE-FF5F-5FD9-8AAF5143C36B}"/>
              </a:ext>
            </a:extLst>
          </p:cNvPr>
          <p:cNvSpPr txBox="1"/>
          <p:nvPr/>
        </p:nvSpPr>
        <p:spPr>
          <a:xfrm>
            <a:off x="263352" y="2990277"/>
            <a:ext cx="4752528" cy="1496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dirty="0">
                <a:latin typeface="+mj-lt"/>
              </a:rPr>
              <a:t>Top-Down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i="0" dirty="0" err="1">
                <a:effectLst/>
                <a:latin typeface="+mj-lt"/>
              </a:rPr>
              <a:t>Bottom-Up</a:t>
            </a:r>
            <a:endParaRPr lang="pt-BR" sz="2100" b="1" i="0" dirty="0">
              <a:effectLst/>
              <a:latin typeface="+mj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dirty="0">
                <a:solidFill>
                  <a:srgbClr val="FF0000"/>
                </a:solidFill>
                <a:latin typeface="+mj-lt"/>
              </a:rPr>
              <a:t>Middle-</a:t>
            </a:r>
            <a:r>
              <a:rPr lang="pt-BR" sz="2100" b="1" dirty="0" err="1">
                <a:solidFill>
                  <a:srgbClr val="FF0000"/>
                </a:solidFill>
                <a:latin typeface="+mj-lt"/>
              </a:rPr>
              <a:t>Up</a:t>
            </a:r>
            <a:r>
              <a:rPr lang="pt-BR" sz="2100" b="1" dirty="0">
                <a:solidFill>
                  <a:srgbClr val="FF0000"/>
                </a:solidFill>
                <a:latin typeface="+mj-lt"/>
              </a:rPr>
              <a:t>-Down</a:t>
            </a:r>
            <a:endParaRPr lang="pt-BR" sz="2100" b="1" i="0" dirty="0">
              <a:solidFill>
                <a:srgbClr val="FF0000"/>
              </a:solidFill>
              <a:effectLst/>
              <a:latin typeface="+mj-lt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1707ACB-64EA-DA73-9236-BCBB7FF756E6}"/>
              </a:ext>
            </a:extLst>
          </p:cNvPr>
          <p:cNvSpPr/>
          <p:nvPr/>
        </p:nvSpPr>
        <p:spPr>
          <a:xfrm>
            <a:off x="4727848" y="3212976"/>
            <a:ext cx="6984776" cy="3384376"/>
          </a:xfrm>
          <a:prstGeom prst="roundRect">
            <a:avLst>
              <a:gd name="adj" fmla="val 269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F954214-E454-B8E7-7F25-782452515217}"/>
              </a:ext>
            </a:extLst>
          </p:cNvPr>
          <p:cNvSpPr txBox="1"/>
          <p:nvPr/>
        </p:nvSpPr>
        <p:spPr>
          <a:xfrm>
            <a:off x="4871864" y="3429000"/>
            <a:ext cx="6696744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As abordagens top-</a:t>
            </a:r>
            <a:r>
              <a:rPr lang="pt-BR" sz="21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down</a:t>
            </a:r>
            <a:r>
              <a:rPr lang="pt-BR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 e </a:t>
            </a:r>
            <a:r>
              <a:rPr lang="pt-BR" sz="21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bottom-up</a:t>
            </a:r>
            <a:r>
              <a:rPr lang="pt-BR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 acabam se complementando, muitas vezes um analista ou projetista de banco de dados acaba aplicando as duas técnicas no mesmo banco de dados a ser modelado, surgindo então uma abordagem mista que foi denominada de </a:t>
            </a:r>
            <a:r>
              <a:rPr lang="pt-BR" sz="21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middle-up-down</a:t>
            </a:r>
            <a:r>
              <a:rPr lang="pt-BR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6728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449014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MODELAGEM CONCEITUAL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352" y="1628800"/>
            <a:ext cx="11665296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202122"/>
                </a:solidFill>
                <a:latin typeface="Arial" panose="020B0604020202020204" pitchFamily="34" charset="0"/>
              </a:defRPr>
            </a:lvl1pPr>
          </a:lstStyle>
          <a:p>
            <a:pPr algn="just"/>
            <a:r>
              <a:rPr lang="pt-BR" sz="2100" b="0" dirty="0">
                <a:solidFill>
                  <a:schemeClr val="tx1"/>
                </a:solidFill>
                <a:latin typeface="+mj-lt"/>
              </a:rPr>
              <a:t>A modelagem conceitual em um projeto de banco de dados é considerada de alto nível, pois possui como finalidade ser de fácil compreensão entre os usuários envolvidos na modelagem do banco.</a:t>
            </a:r>
          </a:p>
          <a:p>
            <a:pPr algn="just"/>
            <a:endParaRPr lang="pt-BR" sz="2100" b="0" dirty="0">
              <a:solidFill>
                <a:schemeClr val="tx1"/>
              </a:solidFill>
              <a:latin typeface="+mj-lt"/>
            </a:endParaRPr>
          </a:p>
          <a:p>
            <a:pPr algn="just"/>
            <a:r>
              <a:rPr lang="pt-BR" sz="2100" b="0" dirty="0">
                <a:solidFill>
                  <a:schemeClr val="tx1"/>
                </a:solidFill>
                <a:latin typeface="+mj-lt"/>
              </a:rPr>
              <a:t>Assim que o modelo lógico começa a ser implementado, o modelo conceitual servirá de apoio à construção do esquema do banco de dados.</a:t>
            </a:r>
          </a:p>
          <a:p>
            <a:pPr algn="just"/>
            <a:endParaRPr lang="pt-BR" sz="2100" b="0" dirty="0">
              <a:solidFill>
                <a:schemeClr val="tx1"/>
              </a:solidFill>
              <a:latin typeface="+mj-lt"/>
            </a:endParaRPr>
          </a:p>
          <a:p>
            <a:pPr algn="just"/>
            <a:r>
              <a:rPr lang="pt-BR" sz="2100" b="0" dirty="0">
                <a:solidFill>
                  <a:schemeClr val="tx1"/>
                </a:solidFill>
                <a:latin typeface="+mj-lt"/>
              </a:rPr>
              <a:t>Durante ou mesmo ao término do esquema conceitual, as operações básicas do modelo de dados podem ser usadas para especificar as operações de alto nível do usuário e servem para verificar se o modelo possui todos os requisitos listados pelo cliente.</a:t>
            </a:r>
          </a:p>
        </p:txBody>
      </p:sp>
    </p:spTree>
    <p:extLst>
      <p:ext uri="{BB962C8B-B14F-4D97-AF65-F5344CB8AC3E}">
        <p14:creationId xmlns:p14="http://schemas.microsoft.com/office/powerpoint/2010/main" val="1183754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449014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MODELAGEM CONCEITUAL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352" y="1628800"/>
            <a:ext cx="11665296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202122"/>
                </a:solidFill>
                <a:latin typeface="Arial" panose="020B0604020202020204" pitchFamily="34" charset="0"/>
              </a:defRPr>
            </a:lvl1pPr>
          </a:lstStyle>
          <a:p>
            <a:pPr algn="just"/>
            <a:r>
              <a:rPr lang="pt-BR" sz="2100" b="0" dirty="0">
                <a:solidFill>
                  <a:schemeClr val="tx1"/>
                </a:solidFill>
                <a:latin typeface="+mj-lt"/>
              </a:rPr>
              <a:t>A modelagem conceitual em um projeto de banco de dados é considerada de alto nível, pois possui como finalidade ser de fácil compreensão entre os usuários envolvidos na modelagem do banco.</a:t>
            </a:r>
          </a:p>
          <a:p>
            <a:pPr algn="just"/>
            <a:endParaRPr lang="pt-BR" sz="2100" b="0" dirty="0">
              <a:solidFill>
                <a:schemeClr val="tx1"/>
              </a:solidFill>
              <a:latin typeface="+mj-lt"/>
            </a:endParaRPr>
          </a:p>
          <a:p>
            <a:pPr algn="just"/>
            <a:r>
              <a:rPr lang="pt-BR" sz="2100" b="0" dirty="0">
                <a:solidFill>
                  <a:schemeClr val="tx1"/>
                </a:solidFill>
                <a:latin typeface="+mj-lt"/>
              </a:rPr>
              <a:t>Assim que o modelo lógico começa a ser implementado, o modelo conceitual servirá de apoio à construção do esquema do banco de dados.</a:t>
            </a:r>
          </a:p>
          <a:p>
            <a:pPr algn="just"/>
            <a:endParaRPr lang="pt-BR" sz="2100" b="0" dirty="0">
              <a:solidFill>
                <a:schemeClr val="tx1"/>
              </a:solidFill>
              <a:latin typeface="+mj-lt"/>
            </a:endParaRPr>
          </a:p>
          <a:p>
            <a:pPr algn="just"/>
            <a:r>
              <a:rPr lang="pt-BR" sz="2100" b="0" dirty="0">
                <a:solidFill>
                  <a:schemeClr val="tx1"/>
                </a:solidFill>
                <a:latin typeface="+mj-lt"/>
              </a:rPr>
              <a:t>Durante ou mesmo ao término do esquema conceitual, as operações básicas do modelo de dados podem ser usadas para especificar as operações de alto nível do usuário e servem para verificar se o modelo possui todos os requisitos listados pelo cliente.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0C35352A-C2ED-382A-1B55-9988FC95AAFA}"/>
              </a:ext>
            </a:extLst>
          </p:cNvPr>
          <p:cNvSpPr/>
          <p:nvPr/>
        </p:nvSpPr>
        <p:spPr>
          <a:xfrm>
            <a:off x="263352" y="4797152"/>
            <a:ext cx="11449272" cy="1800200"/>
          </a:xfrm>
          <a:prstGeom prst="roundRect">
            <a:avLst>
              <a:gd name="adj" fmla="val 269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AF479EB-CE02-C92C-88CE-964192C9F348}"/>
              </a:ext>
            </a:extLst>
          </p:cNvPr>
          <p:cNvSpPr txBox="1"/>
          <p:nvPr/>
        </p:nvSpPr>
        <p:spPr>
          <a:xfrm>
            <a:off x="659396" y="5166337"/>
            <a:ext cx="1065718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100" b="0">
                <a:latin typeface="+mj-lt"/>
              </a:defRPr>
            </a:lvl1pPr>
          </a:lstStyle>
          <a:p>
            <a:pPr algn="just"/>
            <a:r>
              <a:rPr lang="pt-BR" b="1" dirty="0"/>
              <a:t>A modelagem conceitual é detalhar e discutir o funcionamento do negócio do cliente, e não o uso de determinada tecnologia, descartando informações de como os dados serão armazenados e depois recuperados em banco de dados.</a:t>
            </a:r>
          </a:p>
        </p:txBody>
      </p:sp>
    </p:spTree>
    <p:extLst>
      <p:ext uri="{BB962C8B-B14F-4D97-AF65-F5344CB8AC3E}">
        <p14:creationId xmlns:p14="http://schemas.microsoft.com/office/powerpoint/2010/main" val="1191388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449014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MODELAGEM CONCEITUAL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54CC1AE-B025-373C-C9A8-F522076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8" y="1554589"/>
            <a:ext cx="2953162" cy="227679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0062EA9-82B7-1AB0-667B-FF2F92351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3752" y="1554589"/>
            <a:ext cx="3153215" cy="22577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643CCC88-9425-99A8-4035-B740577AD1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4192" y="1552281"/>
            <a:ext cx="3594161" cy="22577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1B79019-06D9-A8A0-B887-65DD39BB52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3725" y="4093567"/>
            <a:ext cx="3353268" cy="241968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787946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4490140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MODELAGEM CONCEITUAL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NORMAS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6A3DBA9-F4E1-E92C-8F06-7B66EB1F0704}"/>
              </a:ext>
            </a:extLst>
          </p:cNvPr>
          <p:cNvSpPr txBox="1"/>
          <p:nvPr/>
        </p:nvSpPr>
        <p:spPr>
          <a:xfrm>
            <a:off x="263352" y="1988840"/>
            <a:ext cx="1130525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1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Algumas </a:t>
            </a:r>
            <a:r>
              <a:rPr lang="pt-BR" sz="21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NORMAS</a:t>
            </a:r>
            <a:r>
              <a:rPr lang="pt-BR" sz="21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 precisam ser adotadas durante a criação do modelo lógico do banco de dados, na criação do diagrama de entidade-relacionamentos.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4163BFB-3ED8-287F-64E6-8F2D61B700D9}"/>
              </a:ext>
            </a:extLst>
          </p:cNvPr>
          <p:cNvSpPr txBox="1"/>
          <p:nvPr/>
        </p:nvSpPr>
        <p:spPr>
          <a:xfrm>
            <a:off x="279954" y="2898085"/>
            <a:ext cx="3343608" cy="5270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dirty="0">
                <a:solidFill>
                  <a:srgbClr val="FF0000"/>
                </a:solidFill>
              </a:rPr>
              <a:t>Relacionamento 1 para N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3B0ED9F-5A13-859A-0802-DCB42A19F788}"/>
              </a:ext>
            </a:extLst>
          </p:cNvPr>
          <p:cNvSpPr/>
          <p:nvPr/>
        </p:nvSpPr>
        <p:spPr>
          <a:xfrm>
            <a:off x="4007768" y="3074477"/>
            <a:ext cx="7704856" cy="3522875"/>
          </a:xfrm>
          <a:prstGeom prst="roundRect">
            <a:avLst>
              <a:gd name="adj" fmla="val 269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26D8973-5465-C262-8D18-A7712C49F654}"/>
              </a:ext>
            </a:extLst>
          </p:cNvPr>
          <p:cNvSpPr txBox="1"/>
          <p:nvPr/>
        </p:nvSpPr>
        <p:spPr>
          <a:xfrm>
            <a:off x="4151784" y="3277003"/>
            <a:ext cx="7200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1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A chave primária do lado 1 sempre deverá estar na tabela do lado N como uma chave estrangeira.</a:t>
            </a:r>
            <a:endParaRPr lang="pt-BR" sz="21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44664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4490140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MODELAGEM CONCEITUAL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NORMAS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6A3DBA9-F4E1-E92C-8F06-7B66EB1F0704}"/>
              </a:ext>
            </a:extLst>
          </p:cNvPr>
          <p:cNvSpPr txBox="1"/>
          <p:nvPr/>
        </p:nvSpPr>
        <p:spPr>
          <a:xfrm>
            <a:off x="263352" y="1988840"/>
            <a:ext cx="1130525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1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Algumas </a:t>
            </a:r>
            <a:r>
              <a:rPr lang="pt-BR" sz="21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NORMAS</a:t>
            </a:r>
            <a:r>
              <a:rPr lang="pt-BR" sz="21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 precisam ser adotadas durante a criação do modelo lógico do banco de dados, na criação do diagrama de entidade-relacionamentos.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4163BFB-3ED8-287F-64E6-8F2D61B700D9}"/>
              </a:ext>
            </a:extLst>
          </p:cNvPr>
          <p:cNvSpPr txBox="1"/>
          <p:nvPr/>
        </p:nvSpPr>
        <p:spPr>
          <a:xfrm>
            <a:off x="279954" y="2898085"/>
            <a:ext cx="3385286" cy="10117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dirty="0"/>
              <a:t>Relacionamento 1 para 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dirty="0">
                <a:solidFill>
                  <a:srgbClr val="FF0000"/>
                </a:solidFill>
              </a:rPr>
              <a:t>Relacionamento N para N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3B0ED9F-5A13-859A-0802-DCB42A19F788}"/>
              </a:ext>
            </a:extLst>
          </p:cNvPr>
          <p:cNvSpPr/>
          <p:nvPr/>
        </p:nvSpPr>
        <p:spPr>
          <a:xfrm>
            <a:off x="4007768" y="3074477"/>
            <a:ext cx="7704856" cy="3522875"/>
          </a:xfrm>
          <a:prstGeom prst="roundRect">
            <a:avLst>
              <a:gd name="adj" fmla="val 269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26D8973-5465-C262-8D18-A7712C49F654}"/>
              </a:ext>
            </a:extLst>
          </p:cNvPr>
          <p:cNvSpPr txBox="1"/>
          <p:nvPr/>
        </p:nvSpPr>
        <p:spPr>
          <a:xfrm>
            <a:off x="4151784" y="3277003"/>
            <a:ext cx="72008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1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O relacionamento passa a ser implementado como tabela própria e que possui campos específicos, relacionados entre as duas tabelas que deram origem a esta nova tabela, que se chama tabela associativa.</a:t>
            </a:r>
            <a:endParaRPr lang="pt-BR" sz="21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08485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4490140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MODELAGEM CONCEITUAL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NORMAS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6A3DBA9-F4E1-E92C-8F06-7B66EB1F0704}"/>
              </a:ext>
            </a:extLst>
          </p:cNvPr>
          <p:cNvSpPr txBox="1"/>
          <p:nvPr/>
        </p:nvSpPr>
        <p:spPr>
          <a:xfrm>
            <a:off x="263352" y="1988840"/>
            <a:ext cx="1130525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1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Algumas </a:t>
            </a:r>
            <a:r>
              <a:rPr lang="pt-BR" sz="21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NORMAS</a:t>
            </a:r>
            <a:r>
              <a:rPr lang="pt-BR" sz="21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 precisam ser adotadas durante a criação do modelo lógico do banco de dados, na criação do diagrama de entidade-relacionamentos.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4163BFB-3ED8-287F-64E6-8F2D61B700D9}"/>
              </a:ext>
            </a:extLst>
          </p:cNvPr>
          <p:cNvSpPr txBox="1"/>
          <p:nvPr/>
        </p:nvSpPr>
        <p:spPr>
          <a:xfrm>
            <a:off x="279954" y="2898085"/>
            <a:ext cx="3385286" cy="14965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dirty="0"/>
              <a:t>Relacionamento 1 para 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dirty="0"/>
              <a:t>Relacionamento N para 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100" b="1" dirty="0">
                <a:solidFill>
                  <a:srgbClr val="FF0000"/>
                </a:solidFill>
              </a:rPr>
              <a:t>Chaves primárias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3B0ED9F-5A13-859A-0802-DCB42A19F788}"/>
              </a:ext>
            </a:extLst>
          </p:cNvPr>
          <p:cNvSpPr/>
          <p:nvPr/>
        </p:nvSpPr>
        <p:spPr>
          <a:xfrm>
            <a:off x="4007768" y="3074477"/>
            <a:ext cx="7704856" cy="3522875"/>
          </a:xfrm>
          <a:prstGeom prst="roundRect">
            <a:avLst>
              <a:gd name="adj" fmla="val 269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26D8973-5465-C262-8D18-A7712C49F654}"/>
              </a:ext>
            </a:extLst>
          </p:cNvPr>
          <p:cNvSpPr txBox="1"/>
          <p:nvPr/>
        </p:nvSpPr>
        <p:spPr>
          <a:xfrm>
            <a:off x="4151784" y="3277003"/>
            <a:ext cx="7200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S</a:t>
            </a:r>
            <a:r>
              <a:rPr lang="pt-BR" sz="21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empre que possível, uma tabela deverá ter somente um identificador único, evitando chaves alternativas.</a:t>
            </a:r>
            <a:endParaRPr lang="pt-BR" sz="21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804417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391062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DICIONÁRIO DE DADOS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6A3DBA9-F4E1-E92C-8F06-7B66EB1F0704}"/>
              </a:ext>
            </a:extLst>
          </p:cNvPr>
          <p:cNvSpPr txBox="1"/>
          <p:nvPr/>
        </p:nvSpPr>
        <p:spPr>
          <a:xfrm>
            <a:off x="263352" y="1988840"/>
            <a:ext cx="11305256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1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Todo modelo de banco de dados produzido precisa ser documentado, pelos seguintes motivos:</a:t>
            </a:r>
          </a:p>
          <a:p>
            <a:pPr algn="just"/>
            <a:endParaRPr lang="pt-BR" sz="21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+mj-lt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pt-BR" sz="21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Organização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pt-BR" sz="2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A</a:t>
            </a:r>
            <a:r>
              <a:rPr lang="pt-BR" sz="21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presentação</a:t>
            </a:r>
            <a:endParaRPr lang="pt-BR" sz="21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pt-BR" sz="21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Controle</a:t>
            </a:r>
            <a:r>
              <a:rPr lang="pt-BR" sz="21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 </a:t>
            </a:r>
          </a:p>
          <a:p>
            <a:pPr algn="just"/>
            <a:br>
              <a:rPr lang="pt-BR" sz="21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</a:br>
            <a:r>
              <a:rPr lang="pt-BR" sz="21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Após a elaboração do DER (Diagrama de Entidade Relacional), deve ser realizado o mapeamento das entidades, juntamente com a documentação completa das tabelas, neste caso, um </a:t>
            </a:r>
            <a:r>
              <a:rPr lang="pt-BR" sz="21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dicionário de dados</a:t>
            </a:r>
            <a:r>
              <a:rPr lang="pt-BR" sz="21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.</a:t>
            </a:r>
          </a:p>
          <a:p>
            <a:pPr algn="just"/>
            <a:endParaRPr lang="pt-BR" sz="21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+mj-lt"/>
            </a:endParaRPr>
          </a:p>
          <a:p>
            <a:pPr algn="just"/>
            <a:r>
              <a:rPr lang="pt-BR" sz="2100" b="1" i="0" dirty="0">
                <a:solidFill>
                  <a:srgbClr val="FF0000"/>
                </a:solidFill>
                <a:effectLst/>
                <a:latin typeface="+mj-lt"/>
              </a:rPr>
              <a:t>É necessário criar o dicionário de dados para estabelecer uma padronização e uma documentação sobre cada tabela criada.</a:t>
            </a:r>
          </a:p>
        </p:txBody>
      </p:sp>
    </p:spTree>
    <p:extLst>
      <p:ext uri="{BB962C8B-B14F-4D97-AF65-F5344CB8AC3E}">
        <p14:creationId xmlns:p14="http://schemas.microsoft.com/office/powerpoint/2010/main" val="2620891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3910622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DICIONÁRIO DE DADOS</a:t>
            </a:r>
            <a:endParaRPr lang="pt-BR" sz="2100" b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CONTEÚDO DO DICIONÁRIO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6A3DBA9-F4E1-E92C-8F06-7B66EB1F0704}"/>
              </a:ext>
            </a:extLst>
          </p:cNvPr>
          <p:cNvSpPr txBox="1"/>
          <p:nvPr/>
        </p:nvSpPr>
        <p:spPr>
          <a:xfrm>
            <a:off x="263352" y="1988840"/>
            <a:ext cx="11305256" cy="3112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1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No dicionário de dados deve ter várias informações, como:</a:t>
            </a:r>
          </a:p>
          <a:p>
            <a:pPr algn="just"/>
            <a:endParaRPr lang="pt-BR" sz="21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+mj-lt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1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Descrição dos nomes de: tabelas, relações e atributos.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1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Tipos dos dados (seu domínio) e seus respectivos tamanhos.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1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Descrição detalhada das chaves utilizadas.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1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Nomes dos usuários com suas permissões sobre a tabela.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1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nível de detalhamento do dicionário de dados</a:t>
            </a:r>
          </a:p>
        </p:txBody>
      </p:sp>
    </p:spTree>
    <p:extLst>
      <p:ext uri="{BB962C8B-B14F-4D97-AF65-F5344CB8AC3E}">
        <p14:creationId xmlns:p14="http://schemas.microsoft.com/office/powerpoint/2010/main" val="14471318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3910622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DICIONÁRIO DE DADOS</a:t>
            </a:r>
            <a:endParaRPr lang="pt-BR" sz="2100" b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EXEMPLO PRÁTICO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6A3DBA9-F4E1-E92C-8F06-7B66EB1F0704}"/>
              </a:ext>
            </a:extLst>
          </p:cNvPr>
          <p:cNvSpPr txBox="1"/>
          <p:nvPr/>
        </p:nvSpPr>
        <p:spPr>
          <a:xfrm>
            <a:off x="263352" y="1988840"/>
            <a:ext cx="1130525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1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Uma imobiliária especializada em aluguel de casas e apartamentos localizados no litoral de Santa Catarina necessita de um </a:t>
            </a:r>
            <a:r>
              <a:rPr lang="pt-BR" sz="2100" b="0" i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software </a:t>
            </a:r>
            <a:r>
              <a:rPr lang="pt-BR" sz="21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para ajudar no gerenciamento dos aluguéis e oferecer melhores ofertas para seus clientes.</a:t>
            </a:r>
          </a:p>
        </p:txBody>
      </p:sp>
    </p:spTree>
    <p:extLst>
      <p:ext uri="{BB962C8B-B14F-4D97-AF65-F5344CB8AC3E}">
        <p14:creationId xmlns:p14="http://schemas.microsoft.com/office/powerpoint/2010/main" val="1827885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3910622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DICIONÁRIO DE DADOS</a:t>
            </a:r>
            <a:endParaRPr lang="pt-BR" sz="2100" b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EXEMPLO PRÁTICO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4D9F06A-9EE8-D7B1-9C7D-4848A0E4710A}"/>
              </a:ext>
            </a:extLst>
          </p:cNvPr>
          <p:cNvSpPr txBox="1"/>
          <p:nvPr/>
        </p:nvSpPr>
        <p:spPr>
          <a:xfrm>
            <a:off x="250234" y="1772816"/>
            <a:ext cx="114492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1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REQUISITOS:</a:t>
            </a:r>
          </a:p>
          <a:p>
            <a:endParaRPr lang="pt-BR" sz="21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+mj-lt"/>
            </a:endParaRPr>
          </a:p>
          <a:p>
            <a:pPr marL="457200" indent="-457200">
              <a:buFont typeface="+mj-lt"/>
              <a:buAutoNum type="arabicPeriod"/>
            </a:pPr>
            <a:r>
              <a:rPr lang="pt-BR" sz="21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Cada imóvel deverá ter registrado: seu tipo (casa ou apartamento), quantidade de quartos e banheiros, se o imóvel possui vista para o mar, preço da diária.</a:t>
            </a:r>
          </a:p>
        </p:txBody>
      </p:sp>
    </p:spTree>
    <p:extLst>
      <p:ext uri="{BB962C8B-B14F-4D97-AF65-F5344CB8AC3E}">
        <p14:creationId xmlns:p14="http://schemas.microsoft.com/office/powerpoint/2010/main" val="12065974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3910622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DICIONÁRIO DE DADOS</a:t>
            </a:r>
            <a:endParaRPr lang="pt-BR" sz="2100" b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EXEMPLO PRÁTICO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4D9F06A-9EE8-D7B1-9C7D-4848A0E4710A}"/>
              </a:ext>
            </a:extLst>
          </p:cNvPr>
          <p:cNvSpPr txBox="1"/>
          <p:nvPr/>
        </p:nvSpPr>
        <p:spPr>
          <a:xfrm>
            <a:off x="250234" y="1772816"/>
            <a:ext cx="114492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1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REQUISITOS:</a:t>
            </a:r>
          </a:p>
          <a:p>
            <a:endParaRPr lang="pt-BR" sz="21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+mj-lt"/>
            </a:endParaRPr>
          </a:p>
          <a:p>
            <a:pPr marL="457200" indent="-457200">
              <a:buFont typeface="+mj-lt"/>
              <a:buAutoNum type="arabicPeriod"/>
            </a:pPr>
            <a:r>
              <a:rPr lang="pt-BR" sz="21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Cada imóvel deverá ter registrado: seu tipo (casa ou apartamento), quantidade de quartos e banheiros, se o imóvel possui vista para o mar, preço da diária.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21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As informações dos proprietários e dos inquilinos deverão ser armazenadas separadamente. Os proprietários podem ter vários imóveis que podem ser alugados para vários inquilinos.</a:t>
            </a:r>
          </a:p>
        </p:txBody>
      </p:sp>
    </p:spTree>
    <p:extLst>
      <p:ext uri="{BB962C8B-B14F-4D97-AF65-F5344CB8AC3E}">
        <p14:creationId xmlns:p14="http://schemas.microsoft.com/office/powerpoint/2010/main" val="24293765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3910622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DICIONÁRIO DE DADOS</a:t>
            </a:r>
            <a:endParaRPr lang="pt-BR" sz="2100" b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EXEMPLO PRÁTICO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4D9F06A-9EE8-D7B1-9C7D-4848A0E4710A}"/>
              </a:ext>
            </a:extLst>
          </p:cNvPr>
          <p:cNvSpPr txBox="1"/>
          <p:nvPr/>
        </p:nvSpPr>
        <p:spPr>
          <a:xfrm>
            <a:off x="250234" y="1772816"/>
            <a:ext cx="114492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1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REQUISITOS:</a:t>
            </a:r>
          </a:p>
          <a:p>
            <a:endParaRPr lang="pt-BR" sz="21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+mj-lt"/>
            </a:endParaRPr>
          </a:p>
          <a:p>
            <a:pPr marL="457200" indent="-457200">
              <a:buFont typeface="+mj-lt"/>
              <a:buAutoNum type="arabicPeriod"/>
            </a:pPr>
            <a:r>
              <a:rPr lang="pt-BR" sz="21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Cada imóvel deverá ter registrado: seu tipo (casa ou apartamento), quantidade de quartos e banheiros, se o imóvel possui vista para o mar, preço da diária.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21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As informações dos proprietários e dos inquilinos deverão ser armazenadas separadamente. Os proprietários podem ter vários imóveis que podem ser alugados para vários inquilinos.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Além das informações sobre o município ao qual o imóvel pertence, deverá também ser informado o nome da praia mais importante (próxima) ao imóvel.</a:t>
            </a:r>
          </a:p>
        </p:txBody>
      </p:sp>
    </p:spTree>
    <p:extLst>
      <p:ext uri="{BB962C8B-B14F-4D97-AF65-F5344CB8AC3E}">
        <p14:creationId xmlns:p14="http://schemas.microsoft.com/office/powerpoint/2010/main" val="4435574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3910622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DICIONÁRIO DE DADOS</a:t>
            </a:r>
            <a:endParaRPr lang="pt-BR" sz="2100" b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EXEMPLO PRÁTICO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4D9F06A-9EE8-D7B1-9C7D-4848A0E4710A}"/>
              </a:ext>
            </a:extLst>
          </p:cNvPr>
          <p:cNvSpPr txBox="1"/>
          <p:nvPr/>
        </p:nvSpPr>
        <p:spPr>
          <a:xfrm>
            <a:off x="250234" y="1772816"/>
            <a:ext cx="1144927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1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REQUISITOS:</a:t>
            </a:r>
          </a:p>
          <a:p>
            <a:endParaRPr lang="pt-BR" sz="21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+mj-lt"/>
            </a:endParaRPr>
          </a:p>
          <a:p>
            <a:pPr marL="457200" indent="-457200">
              <a:buFont typeface="+mj-lt"/>
              <a:buAutoNum type="arabicPeriod"/>
            </a:pPr>
            <a:r>
              <a:rPr lang="pt-BR" sz="21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Cada imóvel deverá ter registrado: seu tipo (casa ou apartamento), quantidade de quartos e banheiros, se o imóvel possui vista para o mar, preço da diária.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21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As informações dos proprietários e dos inquilinos deverão ser armazenadas separadamente. Os proprietários podem ter vários imóveis que podem ser alugados para vários inquilinos.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Além das informações sobre o município ao qual o imóvel pertence, deverá também ser informado o nome da praia mais importante (próxima) ao imóvel.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Os móveis são todos os itens que compõem a mobília. Os itens mais verificados são: cama, geladeira, freezer, televisor, ar-condicionado, entre outros. Neste caso, é importante que seja informada a</a:t>
            </a:r>
          </a:p>
        </p:txBody>
      </p:sp>
    </p:spTree>
    <p:extLst>
      <p:ext uri="{BB962C8B-B14F-4D97-AF65-F5344CB8AC3E}">
        <p14:creationId xmlns:p14="http://schemas.microsoft.com/office/powerpoint/2010/main" val="3098870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3910622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DICIONÁRIO DE DADOS</a:t>
            </a:r>
            <a:endParaRPr lang="pt-BR" sz="2100" b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EXEMPLO PRÁTICO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4D9F06A-9EE8-D7B1-9C7D-4848A0E4710A}"/>
              </a:ext>
            </a:extLst>
          </p:cNvPr>
          <p:cNvSpPr txBox="1"/>
          <p:nvPr/>
        </p:nvSpPr>
        <p:spPr>
          <a:xfrm>
            <a:off x="250234" y="1772816"/>
            <a:ext cx="11449272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1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REQUISITOS:</a:t>
            </a:r>
          </a:p>
          <a:p>
            <a:endParaRPr lang="pt-BR" sz="21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+mj-lt"/>
            </a:endParaRPr>
          </a:p>
          <a:p>
            <a:pPr marL="457200" indent="-457200">
              <a:buFont typeface="+mj-lt"/>
              <a:buAutoNum type="arabicPeriod"/>
            </a:pPr>
            <a:r>
              <a:rPr lang="pt-BR" sz="21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Cada imóvel deverá ter registrado: seu tipo (casa ou apartamento), quantidade de quartos e banheiros, se o imóvel possui vista para o mar, preço da diária.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21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As informações dos proprietários e dos inquilinos deverão ser armazenadas separadamente. Os proprietários podem ter vários imóveis que podem ser alugados para vários inquilinos.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Além das informações sobre o município ao qual o imóvel pertence, deverá também ser informado o nome da praia mais importante (próxima) ao imóvel.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Os móveis são todos os itens que compõem a mobília. Os itens mais verificados são: cama, geladeira, freezer, televisor, ar-condicionado, entre outros. Neste caso, é importante que seja informada a quantidade de cada item.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Deverá ser realizado e registrado um contrato que deverá ser exclusivo para os aluguéis com os inquilinos e os imóveis alugados.</a:t>
            </a:r>
          </a:p>
        </p:txBody>
      </p:sp>
    </p:spTree>
    <p:extLst>
      <p:ext uri="{BB962C8B-B14F-4D97-AF65-F5344CB8AC3E}">
        <p14:creationId xmlns:p14="http://schemas.microsoft.com/office/powerpoint/2010/main" val="18517605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3910622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DICIONÁRIO DE DADOS</a:t>
            </a:r>
            <a:endParaRPr lang="pt-BR" sz="2100" b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EXEMPLO PRÁTICO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8381A73-6753-5F0B-31A5-2341A3F7E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536" y="1988840"/>
            <a:ext cx="8622462" cy="4302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1942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814</TotalTime>
  <Words>1887</Words>
  <Application>Microsoft Office PowerPoint</Application>
  <PresentationFormat>Widescreen</PresentationFormat>
  <Paragraphs>148</Paragraphs>
  <Slides>26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Eduardo Lucas</dc:creator>
  <cp:lastModifiedBy>Eduardo Lucas</cp:lastModifiedBy>
  <cp:revision>56</cp:revision>
  <dcterms:created xsi:type="dcterms:W3CDTF">2022-08-10T14:27:29Z</dcterms:created>
  <dcterms:modified xsi:type="dcterms:W3CDTF">2023-04-19T19:05:23Z</dcterms:modified>
</cp:coreProperties>
</file>